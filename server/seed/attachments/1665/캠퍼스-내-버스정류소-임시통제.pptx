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97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5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61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33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47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03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24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18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0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69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62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A634B-F599-4F08-AF7C-A60B6B792E57}" type="datetimeFigureOut">
              <a:rPr lang="ko-KR" altLang="en-US" smtClean="0"/>
              <a:t>2025-05-14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2A1AE-D426-4F78-B192-4F5C26CEA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17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735" y="0"/>
            <a:ext cx="8196530" cy="6858000"/>
          </a:xfrm>
          <a:prstGeom prst="rect">
            <a:avLst/>
          </a:prstGeom>
        </p:spPr>
      </p:pic>
      <p:sp>
        <p:nvSpPr>
          <p:cNvPr id="9" name="자유형 8"/>
          <p:cNvSpPr/>
          <p:nvPr/>
        </p:nvSpPr>
        <p:spPr>
          <a:xfrm>
            <a:off x="4373007" y="759095"/>
            <a:ext cx="4003242" cy="4649667"/>
          </a:xfrm>
          <a:custGeom>
            <a:avLst/>
            <a:gdLst>
              <a:gd name="connsiteX0" fmla="*/ 233499 w 4003242"/>
              <a:gd name="connsiteY0" fmla="*/ 4649667 h 4649667"/>
              <a:gd name="connsiteX1" fmla="*/ 585 w 4003242"/>
              <a:gd name="connsiteY1" fmla="*/ 2268777 h 4649667"/>
              <a:gd name="connsiteX2" fmla="*/ 293884 w 4003242"/>
              <a:gd name="connsiteY2" fmla="*/ 1759818 h 4649667"/>
              <a:gd name="connsiteX3" fmla="*/ 1587846 w 4003242"/>
              <a:gd name="connsiteY3" fmla="*/ 1906467 h 4649667"/>
              <a:gd name="connsiteX4" fmla="*/ 1881144 w 4003242"/>
              <a:gd name="connsiteY4" fmla="*/ 2009984 h 4649667"/>
              <a:gd name="connsiteX5" fmla="*/ 2226201 w 4003242"/>
              <a:gd name="connsiteY5" fmla="*/ 2053116 h 4649667"/>
              <a:gd name="connsiteX6" fmla="*/ 2407355 w 4003242"/>
              <a:gd name="connsiteY6" fmla="*/ 1785697 h 4649667"/>
              <a:gd name="connsiteX7" fmla="*/ 2372850 w 4003242"/>
              <a:gd name="connsiteY7" fmla="*/ 905803 h 4649667"/>
              <a:gd name="connsiteX8" fmla="*/ 2450487 w 4003242"/>
              <a:gd name="connsiteY8" fmla="*/ 724648 h 4649667"/>
              <a:gd name="connsiteX9" fmla="*/ 2623016 w 4003242"/>
              <a:gd name="connsiteY9" fmla="*/ 172558 h 4649667"/>
              <a:gd name="connsiteX10" fmla="*/ 2968072 w 4003242"/>
              <a:gd name="connsiteY10" fmla="*/ 30 h 4649667"/>
              <a:gd name="connsiteX11" fmla="*/ 3442525 w 4003242"/>
              <a:gd name="connsiteY11" fmla="*/ 163931 h 4649667"/>
              <a:gd name="connsiteX12" fmla="*/ 3537416 w 4003242"/>
              <a:gd name="connsiteY12" fmla="*/ 698769 h 4649667"/>
              <a:gd name="connsiteX13" fmla="*/ 3554668 w 4003242"/>
              <a:gd name="connsiteY13" fmla="*/ 1354377 h 4649667"/>
              <a:gd name="connsiteX14" fmla="*/ 3865219 w 4003242"/>
              <a:gd name="connsiteY14" fmla="*/ 1647675 h 4649667"/>
              <a:gd name="connsiteX15" fmla="*/ 4003242 w 4003242"/>
              <a:gd name="connsiteY15" fmla="*/ 1759818 h 464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03242" h="4649667">
                <a:moveTo>
                  <a:pt x="233499" y="4649667"/>
                </a:moveTo>
                <a:cubicBezTo>
                  <a:pt x="112010" y="3700042"/>
                  <a:pt x="-9479" y="2750418"/>
                  <a:pt x="585" y="2268777"/>
                </a:cubicBezTo>
                <a:cubicBezTo>
                  <a:pt x="10649" y="1787136"/>
                  <a:pt x="29340" y="1820203"/>
                  <a:pt x="293884" y="1759818"/>
                </a:cubicBezTo>
                <a:cubicBezTo>
                  <a:pt x="558428" y="1699433"/>
                  <a:pt x="1323303" y="1864773"/>
                  <a:pt x="1587846" y="1906467"/>
                </a:cubicBezTo>
                <a:cubicBezTo>
                  <a:pt x="1852389" y="1948161"/>
                  <a:pt x="1774751" y="1985542"/>
                  <a:pt x="1881144" y="2009984"/>
                </a:cubicBezTo>
                <a:cubicBezTo>
                  <a:pt x="1987537" y="2034426"/>
                  <a:pt x="2138499" y="2090497"/>
                  <a:pt x="2226201" y="2053116"/>
                </a:cubicBezTo>
                <a:cubicBezTo>
                  <a:pt x="2313903" y="2015735"/>
                  <a:pt x="2382914" y="1976916"/>
                  <a:pt x="2407355" y="1785697"/>
                </a:cubicBezTo>
                <a:cubicBezTo>
                  <a:pt x="2431797" y="1594478"/>
                  <a:pt x="2365661" y="1082644"/>
                  <a:pt x="2372850" y="905803"/>
                </a:cubicBezTo>
                <a:cubicBezTo>
                  <a:pt x="2380039" y="728961"/>
                  <a:pt x="2408793" y="846855"/>
                  <a:pt x="2450487" y="724648"/>
                </a:cubicBezTo>
                <a:cubicBezTo>
                  <a:pt x="2492181" y="602440"/>
                  <a:pt x="2536752" y="293328"/>
                  <a:pt x="2623016" y="172558"/>
                </a:cubicBezTo>
                <a:cubicBezTo>
                  <a:pt x="2709280" y="51788"/>
                  <a:pt x="2831487" y="1468"/>
                  <a:pt x="2968072" y="30"/>
                </a:cubicBezTo>
                <a:cubicBezTo>
                  <a:pt x="3104657" y="-1408"/>
                  <a:pt x="3347634" y="47474"/>
                  <a:pt x="3442525" y="163931"/>
                </a:cubicBezTo>
                <a:cubicBezTo>
                  <a:pt x="3537416" y="280387"/>
                  <a:pt x="3518726" y="500361"/>
                  <a:pt x="3537416" y="698769"/>
                </a:cubicBezTo>
                <a:cubicBezTo>
                  <a:pt x="3556106" y="897177"/>
                  <a:pt x="3500034" y="1196226"/>
                  <a:pt x="3554668" y="1354377"/>
                </a:cubicBezTo>
                <a:cubicBezTo>
                  <a:pt x="3609302" y="1512528"/>
                  <a:pt x="3790457" y="1580102"/>
                  <a:pt x="3865219" y="1647675"/>
                </a:cubicBezTo>
                <a:cubicBezTo>
                  <a:pt x="3939981" y="1715248"/>
                  <a:pt x="3971611" y="1737533"/>
                  <a:pt x="4003242" y="1759818"/>
                </a:cubicBezTo>
              </a:path>
            </a:pathLst>
          </a:custGeom>
          <a:ln w="38100">
            <a:solidFill>
              <a:srgbClr val="00B0F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2562045" y="693794"/>
            <a:ext cx="5865963" cy="4085240"/>
          </a:xfrm>
          <a:custGeom>
            <a:avLst/>
            <a:gdLst>
              <a:gd name="connsiteX0" fmla="*/ 0 w 5865963"/>
              <a:gd name="connsiteY0" fmla="*/ 4085240 h 4085240"/>
              <a:gd name="connsiteX1" fmla="*/ 241540 w 5865963"/>
              <a:gd name="connsiteY1" fmla="*/ 3584908 h 4085240"/>
              <a:gd name="connsiteX2" fmla="*/ 448574 w 5865963"/>
              <a:gd name="connsiteY2" fmla="*/ 2998312 h 4085240"/>
              <a:gd name="connsiteX3" fmla="*/ 621102 w 5865963"/>
              <a:gd name="connsiteY3" fmla="*/ 2152923 h 4085240"/>
              <a:gd name="connsiteX4" fmla="*/ 836763 w 5865963"/>
              <a:gd name="connsiteY4" fmla="*/ 1152259 h 4085240"/>
              <a:gd name="connsiteX5" fmla="*/ 888521 w 5865963"/>
              <a:gd name="connsiteY5" fmla="*/ 988357 h 4085240"/>
              <a:gd name="connsiteX6" fmla="*/ 1026544 w 5865963"/>
              <a:gd name="connsiteY6" fmla="*/ 755444 h 4085240"/>
              <a:gd name="connsiteX7" fmla="*/ 1311215 w 5865963"/>
              <a:gd name="connsiteY7" fmla="*/ 686432 h 4085240"/>
              <a:gd name="connsiteX8" fmla="*/ 1733910 w 5865963"/>
              <a:gd name="connsiteY8" fmla="*/ 738191 h 4085240"/>
              <a:gd name="connsiteX9" fmla="*/ 2070340 w 5865963"/>
              <a:gd name="connsiteY9" fmla="*/ 979731 h 4085240"/>
              <a:gd name="connsiteX10" fmla="*/ 2139351 w 5865963"/>
              <a:gd name="connsiteY10" fmla="*/ 1471436 h 4085240"/>
              <a:gd name="connsiteX11" fmla="*/ 2147978 w 5865963"/>
              <a:gd name="connsiteY11" fmla="*/ 1635338 h 4085240"/>
              <a:gd name="connsiteX12" fmla="*/ 2199736 w 5865963"/>
              <a:gd name="connsiteY12" fmla="*/ 1773361 h 4085240"/>
              <a:gd name="connsiteX13" fmla="*/ 2493034 w 5865963"/>
              <a:gd name="connsiteY13" fmla="*/ 1790614 h 4085240"/>
              <a:gd name="connsiteX14" fmla="*/ 2872597 w 5865963"/>
              <a:gd name="connsiteY14" fmla="*/ 1850998 h 4085240"/>
              <a:gd name="connsiteX15" fmla="*/ 3071004 w 5865963"/>
              <a:gd name="connsiteY15" fmla="*/ 1876878 h 4085240"/>
              <a:gd name="connsiteX16" fmla="*/ 3416061 w 5865963"/>
              <a:gd name="connsiteY16" fmla="*/ 1937263 h 4085240"/>
              <a:gd name="connsiteX17" fmla="*/ 3778370 w 5865963"/>
              <a:gd name="connsiteY17" fmla="*/ 2049406 h 4085240"/>
              <a:gd name="connsiteX18" fmla="*/ 4063042 w 5865963"/>
              <a:gd name="connsiteY18" fmla="*/ 2058032 h 4085240"/>
              <a:gd name="connsiteX19" fmla="*/ 4149306 w 5865963"/>
              <a:gd name="connsiteY19" fmla="*/ 1712976 h 4085240"/>
              <a:gd name="connsiteX20" fmla="*/ 4140680 w 5865963"/>
              <a:gd name="connsiteY20" fmla="*/ 1204017 h 4085240"/>
              <a:gd name="connsiteX21" fmla="*/ 4132053 w 5865963"/>
              <a:gd name="connsiteY21" fmla="*/ 910719 h 4085240"/>
              <a:gd name="connsiteX22" fmla="*/ 4270076 w 5865963"/>
              <a:gd name="connsiteY22" fmla="*/ 634674 h 4085240"/>
              <a:gd name="connsiteX23" fmla="*/ 4382219 w 5865963"/>
              <a:gd name="connsiteY23" fmla="*/ 211980 h 4085240"/>
              <a:gd name="connsiteX24" fmla="*/ 4735902 w 5865963"/>
              <a:gd name="connsiteY24" fmla="*/ 4946 h 4085240"/>
              <a:gd name="connsiteX25" fmla="*/ 5132717 w 5865963"/>
              <a:gd name="connsiteY25" fmla="*/ 82583 h 4085240"/>
              <a:gd name="connsiteX26" fmla="*/ 5339751 w 5865963"/>
              <a:gd name="connsiteY26" fmla="*/ 280991 h 4085240"/>
              <a:gd name="connsiteX27" fmla="*/ 5374257 w 5865963"/>
              <a:gd name="connsiteY27" fmla="*/ 927972 h 4085240"/>
              <a:gd name="connsiteX28" fmla="*/ 5400136 w 5865963"/>
              <a:gd name="connsiteY28" fmla="*/ 1359293 h 4085240"/>
              <a:gd name="connsiteX29" fmla="*/ 5564038 w 5865963"/>
              <a:gd name="connsiteY29" fmla="*/ 1549074 h 4085240"/>
              <a:gd name="connsiteX30" fmla="*/ 5865963 w 5865963"/>
              <a:gd name="connsiteY30" fmla="*/ 1773361 h 4085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865963" h="4085240">
                <a:moveTo>
                  <a:pt x="0" y="4085240"/>
                </a:moveTo>
                <a:cubicBezTo>
                  <a:pt x="83389" y="3925651"/>
                  <a:pt x="166778" y="3766063"/>
                  <a:pt x="241540" y="3584908"/>
                </a:cubicBezTo>
                <a:cubicBezTo>
                  <a:pt x="316302" y="3403753"/>
                  <a:pt x="385314" y="3236976"/>
                  <a:pt x="448574" y="2998312"/>
                </a:cubicBezTo>
                <a:cubicBezTo>
                  <a:pt x="511834" y="2759648"/>
                  <a:pt x="556404" y="2460598"/>
                  <a:pt x="621102" y="2152923"/>
                </a:cubicBezTo>
                <a:cubicBezTo>
                  <a:pt x="685800" y="1845248"/>
                  <a:pt x="792193" y="1346353"/>
                  <a:pt x="836763" y="1152259"/>
                </a:cubicBezTo>
                <a:cubicBezTo>
                  <a:pt x="881333" y="958165"/>
                  <a:pt x="856891" y="1054493"/>
                  <a:pt x="888521" y="988357"/>
                </a:cubicBezTo>
                <a:cubicBezTo>
                  <a:pt x="920151" y="922221"/>
                  <a:pt x="956095" y="805765"/>
                  <a:pt x="1026544" y="755444"/>
                </a:cubicBezTo>
                <a:cubicBezTo>
                  <a:pt x="1096993" y="705123"/>
                  <a:pt x="1193321" y="689308"/>
                  <a:pt x="1311215" y="686432"/>
                </a:cubicBezTo>
                <a:cubicBezTo>
                  <a:pt x="1429109" y="683556"/>
                  <a:pt x="1607389" y="689308"/>
                  <a:pt x="1733910" y="738191"/>
                </a:cubicBezTo>
                <a:cubicBezTo>
                  <a:pt x="1860431" y="787074"/>
                  <a:pt x="2002767" y="857523"/>
                  <a:pt x="2070340" y="979731"/>
                </a:cubicBezTo>
                <a:cubicBezTo>
                  <a:pt x="2137914" y="1101938"/>
                  <a:pt x="2126411" y="1362168"/>
                  <a:pt x="2139351" y="1471436"/>
                </a:cubicBezTo>
                <a:cubicBezTo>
                  <a:pt x="2152291" y="1580704"/>
                  <a:pt x="2137914" y="1585017"/>
                  <a:pt x="2147978" y="1635338"/>
                </a:cubicBezTo>
                <a:cubicBezTo>
                  <a:pt x="2158042" y="1685659"/>
                  <a:pt x="2142227" y="1747482"/>
                  <a:pt x="2199736" y="1773361"/>
                </a:cubicBezTo>
                <a:cubicBezTo>
                  <a:pt x="2257245" y="1799240"/>
                  <a:pt x="2380891" y="1777675"/>
                  <a:pt x="2493034" y="1790614"/>
                </a:cubicBezTo>
                <a:cubicBezTo>
                  <a:pt x="2605177" y="1803553"/>
                  <a:pt x="2776269" y="1836621"/>
                  <a:pt x="2872597" y="1850998"/>
                </a:cubicBezTo>
                <a:cubicBezTo>
                  <a:pt x="2968925" y="1865375"/>
                  <a:pt x="2980427" y="1862500"/>
                  <a:pt x="3071004" y="1876878"/>
                </a:cubicBezTo>
                <a:cubicBezTo>
                  <a:pt x="3161581" y="1891255"/>
                  <a:pt x="3298167" y="1908508"/>
                  <a:pt x="3416061" y="1937263"/>
                </a:cubicBezTo>
                <a:cubicBezTo>
                  <a:pt x="3533955" y="1966018"/>
                  <a:pt x="3670540" y="2029278"/>
                  <a:pt x="3778370" y="2049406"/>
                </a:cubicBezTo>
                <a:cubicBezTo>
                  <a:pt x="3886200" y="2069534"/>
                  <a:pt x="4001219" y="2114104"/>
                  <a:pt x="4063042" y="2058032"/>
                </a:cubicBezTo>
                <a:cubicBezTo>
                  <a:pt x="4124865" y="2001960"/>
                  <a:pt x="4136366" y="1855312"/>
                  <a:pt x="4149306" y="1712976"/>
                </a:cubicBezTo>
                <a:cubicBezTo>
                  <a:pt x="4162246" y="1570640"/>
                  <a:pt x="4143555" y="1337726"/>
                  <a:pt x="4140680" y="1204017"/>
                </a:cubicBezTo>
                <a:cubicBezTo>
                  <a:pt x="4137805" y="1070308"/>
                  <a:pt x="4110487" y="1005609"/>
                  <a:pt x="4132053" y="910719"/>
                </a:cubicBezTo>
                <a:cubicBezTo>
                  <a:pt x="4153619" y="815828"/>
                  <a:pt x="4228382" y="751130"/>
                  <a:pt x="4270076" y="634674"/>
                </a:cubicBezTo>
                <a:cubicBezTo>
                  <a:pt x="4311770" y="518218"/>
                  <a:pt x="4304581" y="316935"/>
                  <a:pt x="4382219" y="211980"/>
                </a:cubicBezTo>
                <a:cubicBezTo>
                  <a:pt x="4459857" y="107025"/>
                  <a:pt x="4610819" y="26512"/>
                  <a:pt x="4735902" y="4946"/>
                </a:cubicBezTo>
                <a:cubicBezTo>
                  <a:pt x="4860985" y="-16620"/>
                  <a:pt x="5032076" y="36575"/>
                  <a:pt x="5132717" y="82583"/>
                </a:cubicBezTo>
                <a:cubicBezTo>
                  <a:pt x="5233359" y="128590"/>
                  <a:pt x="5299494" y="140093"/>
                  <a:pt x="5339751" y="280991"/>
                </a:cubicBezTo>
                <a:cubicBezTo>
                  <a:pt x="5380008" y="421889"/>
                  <a:pt x="5364193" y="748255"/>
                  <a:pt x="5374257" y="927972"/>
                </a:cubicBezTo>
                <a:cubicBezTo>
                  <a:pt x="5384321" y="1107689"/>
                  <a:pt x="5368506" y="1255776"/>
                  <a:pt x="5400136" y="1359293"/>
                </a:cubicBezTo>
                <a:cubicBezTo>
                  <a:pt x="5431766" y="1462810"/>
                  <a:pt x="5486400" y="1480063"/>
                  <a:pt x="5564038" y="1549074"/>
                </a:cubicBezTo>
                <a:cubicBezTo>
                  <a:pt x="5641676" y="1618085"/>
                  <a:pt x="5830020" y="1737418"/>
                  <a:pt x="5865963" y="1773361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8350369" y="2398143"/>
            <a:ext cx="258793" cy="2587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1248" y="53629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입차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726676" y="143502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출</a:t>
            </a:r>
            <a:r>
              <a:rPr lang="ko-KR" altLang="en-US" dirty="0" err="1" smtClean="0"/>
              <a:t>차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283584" y="47790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출</a:t>
            </a:r>
            <a:r>
              <a:rPr lang="ko-KR" altLang="en-US" dirty="0" err="1" smtClean="0"/>
              <a:t>차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38574" y="1996161"/>
            <a:ext cx="1941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회차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병원응급실</a:t>
            </a:r>
            <a:r>
              <a:rPr lang="en-US" altLang="ko-KR" dirty="0" smtClean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79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HYU</dc:creator>
  <cp:lastModifiedBy>HYU</cp:lastModifiedBy>
  <cp:revision>2</cp:revision>
  <dcterms:created xsi:type="dcterms:W3CDTF">2025-05-14T06:33:16Z</dcterms:created>
  <dcterms:modified xsi:type="dcterms:W3CDTF">2025-05-14T06:34:55Z</dcterms:modified>
</cp:coreProperties>
</file>