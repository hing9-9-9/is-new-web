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pn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0" r:id="rId4"/>
    <p:sldId id="266" r:id="rId5"/>
    <p:sldId id="287" r:id="rId6"/>
    <p:sldId id="288" r:id="rId7"/>
    <p:sldId id="263" r:id="rId8"/>
    <p:sldId id="269" r:id="rId9"/>
    <p:sldId id="273" r:id="rId10"/>
    <p:sldId id="274" r:id="rId11"/>
    <p:sldId id="275" r:id="rId12"/>
    <p:sldId id="284" r:id="rId13"/>
    <p:sldId id="28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nry" initials="H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4C9265"/>
    <a:srgbClr val="6AB284"/>
    <a:srgbClr val="B0D6BE"/>
    <a:srgbClr val="75D580"/>
    <a:srgbClr val="23732D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2" autoAdjust="0"/>
    <p:restoredTop sz="94660"/>
  </p:normalViewPr>
  <p:slideViewPr>
    <p:cSldViewPr>
      <p:cViewPr>
        <p:scale>
          <a:sx n="90" d="100"/>
          <a:sy n="90" d="100"/>
        </p:scale>
        <p:origin x="-816" y="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FEE52D-E9E1-154B-947E-B3FA0B39C767}" type="doc">
      <dgm:prSet loTypeId="urn:microsoft.com/office/officeart/2005/8/layout/cycle6" loCatId="cycle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F7D42AA-384F-AA4B-8E3E-6D2BE3B1E4BA}">
      <dgm:prSet phldrT="[Text]" custT="1"/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Feedback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442E0413-2CF8-784B-9BCB-F8291E196464}" type="parTrans" cxnId="{69558AAF-6BEA-EF47-968C-203D315D1EED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8EB05476-5ED7-C84D-8D30-B30C098C129D}" type="sibTrans" cxnId="{69558AAF-6BEA-EF47-968C-203D315D1EED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F28D8CB4-BF4C-924D-93A1-9ECC87F87A3B}">
      <dgm:prSet phldrT="[Text]" custT="1"/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Increased skill set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8A6B70FD-69BF-1647-997F-AA2F83EF00FA}" type="parTrans" cxnId="{5F3E1A46-9A38-7547-BDAF-AD07A7E26E7E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47AD4D30-D317-1D4F-8C82-94E0A921E223}" type="sibTrans" cxnId="{5F3E1A46-9A38-7547-BDAF-AD07A7E26E7E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FFE57A64-49F2-B046-B8C4-7B095753C3CC}">
      <dgm:prSet phldrT="[Text]" custT="1"/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Moral support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F613E05E-9D16-6C4C-A33E-F6D6A3B91651}" type="parTrans" cxnId="{7789AE6B-AE66-244E-A915-05CBE46BA2B3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60706701-ABD8-474D-879B-CDBECFB26C25}" type="sibTrans" cxnId="{7789AE6B-AE66-244E-A915-05CBE46BA2B3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11543945-E38F-C74D-9B8F-DEB5601D9BD4}">
      <dgm:prSet phldrT="[Text]" custT="1"/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Capacity innovation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D7D1166A-7DCD-4F48-88D0-65248E8AF567}" type="parTrans" cxnId="{228EF6F2-D149-3142-BDEE-C87DF0D5EB6A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455B205C-A75B-2C4D-A1C7-B03D044F4182}" type="sibTrans" cxnId="{228EF6F2-D149-3142-BDEE-C87DF0D5EB6A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2673FDF9-D9ED-6546-9CBC-08A0C8B5ECBA}">
      <dgm:prSet phldrT="[Text]" custT="1"/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Extended network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4A01D986-D64E-F944-833E-34B7361362FE}" type="parTrans" cxnId="{6D022402-34CA-8D46-8A78-6D34165BA000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4A996E5E-AB25-4C41-A329-C61EBD6EE233}" type="sibTrans" cxnId="{6D022402-34CA-8D46-8A78-6D34165BA000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B17DBCC4-721E-9D40-BC08-3C9D6AA05E28}">
      <dgm:prSet phldrT="[Text]" cust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800" b="0" dirty="0" smtClean="0">
              <a:latin typeface="+mj-lt"/>
              <a:ea typeface="Adobe Fan Heiti Std B" pitchFamily="34" charset="-128"/>
            </a:rPr>
            <a:t>Higher social level of support</a:t>
          </a:r>
          <a:endParaRPr lang="en-US" sz="1800" b="0" dirty="0">
            <a:latin typeface="+mj-lt"/>
            <a:ea typeface="Adobe Fan Heiti Std B" pitchFamily="34" charset="-128"/>
          </a:endParaRPr>
        </a:p>
      </dgm:t>
    </dgm:pt>
    <dgm:pt modelId="{B78D9A52-EF4F-E449-A7FD-48B04D33D903}" type="parTrans" cxnId="{BCCC03B8-0120-2A46-8F5C-8B051D820D3F}">
      <dgm:prSet/>
      <dgm:spPr/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891B3DD0-C3CC-4040-A0A5-347857CCA630}" type="sibTrans" cxnId="{BCCC03B8-0120-2A46-8F5C-8B051D820D3F}">
      <dgm:prSet/>
      <dgm:spPr>
        <a:ln w="28575">
          <a:solidFill>
            <a:schemeClr val="accent3">
              <a:lumMod val="75000"/>
            </a:schemeClr>
          </a:solidFill>
        </a:ln>
      </dgm:spPr>
      <dgm:t>
        <a:bodyPr/>
        <a:lstStyle/>
        <a:p>
          <a:endParaRPr lang="en-US" sz="1800" b="0">
            <a:latin typeface="+mj-lt"/>
            <a:ea typeface="Adobe Fan Heiti Std B" pitchFamily="34" charset="-128"/>
          </a:endParaRPr>
        </a:p>
      </dgm:t>
    </dgm:pt>
    <dgm:pt modelId="{23F76873-5E2E-084D-AE2E-44FB8F477C0E}" type="pres">
      <dgm:prSet presAssocID="{29FEE52D-E9E1-154B-947E-B3FA0B39C767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9B9FDD0-37B4-DA41-9C90-619A0A3B21EF}" type="pres">
      <dgm:prSet presAssocID="{3F7D42AA-384F-AA4B-8E3E-6D2BE3B1E4BA}" presName="node" presStyleLbl="node1" presStyleIdx="0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5C94F3-412E-BD48-94D7-3ED9A8D76D77}" type="pres">
      <dgm:prSet presAssocID="{3F7D42AA-384F-AA4B-8E3E-6D2BE3B1E4BA}" presName="spNode" presStyleCnt="0"/>
      <dgm:spPr/>
      <dgm:t>
        <a:bodyPr/>
        <a:lstStyle/>
        <a:p>
          <a:endParaRPr lang="en-US"/>
        </a:p>
      </dgm:t>
    </dgm:pt>
    <dgm:pt modelId="{36FD5A5E-D7FF-5049-B973-21F106CD0E7E}" type="pres">
      <dgm:prSet presAssocID="{8EB05476-5ED7-C84D-8D30-B30C098C129D}" presName="sibTrans" presStyleLbl="sibTrans1D1" presStyleIdx="0" presStyleCnt="6"/>
      <dgm:spPr/>
      <dgm:t>
        <a:bodyPr/>
        <a:lstStyle/>
        <a:p>
          <a:endParaRPr lang="en-US"/>
        </a:p>
      </dgm:t>
    </dgm:pt>
    <dgm:pt modelId="{972050DF-13C8-8045-BE72-5D9EA3A84A0A}" type="pres">
      <dgm:prSet presAssocID="{F28D8CB4-BF4C-924D-93A1-9ECC87F87A3B}" presName="node" presStyleLbl="node1" presStyleIdx="1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70040E-FC92-DB4B-BFF1-90EBE96D9347}" type="pres">
      <dgm:prSet presAssocID="{F28D8CB4-BF4C-924D-93A1-9ECC87F87A3B}" presName="spNode" presStyleCnt="0"/>
      <dgm:spPr/>
      <dgm:t>
        <a:bodyPr/>
        <a:lstStyle/>
        <a:p>
          <a:endParaRPr lang="en-US"/>
        </a:p>
      </dgm:t>
    </dgm:pt>
    <dgm:pt modelId="{DD5AE70D-2794-1E40-A08F-034F7AB77657}" type="pres">
      <dgm:prSet presAssocID="{47AD4D30-D317-1D4F-8C82-94E0A921E223}" presName="sibTrans" presStyleLbl="sibTrans1D1" presStyleIdx="1" presStyleCnt="6"/>
      <dgm:spPr/>
      <dgm:t>
        <a:bodyPr/>
        <a:lstStyle/>
        <a:p>
          <a:endParaRPr lang="en-US"/>
        </a:p>
      </dgm:t>
    </dgm:pt>
    <dgm:pt modelId="{14B8C132-90DE-1B4F-ABB3-039D70D381EE}" type="pres">
      <dgm:prSet presAssocID="{FFE57A64-49F2-B046-B8C4-7B095753C3CC}" presName="node" presStyleLbl="node1" presStyleIdx="2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7561D0-10D6-D64F-AAA3-4C97A3FB2D0E}" type="pres">
      <dgm:prSet presAssocID="{FFE57A64-49F2-B046-B8C4-7B095753C3CC}" presName="spNode" presStyleCnt="0"/>
      <dgm:spPr/>
      <dgm:t>
        <a:bodyPr/>
        <a:lstStyle/>
        <a:p>
          <a:endParaRPr lang="en-US"/>
        </a:p>
      </dgm:t>
    </dgm:pt>
    <dgm:pt modelId="{6DC72AA0-1237-CC48-A834-BA395B7D1DA8}" type="pres">
      <dgm:prSet presAssocID="{60706701-ABD8-474D-879B-CDBECFB26C25}" presName="sibTrans" presStyleLbl="sibTrans1D1" presStyleIdx="2" presStyleCnt="6"/>
      <dgm:spPr/>
      <dgm:t>
        <a:bodyPr/>
        <a:lstStyle/>
        <a:p>
          <a:endParaRPr lang="en-US"/>
        </a:p>
      </dgm:t>
    </dgm:pt>
    <dgm:pt modelId="{902D4B7A-A2BB-2849-83E6-4CD7CB5AECEC}" type="pres">
      <dgm:prSet presAssocID="{11543945-E38F-C74D-9B8F-DEB5601D9BD4}" presName="node" presStyleLbl="node1" presStyleIdx="3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F3E22E-C163-6640-88EF-EDA5D859ABE7}" type="pres">
      <dgm:prSet presAssocID="{11543945-E38F-C74D-9B8F-DEB5601D9BD4}" presName="spNode" presStyleCnt="0"/>
      <dgm:spPr/>
      <dgm:t>
        <a:bodyPr/>
        <a:lstStyle/>
        <a:p>
          <a:endParaRPr lang="en-US"/>
        </a:p>
      </dgm:t>
    </dgm:pt>
    <dgm:pt modelId="{15AAF251-86F5-D14C-9F7F-52B2DD8F94B8}" type="pres">
      <dgm:prSet presAssocID="{455B205C-A75B-2C4D-A1C7-B03D044F4182}" presName="sibTrans" presStyleLbl="sibTrans1D1" presStyleIdx="3" presStyleCnt="6"/>
      <dgm:spPr/>
      <dgm:t>
        <a:bodyPr/>
        <a:lstStyle/>
        <a:p>
          <a:endParaRPr lang="en-US"/>
        </a:p>
      </dgm:t>
    </dgm:pt>
    <dgm:pt modelId="{45558405-F83D-734C-93B8-833CF2B2B4B0}" type="pres">
      <dgm:prSet presAssocID="{2673FDF9-D9ED-6546-9CBC-08A0C8B5ECBA}" presName="node" presStyleLbl="node1" presStyleIdx="4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5BD0FD-FE1F-F24E-870C-27BB6B9AD481}" type="pres">
      <dgm:prSet presAssocID="{2673FDF9-D9ED-6546-9CBC-08A0C8B5ECBA}" presName="spNode" presStyleCnt="0"/>
      <dgm:spPr/>
      <dgm:t>
        <a:bodyPr/>
        <a:lstStyle/>
        <a:p>
          <a:endParaRPr lang="en-US"/>
        </a:p>
      </dgm:t>
    </dgm:pt>
    <dgm:pt modelId="{6CA6AADC-B57B-814C-8A2D-A27AE9CCD180}" type="pres">
      <dgm:prSet presAssocID="{4A996E5E-AB25-4C41-A329-C61EBD6EE233}" presName="sibTrans" presStyleLbl="sibTrans1D1" presStyleIdx="4" presStyleCnt="6"/>
      <dgm:spPr/>
      <dgm:t>
        <a:bodyPr/>
        <a:lstStyle/>
        <a:p>
          <a:endParaRPr lang="en-US"/>
        </a:p>
      </dgm:t>
    </dgm:pt>
    <dgm:pt modelId="{7B281C3C-4F87-3C4D-A049-5C7987B13CD4}" type="pres">
      <dgm:prSet presAssocID="{B17DBCC4-721E-9D40-BC08-3C9D6AA05E28}" presName="node" presStyleLbl="node1" presStyleIdx="5" presStyleCnt="6" custScaleX="115708" custScaleY="1135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E3B84A-BA25-E048-8DAF-155F67FF90C3}" type="pres">
      <dgm:prSet presAssocID="{B17DBCC4-721E-9D40-BC08-3C9D6AA05E28}" presName="spNode" presStyleCnt="0"/>
      <dgm:spPr/>
      <dgm:t>
        <a:bodyPr/>
        <a:lstStyle/>
        <a:p>
          <a:endParaRPr lang="en-US"/>
        </a:p>
      </dgm:t>
    </dgm:pt>
    <dgm:pt modelId="{A1AD9779-4757-6547-92C6-8FF948352B63}" type="pres">
      <dgm:prSet presAssocID="{891B3DD0-C3CC-4040-A0A5-347857CCA630}" presName="sibTrans" presStyleLbl="sibTrans1D1" presStyleIdx="5" presStyleCnt="6"/>
      <dgm:spPr/>
      <dgm:t>
        <a:bodyPr/>
        <a:lstStyle/>
        <a:p>
          <a:endParaRPr lang="en-US"/>
        </a:p>
      </dgm:t>
    </dgm:pt>
  </dgm:ptLst>
  <dgm:cxnLst>
    <dgm:cxn modelId="{7789AE6B-AE66-244E-A915-05CBE46BA2B3}" srcId="{29FEE52D-E9E1-154B-947E-B3FA0B39C767}" destId="{FFE57A64-49F2-B046-B8C4-7B095753C3CC}" srcOrd="2" destOrd="0" parTransId="{F613E05E-9D16-6C4C-A33E-F6D6A3B91651}" sibTransId="{60706701-ABD8-474D-879B-CDBECFB26C25}"/>
    <dgm:cxn modelId="{69558AAF-6BEA-EF47-968C-203D315D1EED}" srcId="{29FEE52D-E9E1-154B-947E-B3FA0B39C767}" destId="{3F7D42AA-384F-AA4B-8E3E-6D2BE3B1E4BA}" srcOrd="0" destOrd="0" parTransId="{442E0413-2CF8-784B-9BCB-F8291E196464}" sibTransId="{8EB05476-5ED7-C84D-8D30-B30C098C129D}"/>
    <dgm:cxn modelId="{2141CBF0-0F33-4940-8F98-98F8345E6645}" type="presOf" srcId="{891B3DD0-C3CC-4040-A0A5-347857CCA630}" destId="{A1AD9779-4757-6547-92C6-8FF948352B63}" srcOrd="0" destOrd="0" presId="urn:microsoft.com/office/officeart/2005/8/layout/cycle6"/>
    <dgm:cxn modelId="{228EF6F2-D149-3142-BDEE-C87DF0D5EB6A}" srcId="{29FEE52D-E9E1-154B-947E-B3FA0B39C767}" destId="{11543945-E38F-C74D-9B8F-DEB5601D9BD4}" srcOrd="3" destOrd="0" parTransId="{D7D1166A-7DCD-4F48-88D0-65248E8AF567}" sibTransId="{455B205C-A75B-2C4D-A1C7-B03D044F4182}"/>
    <dgm:cxn modelId="{023CDA82-0742-4E5C-BABF-7E7317131C1B}" type="presOf" srcId="{11543945-E38F-C74D-9B8F-DEB5601D9BD4}" destId="{902D4B7A-A2BB-2849-83E6-4CD7CB5AECEC}" srcOrd="0" destOrd="0" presId="urn:microsoft.com/office/officeart/2005/8/layout/cycle6"/>
    <dgm:cxn modelId="{F811DBA6-972B-42E4-B1EC-847BAF2902D8}" type="presOf" srcId="{47AD4D30-D317-1D4F-8C82-94E0A921E223}" destId="{DD5AE70D-2794-1E40-A08F-034F7AB77657}" srcOrd="0" destOrd="0" presId="urn:microsoft.com/office/officeart/2005/8/layout/cycle6"/>
    <dgm:cxn modelId="{AE64336F-7A81-4A82-B278-82C002E21B9C}" type="presOf" srcId="{4A996E5E-AB25-4C41-A329-C61EBD6EE233}" destId="{6CA6AADC-B57B-814C-8A2D-A27AE9CCD180}" srcOrd="0" destOrd="0" presId="urn:microsoft.com/office/officeart/2005/8/layout/cycle6"/>
    <dgm:cxn modelId="{BCCC03B8-0120-2A46-8F5C-8B051D820D3F}" srcId="{29FEE52D-E9E1-154B-947E-B3FA0B39C767}" destId="{B17DBCC4-721E-9D40-BC08-3C9D6AA05E28}" srcOrd="5" destOrd="0" parTransId="{B78D9A52-EF4F-E449-A7FD-48B04D33D903}" sibTransId="{891B3DD0-C3CC-4040-A0A5-347857CCA630}"/>
    <dgm:cxn modelId="{FF8CA915-9003-413A-97D0-58AC9701B56C}" type="presOf" srcId="{B17DBCC4-721E-9D40-BC08-3C9D6AA05E28}" destId="{7B281C3C-4F87-3C4D-A049-5C7987B13CD4}" srcOrd="0" destOrd="0" presId="urn:microsoft.com/office/officeart/2005/8/layout/cycle6"/>
    <dgm:cxn modelId="{2F8D9982-3DF7-41BF-83CB-61FB5BC9AE16}" type="presOf" srcId="{FFE57A64-49F2-B046-B8C4-7B095753C3CC}" destId="{14B8C132-90DE-1B4F-ABB3-039D70D381EE}" srcOrd="0" destOrd="0" presId="urn:microsoft.com/office/officeart/2005/8/layout/cycle6"/>
    <dgm:cxn modelId="{6D022402-34CA-8D46-8A78-6D34165BA000}" srcId="{29FEE52D-E9E1-154B-947E-B3FA0B39C767}" destId="{2673FDF9-D9ED-6546-9CBC-08A0C8B5ECBA}" srcOrd="4" destOrd="0" parTransId="{4A01D986-D64E-F944-833E-34B7361362FE}" sibTransId="{4A996E5E-AB25-4C41-A329-C61EBD6EE233}"/>
    <dgm:cxn modelId="{22A5A5DC-AADC-4564-AA37-C9759AAC0123}" type="presOf" srcId="{455B205C-A75B-2C4D-A1C7-B03D044F4182}" destId="{15AAF251-86F5-D14C-9F7F-52B2DD8F94B8}" srcOrd="0" destOrd="0" presId="urn:microsoft.com/office/officeart/2005/8/layout/cycle6"/>
    <dgm:cxn modelId="{5F3E1A46-9A38-7547-BDAF-AD07A7E26E7E}" srcId="{29FEE52D-E9E1-154B-947E-B3FA0B39C767}" destId="{F28D8CB4-BF4C-924D-93A1-9ECC87F87A3B}" srcOrd="1" destOrd="0" parTransId="{8A6B70FD-69BF-1647-997F-AA2F83EF00FA}" sibTransId="{47AD4D30-D317-1D4F-8C82-94E0A921E223}"/>
    <dgm:cxn modelId="{FA6EE165-56BA-4465-ABB6-8061E3ED7AEE}" type="presOf" srcId="{2673FDF9-D9ED-6546-9CBC-08A0C8B5ECBA}" destId="{45558405-F83D-734C-93B8-833CF2B2B4B0}" srcOrd="0" destOrd="0" presId="urn:microsoft.com/office/officeart/2005/8/layout/cycle6"/>
    <dgm:cxn modelId="{E1DDC5DC-4D6F-471A-AE52-EACE330D5624}" type="presOf" srcId="{60706701-ABD8-474D-879B-CDBECFB26C25}" destId="{6DC72AA0-1237-CC48-A834-BA395B7D1DA8}" srcOrd="0" destOrd="0" presId="urn:microsoft.com/office/officeart/2005/8/layout/cycle6"/>
    <dgm:cxn modelId="{9451926C-CA9E-436D-BC82-5C0620DD1326}" type="presOf" srcId="{8EB05476-5ED7-C84D-8D30-B30C098C129D}" destId="{36FD5A5E-D7FF-5049-B973-21F106CD0E7E}" srcOrd="0" destOrd="0" presId="urn:microsoft.com/office/officeart/2005/8/layout/cycle6"/>
    <dgm:cxn modelId="{AAFB5C0E-F67C-4E36-8175-8312262F62ED}" type="presOf" srcId="{3F7D42AA-384F-AA4B-8E3E-6D2BE3B1E4BA}" destId="{49B9FDD0-37B4-DA41-9C90-619A0A3B21EF}" srcOrd="0" destOrd="0" presId="urn:microsoft.com/office/officeart/2005/8/layout/cycle6"/>
    <dgm:cxn modelId="{C44D2B09-834F-4997-A782-7111F8E010B9}" type="presOf" srcId="{F28D8CB4-BF4C-924D-93A1-9ECC87F87A3B}" destId="{972050DF-13C8-8045-BE72-5D9EA3A84A0A}" srcOrd="0" destOrd="0" presId="urn:microsoft.com/office/officeart/2005/8/layout/cycle6"/>
    <dgm:cxn modelId="{EC182B1C-C565-466D-9F81-561BA607A7FA}" type="presOf" srcId="{29FEE52D-E9E1-154B-947E-B3FA0B39C767}" destId="{23F76873-5E2E-084D-AE2E-44FB8F477C0E}" srcOrd="0" destOrd="0" presId="urn:microsoft.com/office/officeart/2005/8/layout/cycle6"/>
    <dgm:cxn modelId="{E88CFD59-7B07-4A5F-ACFC-DDEF70805321}" type="presParOf" srcId="{23F76873-5E2E-084D-AE2E-44FB8F477C0E}" destId="{49B9FDD0-37B4-DA41-9C90-619A0A3B21EF}" srcOrd="0" destOrd="0" presId="urn:microsoft.com/office/officeart/2005/8/layout/cycle6"/>
    <dgm:cxn modelId="{D4CC715D-AFF8-4273-B643-EF5BBB8AB28F}" type="presParOf" srcId="{23F76873-5E2E-084D-AE2E-44FB8F477C0E}" destId="{DB5C94F3-412E-BD48-94D7-3ED9A8D76D77}" srcOrd="1" destOrd="0" presId="urn:microsoft.com/office/officeart/2005/8/layout/cycle6"/>
    <dgm:cxn modelId="{E622EB15-41D0-4806-B0D8-D0567C2832E9}" type="presParOf" srcId="{23F76873-5E2E-084D-AE2E-44FB8F477C0E}" destId="{36FD5A5E-D7FF-5049-B973-21F106CD0E7E}" srcOrd="2" destOrd="0" presId="urn:microsoft.com/office/officeart/2005/8/layout/cycle6"/>
    <dgm:cxn modelId="{D634119A-8296-48F3-8D49-3EF9CE737B4C}" type="presParOf" srcId="{23F76873-5E2E-084D-AE2E-44FB8F477C0E}" destId="{972050DF-13C8-8045-BE72-5D9EA3A84A0A}" srcOrd="3" destOrd="0" presId="urn:microsoft.com/office/officeart/2005/8/layout/cycle6"/>
    <dgm:cxn modelId="{2E97CD4B-7B6E-4E2E-BEDE-C8DD4F9A58CF}" type="presParOf" srcId="{23F76873-5E2E-084D-AE2E-44FB8F477C0E}" destId="{6C70040E-FC92-DB4B-BFF1-90EBE96D9347}" srcOrd="4" destOrd="0" presId="urn:microsoft.com/office/officeart/2005/8/layout/cycle6"/>
    <dgm:cxn modelId="{8C7E2A6E-9337-4F3D-9C03-A3BBA88CF886}" type="presParOf" srcId="{23F76873-5E2E-084D-AE2E-44FB8F477C0E}" destId="{DD5AE70D-2794-1E40-A08F-034F7AB77657}" srcOrd="5" destOrd="0" presId="urn:microsoft.com/office/officeart/2005/8/layout/cycle6"/>
    <dgm:cxn modelId="{3F2497CE-FE48-46A0-96E7-D1A15F78C15E}" type="presParOf" srcId="{23F76873-5E2E-084D-AE2E-44FB8F477C0E}" destId="{14B8C132-90DE-1B4F-ABB3-039D70D381EE}" srcOrd="6" destOrd="0" presId="urn:microsoft.com/office/officeart/2005/8/layout/cycle6"/>
    <dgm:cxn modelId="{7BC9F505-133E-4E10-91A8-A8B7D62002F3}" type="presParOf" srcId="{23F76873-5E2E-084D-AE2E-44FB8F477C0E}" destId="{D67561D0-10D6-D64F-AAA3-4C97A3FB2D0E}" srcOrd="7" destOrd="0" presId="urn:microsoft.com/office/officeart/2005/8/layout/cycle6"/>
    <dgm:cxn modelId="{1F911570-C971-4C38-A0D7-CBC4947F0830}" type="presParOf" srcId="{23F76873-5E2E-084D-AE2E-44FB8F477C0E}" destId="{6DC72AA0-1237-CC48-A834-BA395B7D1DA8}" srcOrd="8" destOrd="0" presId="urn:microsoft.com/office/officeart/2005/8/layout/cycle6"/>
    <dgm:cxn modelId="{7A75CE12-35C1-467C-B665-741D9332169F}" type="presParOf" srcId="{23F76873-5E2E-084D-AE2E-44FB8F477C0E}" destId="{902D4B7A-A2BB-2849-83E6-4CD7CB5AECEC}" srcOrd="9" destOrd="0" presId="urn:microsoft.com/office/officeart/2005/8/layout/cycle6"/>
    <dgm:cxn modelId="{21AAB1A0-69CE-449D-9B72-4C4A95498F7A}" type="presParOf" srcId="{23F76873-5E2E-084D-AE2E-44FB8F477C0E}" destId="{F7F3E22E-C163-6640-88EF-EDA5D859ABE7}" srcOrd="10" destOrd="0" presId="urn:microsoft.com/office/officeart/2005/8/layout/cycle6"/>
    <dgm:cxn modelId="{D3958FF7-B318-4D63-8C36-D5B396644A7D}" type="presParOf" srcId="{23F76873-5E2E-084D-AE2E-44FB8F477C0E}" destId="{15AAF251-86F5-D14C-9F7F-52B2DD8F94B8}" srcOrd="11" destOrd="0" presId="urn:microsoft.com/office/officeart/2005/8/layout/cycle6"/>
    <dgm:cxn modelId="{55565325-D83F-4686-977C-D3906CB209EA}" type="presParOf" srcId="{23F76873-5E2E-084D-AE2E-44FB8F477C0E}" destId="{45558405-F83D-734C-93B8-833CF2B2B4B0}" srcOrd="12" destOrd="0" presId="urn:microsoft.com/office/officeart/2005/8/layout/cycle6"/>
    <dgm:cxn modelId="{8AE10F87-8C3F-4A92-BE64-9D4AEC9003D2}" type="presParOf" srcId="{23F76873-5E2E-084D-AE2E-44FB8F477C0E}" destId="{195BD0FD-FE1F-F24E-870C-27BB6B9AD481}" srcOrd="13" destOrd="0" presId="urn:microsoft.com/office/officeart/2005/8/layout/cycle6"/>
    <dgm:cxn modelId="{7EEFC75D-9DB0-47F6-BBF1-7B91EB4589B6}" type="presParOf" srcId="{23F76873-5E2E-084D-AE2E-44FB8F477C0E}" destId="{6CA6AADC-B57B-814C-8A2D-A27AE9CCD180}" srcOrd="14" destOrd="0" presId="urn:microsoft.com/office/officeart/2005/8/layout/cycle6"/>
    <dgm:cxn modelId="{0004A5CC-C04C-4B58-AF6B-6A1A48F97FE1}" type="presParOf" srcId="{23F76873-5E2E-084D-AE2E-44FB8F477C0E}" destId="{7B281C3C-4F87-3C4D-A049-5C7987B13CD4}" srcOrd="15" destOrd="0" presId="urn:microsoft.com/office/officeart/2005/8/layout/cycle6"/>
    <dgm:cxn modelId="{7EB62019-3DF1-4862-A5FF-87DBDA93A935}" type="presParOf" srcId="{23F76873-5E2E-084D-AE2E-44FB8F477C0E}" destId="{9AE3B84A-BA25-E048-8DAF-155F67FF90C3}" srcOrd="16" destOrd="0" presId="urn:microsoft.com/office/officeart/2005/8/layout/cycle6"/>
    <dgm:cxn modelId="{BA4277E0-334A-4B54-9ED7-165680D2775B}" type="presParOf" srcId="{23F76873-5E2E-084D-AE2E-44FB8F477C0E}" destId="{A1AD9779-4757-6547-92C6-8FF948352B63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6DA5F-5072-47DD-AEC1-EC4A852EA49F}" type="doc">
      <dgm:prSet loTypeId="urn:microsoft.com/office/officeart/2005/8/layout/process1" loCatId="process" qsTypeId="urn:microsoft.com/office/officeart/2005/8/quickstyle/simple4" qsCatId="simple" csTypeId="urn:microsoft.com/office/officeart/2005/8/colors/accent5_4" csCatId="accent5" phldr="1"/>
      <dgm:spPr/>
    </dgm:pt>
    <dgm:pt modelId="{BE2FF260-F47A-4505-BAD7-A5875535CBC6}">
      <dgm:prSet phldrT="[Text]" custT="1"/>
      <dgm:spPr/>
      <dgm:t>
        <a:bodyPr/>
        <a:lstStyle/>
        <a:p>
          <a:r>
            <a:rPr lang="en-US" sz="2400" dirty="0" smtClean="0">
              <a:latin typeface="+mj-lt"/>
              <a:ea typeface="Adobe Fan Heiti Std B" pitchFamily="34" charset="-128"/>
            </a:rPr>
            <a:t>Evaluate your skills</a:t>
          </a:r>
          <a:endParaRPr lang="en-US" sz="2400" dirty="0">
            <a:latin typeface="+mj-lt"/>
            <a:ea typeface="Adobe Fan Heiti Std B" pitchFamily="34" charset="-128"/>
          </a:endParaRPr>
        </a:p>
      </dgm:t>
    </dgm:pt>
    <dgm:pt modelId="{BDBE4CDF-674F-40C6-A516-058963093DCF}" type="parTrans" cxnId="{B2A344B1-54F2-4F18-B629-5441143687F7}">
      <dgm:prSet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C9BB6800-B167-4AE2-A899-F629A8FA2D24}" type="sibTrans" cxnId="{B2A344B1-54F2-4F18-B629-5441143687F7}">
      <dgm:prSet custT="1"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3734B39C-0E8D-4A84-AD0F-3F60D5C37AE7}">
      <dgm:prSet phldrT="[Text]" custT="1"/>
      <dgm:spPr/>
      <dgm:t>
        <a:bodyPr/>
        <a:lstStyle/>
        <a:p>
          <a:r>
            <a:rPr lang="en-US" sz="2400" dirty="0" smtClean="0">
              <a:latin typeface="+mj-lt"/>
              <a:ea typeface="Adobe Fan Heiti Std B" pitchFamily="34" charset="-128"/>
            </a:rPr>
            <a:t>Use your strengths</a:t>
          </a:r>
          <a:endParaRPr lang="en-US" sz="2400" dirty="0">
            <a:latin typeface="+mj-lt"/>
            <a:ea typeface="Adobe Fan Heiti Std B" pitchFamily="34" charset="-128"/>
          </a:endParaRPr>
        </a:p>
      </dgm:t>
    </dgm:pt>
    <dgm:pt modelId="{05478ED1-838E-4E74-9C7B-8F1E945AF5E9}" type="parTrans" cxnId="{A46141F3-E792-497F-BAB0-731BF102C6D4}">
      <dgm:prSet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F0ADE058-A155-40D2-8662-AB6152271580}" type="sibTrans" cxnId="{A46141F3-E792-497F-BAB0-731BF102C6D4}">
      <dgm:prSet custT="1"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2DCE54E3-644B-4FE4-9879-187E804780AD}">
      <dgm:prSet phldrT="[Text]" custT="1"/>
      <dgm:spPr/>
      <dgm:t>
        <a:bodyPr/>
        <a:lstStyle/>
        <a:p>
          <a:r>
            <a:rPr lang="en-US" sz="2400" dirty="0" smtClean="0">
              <a:latin typeface="+mj-lt"/>
              <a:ea typeface="Adobe Fan Heiti Std B" pitchFamily="34" charset="-128"/>
            </a:rPr>
            <a:t>Get feedback on your actions</a:t>
          </a:r>
          <a:endParaRPr lang="en-US" sz="2400" dirty="0">
            <a:latin typeface="+mj-lt"/>
            <a:ea typeface="Adobe Fan Heiti Std B" pitchFamily="34" charset="-128"/>
          </a:endParaRPr>
        </a:p>
      </dgm:t>
    </dgm:pt>
    <dgm:pt modelId="{536BC39E-7B67-441A-A881-B39543AB0816}" type="parTrans" cxnId="{5ABFA0E1-DA7B-4129-92F4-88F5A289D8E9}">
      <dgm:prSet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6DBD97CE-78EA-4F17-9782-BB0C5CE2F70A}" type="sibTrans" cxnId="{5ABFA0E1-DA7B-4129-92F4-88F5A289D8E9}">
      <dgm:prSet/>
      <dgm:spPr/>
      <dgm:t>
        <a:bodyPr/>
        <a:lstStyle/>
        <a:p>
          <a:endParaRPr lang="en-US" sz="1800">
            <a:latin typeface="+mj-lt"/>
            <a:ea typeface="Adobe Fan Heiti Std B" pitchFamily="34" charset="-128"/>
          </a:endParaRPr>
        </a:p>
      </dgm:t>
    </dgm:pt>
    <dgm:pt modelId="{F635A5DB-6CAF-4E00-934D-8948B212CD23}" type="pres">
      <dgm:prSet presAssocID="{7B26DA5F-5072-47DD-AEC1-EC4A852EA49F}" presName="Name0" presStyleCnt="0">
        <dgm:presLayoutVars>
          <dgm:dir/>
          <dgm:resizeHandles val="exact"/>
        </dgm:presLayoutVars>
      </dgm:prSet>
      <dgm:spPr/>
    </dgm:pt>
    <dgm:pt modelId="{0DE88A7B-5D18-4823-937A-34BB9A1C21B3}" type="pres">
      <dgm:prSet presAssocID="{BE2FF260-F47A-4505-BAD7-A5875535CBC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8F0E24-85BE-4C92-84B4-CD53A92B71B7}" type="pres">
      <dgm:prSet presAssocID="{C9BB6800-B167-4AE2-A899-F629A8FA2D24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4157A8B-C52C-4E15-B401-E88AC30B674A}" type="pres">
      <dgm:prSet presAssocID="{C9BB6800-B167-4AE2-A899-F629A8FA2D24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C0327EEA-C2DD-432B-9D04-565C4B9FF262}" type="pres">
      <dgm:prSet presAssocID="{3734B39C-0E8D-4A84-AD0F-3F60D5C37AE7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F216D6-2B59-469A-9984-F17B68666562}" type="pres">
      <dgm:prSet presAssocID="{F0ADE058-A155-40D2-8662-AB6152271580}" presName="sibTrans" presStyleLbl="sibTrans2D1" presStyleIdx="1" presStyleCnt="2"/>
      <dgm:spPr/>
      <dgm:t>
        <a:bodyPr/>
        <a:lstStyle/>
        <a:p>
          <a:endParaRPr lang="en-US"/>
        </a:p>
      </dgm:t>
    </dgm:pt>
    <dgm:pt modelId="{A51A00D2-38CE-4029-BB0C-72EAEC0AF078}" type="pres">
      <dgm:prSet presAssocID="{F0ADE058-A155-40D2-8662-AB6152271580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0A0760BE-254B-4C14-A1A5-C5524D2299B4}" type="pres">
      <dgm:prSet presAssocID="{2DCE54E3-644B-4FE4-9879-187E804780A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9ADE4E-733D-4CBD-8BB4-D4F177D16DFA}" type="presOf" srcId="{C9BB6800-B167-4AE2-A899-F629A8FA2D24}" destId="{64157A8B-C52C-4E15-B401-E88AC30B674A}" srcOrd="1" destOrd="0" presId="urn:microsoft.com/office/officeart/2005/8/layout/process1"/>
    <dgm:cxn modelId="{19BAAA8E-647E-4C96-9D92-CC495225A3FF}" type="presOf" srcId="{F0ADE058-A155-40D2-8662-AB6152271580}" destId="{CAF216D6-2B59-469A-9984-F17B68666562}" srcOrd="0" destOrd="0" presId="urn:microsoft.com/office/officeart/2005/8/layout/process1"/>
    <dgm:cxn modelId="{A4F015FF-7986-4BCB-A3BA-8279C91DF480}" type="presOf" srcId="{C9BB6800-B167-4AE2-A899-F629A8FA2D24}" destId="{518F0E24-85BE-4C92-84B4-CD53A92B71B7}" srcOrd="0" destOrd="0" presId="urn:microsoft.com/office/officeart/2005/8/layout/process1"/>
    <dgm:cxn modelId="{4288603D-0FDD-454F-AAFF-8F8FB57BFF3C}" type="presOf" srcId="{BE2FF260-F47A-4505-BAD7-A5875535CBC6}" destId="{0DE88A7B-5D18-4823-937A-34BB9A1C21B3}" srcOrd="0" destOrd="0" presId="urn:microsoft.com/office/officeart/2005/8/layout/process1"/>
    <dgm:cxn modelId="{43A8C81D-283C-4A85-B0AB-7A8A134F883F}" type="presOf" srcId="{F0ADE058-A155-40D2-8662-AB6152271580}" destId="{A51A00D2-38CE-4029-BB0C-72EAEC0AF078}" srcOrd="1" destOrd="0" presId="urn:microsoft.com/office/officeart/2005/8/layout/process1"/>
    <dgm:cxn modelId="{BA8D8980-FF31-4EB7-9EAF-4768C8E6C301}" type="presOf" srcId="{3734B39C-0E8D-4A84-AD0F-3F60D5C37AE7}" destId="{C0327EEA-C2DD-432B-9D04-565C4B9FF262}" srcOrd="0" destOrd="0" presId="urn:microsoft.com/office/officeart/2005/8/layout/process1"/>
    <dgm:cxn modelId="{B2A344B1-54F2-4F18-B629-5441143687F7}" srcId="{7B26DA5F-5072-47DD-AEC1-EC4A852EA49F}" destId="{BE2FF260-F47A-4505-BAD7-A5875535CBC6}" srcOrd="0" destOrd="0" parTransId="{BDBE4CDF-674F-40C6-A516-058963093DCF}" sibTransId="{C9BB6800-B167-4AE2-A899-F629A8FA2D24}"/>
    <dgm:cxn modelId="{9F5A725B-3275-46D0-B927-8CA7E3DAF8A7}" type="presOf" srcId="{7B26DA5F-5072-47DD-AEC1-EC4A852EA49F}" destId="{F635A5DB-6CAF-4E00-934D-8948B212CD23}" srcOrd="0" destOrd="0" presId="urn:microsoft.com/office/officeart/2005/8/layout/process1"/>
    <dgm:cxn modelId="{A46141F3-E792-497F-BAB0-731BF102C6D4}" srcId="{7B26DA5F-5072-47DD-AEC1-EC4A852EA49F}" destId="{3734B39C-0E8D-4A84-AD0F-3F60D5C37AE7}" srcOrd="1" destOrd="0" parTransId="{05478ED1-838E-4E74-9C7B-8F1E945AF5E9}" sibTransId="{F0ADE058-A155-40D2-8662-AB6152271580}"/>
    <dgm:cxn modelId="{C13B0F83-10ED-4CB1-AB57-2C613BA3A9C4}" type="presOf" srcId="{2DCE54E3-644B-4FE4-9879-187E804780AD}" destId="{0A0760BE-254B-4C14-A1A5-C5524D2299B4}" srcOrd="0" destOrd="0" presId="urn:microsoft.com/office/officeart/2005/8/layout/process1"/>
    <dgm:cxn modelId="{5ABFA0E1-DA7B-4129-92F4-88F5A289D8E9}" srcId="{7B26DA5F-5072-47DD-AEC1-EC4A852EA49F}" destId="{2DCE54E3-644B-4FE4-9879-187E804780AD}" srcOrd="2" destOrd="0" parTransId="{536BC39E-7B67-441A-A881-B39543AB0816}" sibTransId="{6DBD97CE-78EA-4F17-9782-BB0C5CE2F70A}"/>
    <dgm:cxn modelId="{D22595E4-F7E1-415A-8D02-291F40269A1A}" type="presParOf" srcId="{F635A5DB-6CAF-4E00-934D-8948B212CD23}" destId="{0DE88A7B-5D18-4823-937A-34BB9A1C21B3}" srcOrd="0" destOrd="0" presId="urn:microsoft.com/office/officeart/2005/8/layout/process1"/>
    <dgm:cxn modelId="{0A67AB4A-017E-470D-8BEB-816D07862DD7}" type="presParOf" srcId="{F635A5DB-6CAF-4E00-934D-8948B212CD23}" destId="{518F0E24-85BE-4C92-84B4-CD53A92B71B7}" srcOrd="1" destOrd="0" presId="urn:microsoft.com/office/officeart/2005/8/layout/process1"/>
    <dgm:cxn modelId="{21C427A3-197A-4E2C-955F-4B4C93C6FA90}" type="presParOf" srcId="{518F0E24-85BE-4C92-84B4-CD53A92B71B7}" destId="{64157A8B-C52C-4E15-B401-E88AC30B674A}" srcOrd="0" destOrd="0" presId="urn:microsoft.com/office/officeart/2005/8/layout/process1"/>
    <dgm:cxn modelId="{74DB421F-59CA-4FB3-B520-E8E161294C54}" type="presParOf" srcId="{F635A5DB-6CAF-4E00-934D-8948B212CD23}" destId="{C0327EEA-C2DD-432B-9D04-565C4B9FF262}" srcOrd="2" destOrd="0" presId="urn:microsoft.com/office/officeart/2005/8/layout/process1"/>
    <dgm:cxn modelId="{AFDE208A-9FF2-4816-9AD8-83EF073A090A}" type="presParOf" srcId="{F635A5DB-6CAF-4E00-934D-8948B212CD23}" destId="{CAF216D6-2B59-469A-9984-F17B68666562}" srcOrd="3" destOrd="0" presId="urn:microsoft.com/office/officeart/2005/8/layout/process1"/>
    <dgm:cxn modelId="{7BE9F9D6-5BEE-40BA-8D68-D6269436578E}" type="presParOf" srcId="{CAF216D6-2B59-469A-9984-F17B68666562}" destId="{A51A00D2-38CE-4029-BB0C-72EAEC0AF078}" srcOrd="0" destOrd="0" presId="urn:microsoft.com/office/officeart/2005/8/layout/process1"/>
    <dgm:cxn modelId="{6F30E0C4-ACD5-42DA-883C-1E47BCAF0687}" type="presParOf" srcId="{F635A5DB-6CAF-4E00-934D-8948B212CD23}" destId="{0A0760BE-254B-4C14-A1A5-C5524D2299B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3E5F47-10C6-48C4-B9F5-DBDD4F3AEDFE}" type="doc">
      <dgm:prSet loTypeId="urn:microsoft.com/office/officeart/2005/8/layout/orgChart1" loCatId="hierarchy" qsTypeId="urn:microsoft.com/office/officeart/2005/8/quickstyle/simple4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2C10DEEA-5DBB-4A9D-9C58-B2955AD5A6F0}">
      <dgm:prSet phldrT="[Text]" custT="1"/>
      <dgm:spPr>
        <a:solidFill>
          <a:srgbClr val="006643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Create a staffing plan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A2BF2525-1092-4307-B691-10A1401FF59A}" type="parTrans" cxnId="{CCD977D6-7FE1-4995-81F2-C9E472220429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0A2A351F-1310-45F3-85C7-6414A8946BED}" type="sibTrans" cxnId="{CCD977D6-7FE1-4995-81F2-C9E472220429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3B39A4E9-49F4-4A24-B7AD-1A7A1770EBD5}">
      <dgm:prSet phldrT="[Text]" custT="1"/>
      <dgm:spPr>
        <a:solidFill>
          <a:srgbClr val="006643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Find people for positions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68E9EBBC-0374-4AAA-8EE1-08196A039B52}" type="parTrans" cxnId="{89295591-2274-415C-9D8E-E07785C33CF5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4577EE20-CF15-4734-BF18-3E4B6F648879}" type="sibTrans" cxnId="{89295591-2274-415C-9D8E-E07785C33CF5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32BAF577-790C-45EF-9AF2-F26C71D26930}">
      <dgm:prSet custT="1"/>
      <dgm:spPr>
        <a:solidFill>
          <a:srgbClr val="4C9265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extended network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0C9D0680-BB64-4670-A528-E988AB26897E}" type="parTrans" cxnId="{228CC002-80B2-410B-B216-E58D5D23121E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A6D86450-3B09-44EF-BA30-24BF622615D1}" type="sibTrans" cxnId="{228CC002-80B2-410B-B216-E58D5D23121E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13456C22-1FA9-4B64-8FCF-C03489FE6778}">
      <dgm:prSet custT="1"/>
      <dgm:spPr>
        <a:solidFill>
          <a:srgbClr val="6AB284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Professors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72A184EB-C119-4B1D-B39A-02F668AD4D71}" type="parTrans" cxnId="{78DA887F-411B-4E33-8937-58A66A6A680D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14B1C2AD-434A-45D4-9B43-978609ECD989}" type="sibTrans" cxnId="{78DA887F-411B-4E33-8937-58A66A6A680D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A201D052-83FD-4B77-B887-F3D9E78A0737}">
      <dgm:prSet custT="1"/>
      <dgm:spPr>
        <a:solidFill>
          <a:srgbClr val="4C9265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personal network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7B8D46E6-9E60-4EF9-A5AF-197D1B13B982}" type="parTrans" cxnId="{A3BD438C-FE11-4711-9B46-727FA40B5037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4C9D229E-6822-4618-9C0C-76A981C3481C}" type="sibTrans" cxnId="{A3BD438C-FE11-4711-9B46-727FA40B5037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11DC6B4A-8E47-4013-B5BE-FAEB6F136A1A}">
      <dgm:prSet custT="1"/>
      <dgm:spPr>
        <a:solidFill>
          <a:srgbClr val="4C9265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advisor network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98893EA8-BC1B-48F8-AC14-C0B55D3008C8}" type="parTrans" cxnId="{D71C77E1-A009-42F9-BCAA-F5B9960C4B69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D9AB4908-C9FA-4C9B-A620-CB56253BD280}" type="sibTrans" cxnId="{D71C77E1-A009-42F9-BCAA-F5B9960C4B69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0E313600-2E98-4AF6-96BE-125C6E4B1249}">
      <dgm:prSet custT="1"/>
      <dgm:spPr>
        <a:solidFill>
          <a:srgbClr val="6AB284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Family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1B0BB004-B77E-4FDA-A1AB-C4776A89AD86}" type="parTrans" cxnId="{A6726417-317D-44D1-A216-65305CAC2EF2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740AD7F4-000C-4B9B-B440-30EEE425B71B}" type="sibTrans" cxnId="{A6726417-317D-44D1-A216-65305CAC2EF2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7812211B-1F5F-4199-973C-27F76C650419}">
      <dgm:prSet custT="1"/>
      <dgm:spPr>
        <a:solidFill>
          <a:srgbClr val="6AB284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Friends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D45CA247-AEBA-40A4-887D-81CF90A74C25}" type="parTrans" cxnId="{7AFEEF7E-9A7C-4583-91D2-07B5C9454FC4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1A3A0367-94F8-433E-95CF-248AA5F54803}" type="sibTrans" cxnId="{7AFEEF7E-9A7C-4583-91D2-07B5C9454FC4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DB63871D-C9D9-4AB4-A65D-3A352DD70276}">
      <dgm:prSet custT="1"/>
      <dgm:spPr>
        <a:solidFill>
          <a:srgbClr val="6AB284"/>
        </a:solidFill>
      </dgm:spPr>
      <dgm:t>
        <a:bodyPr/>
        <a:lstStyle/>
        <a:p>
          <a:r>
            <a:rPr lang="en-US" sz="1600" b="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Alum</a:t>
          </a:r>
          <a:endParaRPr lang="en-US" sz="1600" b="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89FCD2AC-B57E-465D-8554-2A6C1C3104E7}" type="parTrans" cxnId="{07217857-37F1-4313-9217-D522438252EB}">
      <dgm:prSet/>
      <dgm:spPr>
        <a:ln w="19050"/>
      </dgm:spPr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0682A265-F56D-44FF-A16D-78F26A0C5873}" type="sibTrans" cxnId="{07217857-37F1-4313-9217-D522438252EB}">
      <dgm:prSet/>
      <dgm:spPr/>
      <dgm:t>
        <a:bodyPr/>
        <a:lstStyle/>
        <a:p>
          <a:endParaRPr lang="en-US" sz="1600" b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gm:t>
    </dgm:pt>
    <dgm:pt modelId="{4B6EB722-AD6B-49CD-ABC7-5993E47D7AAA}" type="pres">
      <dgm:prSet presAssocID="{793E5F47-10C6-48C4-B9F5-DBDD4F3AEDF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01C4A68-42A7-4FA7-903F-733C0FB9CFBB}" type="pres">
      <dgm:prSet presAssocID="{2C10DEEA-5DBB-4A9D-9C58-B2955AD5A6F0}" presName="hierRoot1" presStyleCnt="0">
        <dgm:presLayoutVars>
          <dgm:hierBranch val="init"/>
        </dgm:presLayoutVars>
      </dgm:prSet>
      <dgm:spPr/>
    </dgm:pt>
    <dgm:pt modelId="{7C28135B-9A50-4DE7-B0CB-36CF6863DCAF}" type="pres">
      <dgm:prSet presAssocID="{2C10DEEA-5DBB-4A9D-9C58-B2955AD5A6F0}" presName="rootComposite1" presStyleCnt="0"/>
      <dgm:spPr/>
    </dgm:pt>
    <dgm:pt modelId="{58455020-F562-461E-A959-A8DFA93D8BD2}" type="pres">
      <dgm:prSet presAssocID="{2C10DEEA-5DBB-4A9D-9C58-B2955AD5A6F0}" presName="rootText1" presStyleLbl="node0" presStyleIdx="0" presStyleCnt="1" custScaleX="2176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D22E156-72EC-4385-AFE9-4E1E44D00C2C}" type="pres">
      <dgm:prSet presAssocID="{2C10DEEA-5DBB-4A9D-9C58-B2955AD5A6F0}" presName="rootConnector1" presStyleLbl="node1" presStyleIdx="0" presStyleCnt="0"/>
      <dgm:spPr/>
      <dgm:t>
        <a:bodyPr/>
        <a:lstStyle/>
        <a:p>
          <a:endParaRPr lang="en-US"/>
        </a:p>
      </dgm:t>
    </dgm:pt>
    <dgm:pt modelId="{ECB2CF6D-B092-424A-A56E-D442A57C3A9A}" type="pres">
      <dgm:prSet presAssocID="{2C10DEEA-5DBB-4A9D-9C58-B2955AD5A6F0}" presName="hierChild2" presStyleCnt="0"/>
      <dgm:spPr/>
    </dgm:pt>
    <dgm:pt modelId="{C9855F27-C7AA-49DD-940B-7777EA06FE52}" type="pres">
      <dgm:prSet presAssocID="{68E9EBBC-0374-4AAA-8EE1-08196A039B52}" presName="Name37" presStyleLbl="parChTrans1D2" presStyleIdx="0" presStyleCnt="1"/>
      <dgm:spPr/>
      <dgm:t>
        <a:bodyPr/>
        <a:lstStyle/>
        <a:p>
          <a:endParaRPr lang="en-US"/>
        </a:p>
      </dgm:t>
    </dgm:pt>
    <dgm:pt modelId="{6F9688D0-F1CF-48EC-95E6-3197E24A4E7F}" type="pres">
      <dgm:prSet presAssocID="{3B39A4E9-49F4-4A24-B7AD-1A7A1770EBD5}" presName="hierRoot2" presStyleCnt="0">
        <dgm:presLayoutVars>
          <dgm:hierBranch val="init"/>
        </dgm:presLayoutVars>
      </dgm:prSet>
      <dgm:spPr/>
    </dgm:pt>
    <dgm:pt modelId="{783BF878-E83C-43AD-B1FD-119D91974825}" type="pres">
      <dgm:prSet presAssocID="{3B39A4E9-49F4-4A24-B7AD-1A7A1770EBD5}" presName="rootComposite" presStyleCnt="0"/>
      <dgm:spPr/>
    </dgm:pt>
    <dgm:pt modelId="{75BC7AAD-7C9A-440A-BE67-EF918BEE5541}" type="pres">
      <dgm:prSet presAssocID="{3B39A4E9-49F4-4A24-B7AD-1A7A1770EBD5}" presName="rootText" presStyleLbl="node2" presStyleIdx="0" presStyleCnt="1" custScaleX="2176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68FA1FB-C92E-47A6-8DD7-61B31707ECAE}" type="pres">
      <dgm:prSet presAssocID="{3B39A4E9-49F4-4A24-B7AD-1A7A1770EBD5}" presName="rootConnector" presStyleLbl="node2" presStyleIdx="0" presStyleCnt="1"/>
      <dgm:spPr/>
      <dgm:t>
        <a:bodyPr/>
        <a:lstStyle/>
        <a:p>
          <a:endParaRPr lang="en-US"/>
        </a:p>
      </dgm:t>
    </dgm:pt>
    <dgm:pt modelId="{1213041C-B118-4827-B1BB-7F8DDDC31B5C}" type="pres">
      <dgm:prSet presAssocID="{3B39A4E9-49F4-4A24-B7AD-1A7A1770EBD5}" presName="hierChild4" presStyleCnt="0"/>
      <dgm:spPr/>
    </dgm:pt>
    <dgm:pt modelId="{E8D67485-5396-4674-94EC-8B2B75A0EB7C}" type="pres">
      <dgm:prSet presAssocID="{7B8D46E6-9E60-4EF9-A5AF-197D1B13B982}" presName="Name37" presStyleLbl="parChTrans1D3" presStyleIdx="0" presStyleCnt="3"/>
      <dgm:spPr/>
      <dgm:t>
        <a:bodyPr/>
        <a:lstStyle/>
        <a:p>
          <a:endParaRPr lang="en-US"/>
        </a:p>
      </dgm:t>
    </dgm:pt>
    <dgm:pt modelId="{F315E9D3-878F-4975-9418-E786198149FD}" type="pres">
      <dgm:prSet presAssocID="{A201D052-83FD-4B77-B887-F3D9E78A0737}" presName="hierRoot2" presStyleCnt="0">
        <dgm:presLayoutVars>
          <dgm:hierBranch val="init"/>
        </dgm:presLayoutVars>
      </dgm:prSet>
      <dgm:spPr/>
    </dgm:pt>
    <dgm:pt modelId="{7701AD4E-B7D8-40F7-8237-1F21F28A52DB}" type="pres">
      <dgm:prSet presAssocID="{A201D052-83FD-4B77-B887-F3D9E78A0737}" presName="rootComposite" presStyleCnt="0"/>
      <dgm:spPr/>
    </dgm:pt>
    <dgm:pt modelId="{FDD01AFD-3401-4C11-AD39-1D1AF1BBE915}" type="pres">
      <dgm:prSet presAssocID="{A201D052-83FD-4B77-B887-F3D9E78A0737}" presName="rootText" presStyleLbl="node3" presStyleIdx="0" presStyleCnt="3" custScaleX="21636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FEC5A9E-7086-4344-895D-80922C1F2B26}" type="pres">
      <dgm:prSet presAssocID="{A201D052-83FD-4B77-B887-F3D9E78A0737}" presName="rootConnector" presStyleLbl="node3" presStyleIdx="0" presStyleCnt="3"/>
      <dgm:spPr/>
      <dgm:t>
        <a:bodyPr/>
        <a:lstStyle/>
        <a:p>
          <a:endParaRPr lang="en-US"/>
        </a:p>
      </dgm:t>
    </dgm:pt>
    <dgm:pt modelId="{0BA4AE9F-9C75-4A3A-B979-F78D1063AB28}" type="pres">
      <dgm:prSet presAssocID="{A201D052-83FD-4B77-B887-F3D9E78A0737}" presName="hierChild4" presStyleCnt="0"/>
      <dgm:spPr/>
    </dgm:pt>
    <dgm:pt modelId="{026C9660-FF75-43FA-BA6E-17821BD2DEF3}" type="pres">
      <dgm:prSet presAssocID="{1B0BB004-B77E-4FDA-A1AB-C4776A89AD86}" presName="Name37" presStyleLbl="parChTrans1D4" presStyleIdx="0" presStyleCnt="4"/>
      <dgm:spPr/>
      <dgm:t>
        <a:bodyPr/>
        <a:lstStyle/>
        <a:p>
          <a:endParaRPr lang="en-US"/>
        </a:p>
      </dgm:t>
    </dgm:pt>
    <dgm:pt modelId="{2E2C6498-6A77-4677-A60B-785F767B8352}" type="pres">
      <dgm:prSet presAssocID="{0E313600-2E98-4AF6-96BE-125C6E4B1249}" presName="hierRoot2" presStyleCnt="0">
        <dgm:presLayoutVars>
          <dgm:hierBranch val="init"/>
        </dgm:presLayoutVars>
      </dgm:prSet>
      <dgm:spPr/>
    </dgm:pt>
    <dgm:pt modelId="{06CA2D29-7059-46DC-B075-2C245C2D3C3B}" type="pres">
      <dgm:prSet presAssocID="{0E313600-2E98-4AF6-96BE-125C6E4B1249}" presName="rootComposite" presStyleCnt="0"/>
      <dgm:spPr/>
    </dgm:pt>
    <dgm:pt modelId="{8F0E4182-AEA6-4491-B666-BF6ABDFBF1A8}" type="pres">
      <dgm:prSet presAssocID="{0E313600-2E98-4AF6-96BE-125C6E4B1249}" presName="rootText" presStyleLbl="node4" presStyleIdx="0" presStyleCnt="4" custScaleX="2224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38DAB6C2-2547-4487-AFC5-DBA71890C45D}" type="pres">
      <dgm:prSet presAssocID="{0E313600-2E98-4AF6-96BE-125C6E4B1249}" presName="rootConnector" presStyleLbl="node4" presStyleIdx="0" presStyleCnt="4"/>
      <dgm:spPr/>
      <dgm:t>
        <a:bodyPr/>
        <a:lstStyle/>
        <a:p>
          <a:endParaRPr lang="en-US"/>
        </a:p>
      </dgm:t>
    </dgm:pt>
    <dgm:pt modelId="{2D3321EF-53BB-4EC2-8BD6-BE9B9F727676}" type="pres">
      <dgm:prSet presAssocID="{0E313600-2E98-4AF6-96BE-125C6E4B1249}" presName="hierChild4" presStyleCnt="0"/>
      <dgm:spPr/>
    </dgm:pt>
    <dgm:pt modelId="{9F0CB90B-AC17-45E9-8910-5905B6F23AAB}" type="pres">
      <dgm:prSet presAssocID="{0E313600-2E98-4AF6-96BE-125C6E4B1249}" presName="hierChild5" presStyleCnt="0"/>
      <dgm:spPr/>
    </dgm:pt>
    <dgm:pt modelId="{4A68D821-C38F-4E78-996B-5336EE976D80}" type="pres">
      <dgm:prSet presAssocID="{D45CA247-AEBA-40A4-887D-81CF90A74C25}" presName="Name37" presStyleLbl="parChTrans1D4" presStyleIdx="1" presStyleCnt="4"/>
      <dgm:spPr/>
      <dgm:t>
        <a:bodyPr/>
        <a:lstStyle/>
        <a:p>
          <a:endParaRPr lang="en-US"/>
        </a:p>
      </dgm:t>
    </dgm:pt>
    <dgm:pt modelId="{4FC7F466-2B08-4122-A809-509A7D6744A9}" type="pres">
      <dgm:prSet presAssocID="{7812211B-1F5F-4199-973C-27F76C650419}" presName="hierRoot2" presStyleCnt="0">
        <dgm:presLayoutVars>
          <dgm:hierBranch val="init"/>
        </dgm:presLayoutVars>
      </dgm:prSet>
      <dgm:spPr/>
    </dgm:pt>
    <dgm:pt modelId="{957DBCEE-86EB-409E-874E-FBA473D4CFB7}" type="pres">
      <dgm:prSet presAssocID="{7812211B-1F5F-4199-973C-27F76C650419}" presName="rootComposite" presStyleCnt="0"/>
      <dgm:spPr/>
    </dgm:pt>
    <dgm:pt modelId="{63F43D74-C92F-4405-82F3-8CF87E8B6D49}" type="pres">
      <dgm:prSet presAssocID="{7812211B-1F5F-4199-973C-27F76C650419}" presName="rootText" presStyleLbl="node4" presStyleIdx="1" presStyleCnt="4" custScaleX="2224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936ED969-CE15-489B-B3B4-8805C3584411}" type="pres">
      <dgm:prSet presAssocID="{7812211B-1F5F-4199-973C-27F76C650419}" presName="rootConnector" presStyleLbl="node4" presStyleIdx="1" presStyleCnt="4"/>
      <dgm:spPr/>
      <dgm:t>
        <a:bodyPr/>
        <a:lstStyle/>
        <a:p>
          <a:endParaRPr lang="en-US"/>
        </a:p>
      </dgm:t>
    </dgm:pt>
    <dgm:pt modelId="{49113740-39AD-406A-BE63-81C85C95EA59}" type="pres">
      <dgm:prSet presAssocID="{7812211B-1F5F-4199-973C-27F76C650419}" presName="hierChild4" presStyleCnt="0"/>
      <dgm:spPr/>
    </dgm:pt>
    <dgm:pt modelId="{19176991-11E7-4410-A01F-AA5A765FD9BD}" type="pres">
      <dgm:prSet presAssocID="{7812211B-1F5F-4199-973C-27F76C650419}" presName="hierChild5" presStyleCnt="0"/>
      <dgm:spPr/>
    </dgm:pt>
    <dgm:pt modelId="{8F082D9B-D447-4505-88D3-BE6D3E4EC4A8}" type="pres">
      <dgm:prSet presAssocID="{A201D052-83FD-4B77-B887-F3D9E78A0737}" presName="hierChild5" presStyleCnt="0"/>
      <dgm:spPr/>
    </dgm:pt>
    <dgm:pt modelId="{2E66071B-1497-49FF-A0A0-D1EC0A696687}" type="pres">
      <dgm:prSet presAssocID="{98893EA8-BC1B-48F8-AC14-C0B55D3008C8}" presName="Name37" presStyleLbl="parChTrans1D3" presStyleIdx="1" presStyleCnt="3"/>
      <dgm:spPr/>
      <dgm:t>
        <a:bodyPr/>
        <a:lstStyle/>
        <a:p>
          <a:endParaRPr lang="en-US"/>
        </a:p>
      </dgm:t>
    </dgm:pt>
    <dgm:pt modelId="{A4C52968-C9ED-484C-B3B3-9576EF1D57FF}" type="pres">
      <dgm:prSet presAssocID="{11DC6B4A-8E47-4013-B5BE-FAEB6F136A1A}" presName="hierRoot2" presStyleCnt="0">
        <dgm:presLayoutVars>
          <dgm:hierBranch val="init"/>
        </dgm:presLayoutVars>
      </dgm:prSet>
      <dgm:spPr/>
    </dgm:pt>
    <dgm:pt modelId="{6941AF49-CFF5-4EFC-8E9A-1CB6D6BCA73C}" type="pres">
      <dgm:prSet presAssocID="{11DC6B4A-8E47-4013-B5BE-FAEB6F136A1A}" presName="rootComposite" presStyleCnt="0"/>
      <dgm:spPr/>
    </dgm:pt>
    <dgm:pt modelId="{4EE1CD45-15A9-4ED9-B4D4-653C4B01C593}" type="pres">
      <dgm:prSet presAssocID="{11DC6B4A-8E47-4013-B5BE-FAEB6F136A1A}" presName="rootText" presStyleLbl="node3" presStyleIdx="1" presStyleCnt="3" custScaleX="21636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B9694A1-98BA-4D78-959F-B86EA958A15A}" type="pres">
      <dgm:prSet presAssocID="{11DC6B4A-8E47-4013-B5BE-FAEB6F136A1A}" presName="rootConnector" presStyleLbl="node3" presStyleIdx="1" presStyleCnt="3"/>
      <dgm:spPr/>
      <dgm:t>
        <a:bodyPr/>
        <a:lstStyle/>
        <a:p>
          <a:endParaRPr lang="en-US"/>
        </a:p>
      </dgm:t>
    </dgm:pt>
    <dgm:pt modelId="{A289F321-B68F-46E6-98A4-014C9EDE2588}" type="pres">
      <dgm:prSet presAssocID="{11DC6B4A-8E47-4013-B5BE-FAEB6F136A1A}" presName="hierChild4" presStyleCnt="0"/>
      <dgm:spPr/>
    </dgm:pt>
    <dgm:pt modelId="{7E548079-C495-484B-B10A-888601C2B0E8}" type="pres">
      <dgm:prSet presAssocID="{11DC6B4A-8E47-4013-B5BE-FAEB6F136A1A}" presName="hierChild5" presStyleCnt="0"/>
      <dgm:spPr/>
    </dgm:pt>
    <dgm:pt modelId="{0881AB1F-E691-4551-9DF5-3313D3C5E173}" type="pres">
      <dgm:prSet presAssocID="{0C9D0680-BB64-4670-A528-E988AB26897E}" presName="Name37" presStyleLbl="parChTrans1D3" presStyleIdx="2" presStyleCnt="3"/>
      <dgm:spPr/>
      <dgm:t>
        <a:bodyPr/>
        <a:lstStyle/>
        <a:p>
          <a:endParaRPr lang="en-US"/>
        </a:p>
      </dgm:t>
    </dgm:pt>
    <dgm:pt modelId="{7EF48D8D-9CCB-4129-B7CA-1EA045575BAF}" type="pres">
      <dgm:prSet presAssocID="{32BAF577-790C-45EF-9AF2-F26C71D26930}" presName="hierRoot2" presStyleCnt="0">
        <dgm:presLayoutVars>
          <dgm:hierBranch val="init"/>
        </dgm:presLayoutVars>
      </dgm:prSet>
      <dgm:spPr/>
    </dgm:pt>
    <dgm:pt modelId="{0A16AAC3-5B51-4936-9C33-E81806A06770}" type="pres">
      <dgm:prSet presAssocID="{32BAF577-790C-45EF-9AF2-F26C71D26930}" presName="rootComposite" presStyleCnt="0"/>
      <dgm:spPr/>
    </dgm:pt>
    <dgm:pt modelId="{944F106D-D0F9-4995-BA5C-C80262A96761}" type="pres">
      <dgm:prSet presAssocID="{32BAF577-790C-45EF-9AF2-F26C71D26930}" presName="rootText" presStyleLbl="node3" presStyleIdx="2" presStyleCnt="3" custScaleX="21636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D4EA7C9-0C5A-4F71-B08B-D4B5AD4BAAA6}" type="pres">
      <dgm:prSet presAssocID="{32BAF577-790C-45EF-9AF2-F26C71D26930}" presName="rootConnector" presStyleLbl="node3" presStyleIdx="2" presStyleCnt="3"/>
      <dgm:spPr/>
      <dgm:t>
        <a:bodyPr/>
        <a:lstStyle/>
        <a:p>
          <a:endParaRPr lang="en-US"/>
        </a:p>
      </dgm:t>
    </dgm:pt>
    <dgm:pt modelId="{8115DA62-6A47-40CC-8678-D6CEF8133179}" type="pres">
      <dgm:prSet presAssocID="{32BAF577-790C-45EF-9AF2-F26C71D26930}" presName="hierChild4" presStyleCnt="0"/>
      <dgm:spPr/>
    </dgm:pt>
    <dgm:pt modelId="{0F2F6869-91A4-4056-A7BC-ECCEBBD49DE6}" type="pres">
      <dgm:prSet presAssocID="{72A184EB-C119-4B1D-B39A-02F668AD4D71}" presName="Name37" presStyleLbl="parChTrans1D4" presStyleIdx="2" presStyleCnt="4"/>
      <dgm:spPr/>
      <dgm:t>
        <a:bodyPr/>
        <a:lstStyle/>
        <a:p>
          <a:endParaRPr lang="en-US"/>
        </a:p>
      </dgm:t>
    </dgm:pt>
    <dgm:pt modelId="{915DA4C4-E93A-4D23-80A7-5F22BB61326E}" type="pres">
      <dgm:prSet presAssocID="{13456C22-1FA9-4B64-8FCF-C03489FE6778}" presName="hierRoot2" presStyleCnt="0">
        <dgm:presLayoutVars>
          <dgm:hierBranch val="init"/>
        </dgm:presLayoutVars>
      </dgm:prSet>
      <dgm:spPr/>
    </dgm:pt>
    <dgm:pt modelId="{03D2E4F2-C159-41CA-87F0-CA7D33DB4DB5}" type="pres">
      <dgm:prSet presAssocID="{13456C22-1FA9-4B64-8FCF-C03489FE6778}" presName="rootComposite" presStyleCnt="0"/>
      <dgm:spPr/>
    </dgm:pt>
    <dgm:pt modelId="{9964B43C-DE90-4165-AEAE-118271B4B4A5}" type="pres">
      <dgm:prSet presAssocID="{13456C22-1FA9-4B64-8FCF-C03489FE6778}" presName="rootText" presStyleLbl="node4" presStyleIdx="2" presStyleCnt="4" custScaleX="2224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3D6E6557-DE8E-45F5-AF54-10C6B05CBD82}" type="pres">
      <dgm:prSet presAssocID="{13456C22-1FA9-4B64-8FCF-C03489FE6778}" presName="rootConnector" presStyleLbl="node4" presStyleIdx="2" presStyleCnt="4"/>
      <dgm:spPr/>
      <dgm:t>
        <a:bodyPr/>
        <a:lstStyle/>
        <a:p>
          <a:endParaRPr lang="en-US"/>
        </a:p>
      </dgm:t>
    </dgm:pt>
    <dgm:pt modelId="{587F5B42-6A8F-4E31-971B-118C097EE803}" type="pres">
      <dgm:prSet presAssocID="{13456C22-1FA9-4B64-8FCF-C03489FE6778}" presName="hierChild4" presStyleCnt="0"/>
      <dgm:spPr/>
    </dgm:pt>
    <dgm:pt modelId="{CADE85C9-394A-4FBA-A0D9-52FE0E08D786}" type="pres">
      <dgm:prSet presAssocID="{13456C22-1FA9-4B64-8FCF-C03489FE6778}" presName="hierChild5" presStyleCnt="0"/>
      <dgm:spPr/>
    </dgm:pt>
    <dgm:pt modelId="{9AC1B701-EC58-4C0F-BDA1-B657B3AB46F4}" type="pres">
      <dgm:prSet presAssocID="{89FCD2AC-B57E-465D-8554-2A6C1C3104E7}" presName="Name37" presStyleLbl="parChTrans1D4" presStyleIdx="3" presStyleCnt="4"/>
      <dgm:spPr/>
      <dgm:t>
        <a:bodyPr/>
        <a:lstStyle/>
        <a:p>
          <a:endParaRPr lang="en-US"/>
        </a:p>
      </dgm:t>
    </dgm:pt>
    <dgm:pt modelId="{8CD1F70B-4595-4A13-BBF2-A8FABEA5C501}" type="pres">
      <dgm:prSet presAssocID="{DB63871D-C9D9-4AB4-A65D-3A352DD70276}" presName="hierRoot2" presStyleCnt="0">
        <dgm:presLayoutVars>
          <dgm:hierBranch val="init"/>
        </dgm:presLayoutVars>
      </dgm:prSet>
      <dgm:spPr/>
    </dgm:pt>
    <dgm:pt modelId="{5FEE8F7B-3EE5-47CA-B58E-AE2F06836A79}" type="pres">
      <dgm:prSet presAssocID="{DB63871D-C9D9-4AB4-A65D-3A352DD70276}" presName="rootComposite" presStyleCnt="0"/>
      <dgm:spPr/>
    </dgm:pt>
    <dgm:pt modelId="{49EDB371-5631-496E-90BB-A744AB751372}" type="pres">
      <dgm:prSet presAssocID="{DB63871D-C9D9-4AB4-A65D-3A352DD70276}" presName="rootText" presStyleLbl="node4" presStyleIdx="3" presStyleCnt="4" custScaleX="222442" custScaleY="174062">
        <dgm:presLayoutVars>
          <dgm:chPref val="3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2D18C892-20CD-427F-B012-25EF343BF333}" type="pres">
      <dgm:prSet presAssocID="{DB63871D-C9D9-4AB4-A65D-3A352DD70276}" presName="rootConnector" presStyleLbl="node4" presStyleIdx="3" presStyleCnt="4"/>
      <dgm:spPr/>
      <dgm:t>
        <a:bodyPr/>
        <a:lstStyle/>
        <a:p>
          <a:endParaRPr lang="en-US"/>
        </a:p>
      </dgm:t>
    </dgm:pt>
    <dgm:pt modelId="{3D2F097E-5FA5-4035-BC66-28A68562E36A}" type="pres">
      <dgm:prSet presAssocID="{DB63871D-C9D9-4AB4-A65D-3A352DD70276}" presName="hierChild4" presStyleCnt="0"/>
      <dgm:spPr/>
    </dgm:pt>
    <dgm:pt modelId="{A5A7A1B3-595B-4A65-934D-486D0A80B9F1}" type="pres">
      <dgm:prSet presAssocID="{DB63871D-C9D9-4AB4-A65D-3A352DD70276}" presName="hierChild5" presStyleCnt="0"/>
      <dgm:spPr/>
    </dgm:pt>
    <dgm:pt modelId="{5ACC932A-57B9-4BBE-9AB7-60C35001F6BA}" type="pres">
      <dgm:prSet presAssocID="{32BAF577-790C-45EF-9AF2-F26C71D26930}" presName="hierChild5" presStyleCnt="0"/>
      <dgm:spPr/>
    </dgm:pt>
    <dgm:pt modelId="{103CEC01-AA76-4A5E-B07E-1C04DE8BBBB6}" type="pres">
      <dgm:prSet presAssocID="{3B39A4E9-49F4-4A24-B7AD-1A7A1770EBD5}" presName="hierChild5" presStyleCnt="0"/>
      <dgm:spPr/>
    </dgm:pt>
    <dgm:pt modelId="{86237A14-26A9-48AC-B9EF-A26D9996E543}" type="pres">
      <dgm:prSet presAssocID="{2C10DEEA-5DBB-4A9D-9C58-B2955AD5A6F0}" presName="hierChild3" presStyleCnt="0"/>
      <dgm:spPr/>
    </dgm:pt>
  </dgm:ptLst>
  <dgm:cxnLst>
    <dgm:cxn modelId="{55861F47-A0CE-4699-A274-A72D098B0342}" type="presOf" srcId="{D45CA247-AEBA-40A4-887D-81CF90A74C25}" destId="{4A68D821-C38F-4E78-996B-5336EE976D80}" srcOrd="0" destOrd="0" presId="urn:microsoft.com/office/officeart/2005/8/layout/orgChart1"/>
    <dgm:cxn modelId="{A6726417-317D-44D1-A216-65305CAC2EF2}" srcId="{A201D052-83FD-4B77-B887-F3D9E78A0737}" destId="{0E313600-2E98-4AF6-96BE-125C6E4B1249}" srcOrd="0" destOrd="0" parTransId="{1B0BB004-B77E-4FDA-A1AB-C4776A89AD86}" sibTransId="{740AD7F4-000C-4B9B-B440-30EEE425B71B}"/>
    <dgm:cxn modelId="{7AFEEF7E-9A7C-4583-91D2-07B5C9454FC4}" srcId="{A201D052-83FD-4B77-B887-F3D9E78A0737}" destId="{7812211B-1F5F-4199-973C-27F76C650419}" srcOrd="1" destOrd="0" parTransId="{D45CA247-AEBA-40A4-887D-81CF90A74C25}" sibTransId="{1A3A0367-94F8-433E-95CF-248AA5F54803}"/>
    <dgm:cxn modelId="{C5576278-86C2-48C9-B70C-3992C56407E9}" type="presOf" srcId="{11DC6B4A-8E47-4013-B5BE-FAEB6F136A1A}" destId="{4EE1CD45-15A9-4ED9-B4D4-653C4B01C593}" srcOrd="0" destOrd="0" presId="urn:microsoft.com/office/officeart/2005/8/layout/orgChart1"/>
    <dgm:cxn modelId="{6969B6A9-582C-4D88-BF4A-15F3B38071FC}" type="presOf" srcId="{13456C22-1FA9-4B64-8FCF-C03489FE6778}" destId="{9964B43C-DE90-4165-AEAE-118271B4B4A5}" srcOrd="0" destOrd="0" presId="urn:microsoft.com/office/officeart/2005/8/layout/orgChart1"/>
    <dgm:cxn modelId="{ED06355A-D873-4C3F-9F2F-9516823A2BBB}" type="presOf" srcId="{0E313600-2E98-4AF6-96BE-125C6E4B1249}" destId="{38DAB6C2-2547-4487-AFC5-DBA71890C45D}" srcOrd="1" destOrd="0" presId="urn:microsoft.com/office/officeart/2005/8/layout/orgChart1"/>
    <dgm:cxn modelId="{89295591-2274-415C-9D8E-E07785C33CF5}" srcId="{2C10DEEA-5DBB-4A9D-9C58-B2955AD5A6F0}" destId="{3B39A4E9-49F4-4A24-B7AD-1A7A1770EBD5}" srcOrd="0" destOrd="0" parTransId="{68E9EBBC-0374-4AAA-8EE1-08196A039B52}" sibTransId="{4577EE20-CF15-4734-BF18-3E4B6F648879}"/>
    <dgm:cxn modelId="{E2277D3D-DBE9-4D87-A8BC-3CE0F517F33A}" type="presOf" srcId="{98893EA8-BC1B-48F8-AC14-C0B55D3008C8}" destId="{2E66071B-1497-49FF-A0A0-D1EC0A696687}" srcOrd="0" destOrd="0" presId="urn:microsoft.com/office/officeart/2005/8/layout/orgChart1"/>
    <dgm:cxn modelId="{25692B3E-DE33-4C79-AA95-4BFAF16AC955}" type="presOf" srcId="{89FCD2AC-B57E-465D-8554-2A6C1C3104E7}" destId="{9AC1B701-EC58-4C0F-BDA1-B657B3AB46F4}" srcOrd="0" destOrd="0" presId="urn:microsoft.com/office/officeart/2005/8/layout/orgChart1"/>
    <dgm:cxn modelId="{A2A9BD21-201C-4F10-B7F5-58B6D32889E8}" type="presOf" srcId="{7812211B-1F5F-4199-973C-27F76C650419}" destId="{936ED969-CE15-489B-B3B4-8805C3584411}" srcOrd="1" destOrd="0" presId="urn:microsoft.com/office/officeart/2005/8/layout/orgChart1"/>
    <dgm:cxn modelId="{78DA887F-411B-4E33-8937-58A66A6A680D}" srcId="{32BAF577-790C-45EF-9AF2-F26C71D26930}" destId="{13456C22-1FA9-4B64-8FCF-C03489FE6778}" srcOrd="0" destOrd="0" parTransId="{72A184EB-C119-4B1D-B39A-02F668AD4D71}" sibTransId="{14B1C2AD-434A-45D4-9B43-978609ECD989}"/>
    <dgm:cxn modelId="{07217857-37F1-4313-9217-D522438252EB}" srcId="{32BAF577-790C-45EF-9AF2-F26C71D26930}" destId="{DB63871D-C9D9-4AB4-A65D-3A352DD70276}" srcOrd="1" destOrd="0" parTransId="{89FCD2AC-B57E-465D-8554-2A6C1C3104E7}" sibTransId="{0682A265-F56D-44FF-A16D-78F26A0C5873}"/>
    <dgm:cxn modelId="{783A57AD-33A9-4DF2-B434-AA269693494A}" type="presOf" srcId="{2C10DEEA-5DBB-4A9D-9C58-B2955AD5A6F0}" destId="{58455020-F562-461E-A959-A8DFA93D8BD2}" srcOrd="0" destOrd="0" presId="urn:microsoft.com/office/officeart/2005/8/layout/orgChart1"/>
    <dgm:cxn modelId="{4ACCD263-7EE6-4272-804E-3094455DB4CB}" type="presOf" srcId="{32BAF577-790C-45EF-9AF2-F26C71D26930}" destId="{1D4EA7C9-0C5A-4F71-B08B-D4B5AD4BAAA6}" srcOrd="1" destOrd="0" presId="urn:microsoft.com/office/officeart/2005/8/layout/orgChart1"/>
    <dgm:cxn modelId="{4D139536-8F97-406C-9D05-042F2A0E93A4}" type="presOf" srcId="{DB63871D-C9D9-4AB4-A65D-3A352DD70276}" destId="{49EDB371-5631-496E-90BB-A744AB751372}" srcOrd="0" destOrd="0" presId="urn:microsoft.com/office/officeart/2005/8/layout/orgChart1"/>
    <dgm:cxn modelId="{D3509DF8-1597-45D8-91E1-BC59D9714612}" type="presOf" srcId="{793E5F47-10C6-48C4-B9F5-DBDD4F3AEDFE}" destId="{4B6EB722-AD6B-49CD-ABC7-5993E47D7AAA}" srcOrd="0" destOrd="0" presId="urn:microsoft.com/office/officeart/2005/8/layout/orgChart1"/>
    <dgm:cxn modelId="{83224860-AC21-4676-8C63-ED25822C56FC}" type="presOf" srcId="{A201D052-83FD-4B77-B887-F3D9E78A0737}" destId="{1FEC5A9E-7086-4344-895D-80922C1F2B26}" srcOrd="1" destOrd="0" presId="urn:microsoft.com/office/officeart/2005/8/layout/orgChart1"/>
    <dgm:cxn modelId="{A5919955-AD35-47C5-B6AB-016185D834F1}" type="presOf" srcId="{A201D052-83FD-4B77-B887-F3D9E78A0737}" destId="{FDD01AFD-3401-4C11-AD39-1D1AF1BBE915}" srcOrd="0" destOrd="0" presId="urn:microsoft.com/office/officeart/2005/8/layout/orgChart1"/>
    <dgm:cxn modelId="{CC22AEB6-1440-47CE-BB10-200C0C056C18}" type="presOf" srcId="{0E313600-2E98-4AF6-96BE-125C6E4B1249}" destId="{8F0E4182-AEA6-4491-B666-BF6ABDFBF1A8}" srcOrd="0" destOrd="0" presId="urn:microsoft.com/office/officeart/2005/8/layout/orgChart1"/>
    <dgm:cxn modelId="{8053F169-85DC-4ECB-8A7B-CAEE5A6CD3CE}" type="presOf" srcId="{2C10DEEA-5DBB-4A9D-9C58-B2955AD5A6F0}" destId="{1D22E156-72EC-4385-AFE9-4E1E44D00C2C}" srcOrd="1" destOrd="0" presId="urn:microsoft.com/office/officeart/2005/8/layout/orgChart1"/>
    <dgm:cxn modelId="{6B283DF8-AC99-48C9-BD29-6118A37A16FB}" type="presOf" srcId="{13456C22-1FA9-4B64-8FCF-C03489FE6778}" destId="{3D6E6557-DE8E-45F5-AF54-10C6B05CBD82}" srcOrd="1" destOrd="0" presId="urn:microsoft.com/office/officeart/2005/8/layout/orgChart1"/>
    <dgm:cxn modelId="{1B0D4A3F-E8DB-4D48-83FC-5F59FE4974F2}" type="presOf" srcId="{1B0BB004-B77E-4FDA-A1AB-C4776A89AD86}" destId="{026C9660-FF75-43FA-BA6E-17821BD2DEF3}" srcOrd="0" destOrd="0" presId="urn:microsoft.com/office/officeart/2005/8/layout/orgChart1"/>
    <dgm:cxn modelId="{D71C77E1-A009-42F9-BCAA-F5B9960C4B69}" srcId="{3B39A4E9-49F4-4A24-B7AD-1A7A1770EBD5}" destId="{11DC6B4A-8E47-4013-B5BE-FAEB6F136A1A}" srcOrd="1" destOrd="0" parTransId="{98893EA8-BC1B-48F8-AC14-C0B55D3008C8}" sibTransId="{D9AB4908-C9FA-4C9B-A620-CB56253BD280}"/>
    <dgm:cxn modelId="{E0AB8370-FCEA-48B6-A1CE-7E79A3280171}" type="presOf" srcId="{7812211B-1F5F-4199-973C-27F76C650419}" destId="{63F43D74-C92F-4405-82F3-8CF87E8B6D49}" srcOrd="0" destOrd="0" presId="urn:microsoft.com/office/officeart/2005/8/layout/orgChart1"/>
    <dgm:cxn modelId="{F8A95410-FBBF-47BC-A2E5-DCAA8842179F}" type="presOf" srcId="{0C9D0680-BB64-4670-A528-E988AB26897E}" destId="{0881AB1F-E691-4551-9DF5-3313D3C5E173}" srcOrd="0" destOrd="0" presId="urn:microsoft.com/office/officeart/2005/8/layout/orgChart1"/>
    <dgm:cxn modelId="{945844D1-16A6-45C4-9B52-4B63519A85AD}" type="presOf" srcId="{3B39A4E9-49F4-4A24-B7AD-1A7A1770EBD5}" destId="{75BC7AAD-7C9A-440A-BE67-EF918BEE5541}" srcOrd="0" destOrd="0" presId="urn:microsoft.com/office/officeart/2005/8/layout/orgChart1"/>
    <dgm:cxn modelId="{228CC002-80B2-410B-B216-E58D5D23121E}" srcId="{3B39A4E9-49F4-4A24-B7AD-1A7A1770EBD5}" destId="{32BAF577-790C-45EF-9AF2-F26C71D26930}" srcOrd="2" destOrd="0" parTransId="{0C9D0680-BB64-4670-A528-E988AB26897E}" sibTransId="{A6D86450-3B09-44EF-BA30-24BF622615D1}"/>
    <dgm:cxn modelId="{A3BD438C-FE11-4711-9B46-727FA40B5037}" srcId="{3B39A4E9-49F4-4A24-B7AD-1A7A1770EBD5}" destId="{A201D052-83FD-4B77-B887-F3D9E78A0737}" srcOrd="0" destOrd="0" parTransId="{7B8D46E6-9E60-4EF9-A5AF-197D1B13B982}" sibTransId="{4C9D229E-6822-4618-9C0C-76A981C3481C}"/>
    <dgm:cxn modelId="{0AAF6365-B5CC-4928-AEC2-0EF342C12AE5}" type="presOf" srcId="{11DC6B4A-8E47-4013-B5BE-FAEB6F136A1A}" destId="{2B9694A1-98BA-4D78-959F-B86EA958A15A}" srcOrd="1" destOrd="0" presId="urn:microsoft.com/office/officeart/2005/8/layout/orgChart1"/>
    <dgm:cxn modelId="{741F0F57-FB74-49B6-A9DC-185A3E99CC19}" type="presOf" srcId="{7B8D46E6-9E60-4EF9-A5AF-197D1B13B982}" destId="{E8D67485-5396-4674-94EC-8B2B75A0EB7C}" srcOrd="0" destOrd="0" presId="urn:microsoft.com/office/officeart/2005/8/layout/orgChart1"/>
    <dgm:cxn modelId="{CCD977D6-7FE1-4995-81F2-C9E472220429}" srcId="{793E5F47-10C6-48C4-B9F5-DBDD4F3AEDFE}" destId="{2C10DEEA-5DBB-4A9D-9C58-B2955AD5A6F0}" srcOrd="0" destOrd="0" parTransId="{A2BF2525-1092-4307-B691-10A1401FF59A}" sibTransId="{0A2A351F-1310-45F3-85C7-6414A8946BED}"/>
    <dgm:cxn modelId="{78905745-5551-4384-830B-5AC4A181FBD7}" type="presOf" srcId="{32BAF577-790C-45EF-9AF2-F26C71D26930}" destId="{944F106D-D0F9-4995-BA5C-C80262A96761}" srcOrd="0" destOrd="0" presId="urn:microsoft.com/office/officeart/2005/8/layout/orgChart1"/>
    <dgm:cxn modelId="{75A5D022-EAE0-428C-B614-91C049B94B1B}" type="presOf" srcId="{72A184EB-C119-4B1D-B39A-02F668AD4D71}" destId="{0F2F6869-91A4-4056-A7BC-ECCEBBD49DE6}" srcOrd="0" destOrd="0" presId="urn:microsoft.com/office/officeart/2005/8/layout/orgChart1"/>
    <dgm:cxn modelId="{0A2D5F20-6742-40C8-8FEE-998EF3C3FE23}" type="presOf" srcId="{68E9EBBC-0374-4AAA-8EE1-08196A039B52}" destId="{C9855F27-C7AA-49DD-940B-7777EA06FE52}" srcOrd="0" destOrd="0" presId="urn:microsoft.com/office/officeart/2005/8/layout/orgChart1"/>
    <dgm:cxn modelId="{FF261CC5-4CF1-4BF9-829A-1910334DB9E4}" type="presOf" srcId="{DB63871D-C9D9-4AB4-A65D-3A352DD70276}" destId="{2D18C892-20CD-427F-B012-25EF343BF333}" srcOrd="1" destOrd="0" presId="urn:microsoft.com/office/officeart/2005/8/layout/orgChart1"/>
    <dgm:cxn modelId="{39327A21-CDC4-4B18-81FF-12F4A8A6BA00}" type="presOf" srcId="{3B39A4E9-49F4-4A24-B7AD-1A7A1770EBD5}" destId="{968FA1FB-C92E-47A6-8DD7-61B31707ECAE}" srcOrd="1" destOrd="0" presId="urn:microsoft.com/office/officeart/2005/8/layout/orgChart1"/>
    <dgm:cxn modelId="{14B569DF-7669-46EB-95A5-DB531D044351}" type="presParOf" srcId="{4B6EB722-AD6B-49CD-ABC7-5993E47D7AAA}" destId="{301C4A68-42A7-4FA7-903F-733C0FB9CFBB}" srcOrd="0" destOrd="0" presId="urn:microsoft.com/office/officeart/2005/8/layout/orgChart1"/>
    <dgm:cxn modelId="{9A8F96BA-158B-4AE3-B445-C33E50B147F0}" type="presParOf" srcId="{301C4A68-42A7-4FA7-903F-733C0FB9CFBB}" destId="{7C28135B-9A50-4DE7-B0CB-36CF6863DCAF}" srcOrd="0" destOrd="0" presId="urn:microsoft.com/office/officeart/2005/8/layout/orgChart1"/>
    <dgm:cxn modelId="{A7E09E17-FE34-41DB-8DD9-964B17083400}" type="presParOf" srcId="{7C28135B-9A50-4DE7-B0CB-36CF6863DCAF}" destId="{58455020-F562-461E-A959-A8DFA93D8BD2}" srcOrd="0" destOrd="0" presId="urn:microsoft.com/office/officeart/2005/8/layout/orgChart1"/>
    <dgm:cxn modelId="{6F515B55-F4F2-4C26-9253-E2C05BC71FCB}" type="presParOf" srcId="{7C28135B-9A50-4DE7-B0CB-36CF6863DCAF}" destId="{1D22E156-72EC-4385-AFE9-4E1E44D00C2C}" srcOrd="1" destOrd="0" presId="urn:microsoft.com/office/officeart/2005/8/layout/orgChart1"/>
    <dgm:cxn modelId="{217F5278-F62D-4132-A760-515AD146EDAD}" type="presParOf" srcId="{301C4A68-42A7-4FA7-903F-733C0FB9CFBB}" destId="{ECB2CF6D-B092-424A-A56E-D442A57C3A9A}" srcOrd="1" destOrd="0" presId="urn:microsoft.com/office/officeart/2005/8/layout/orgChart1"/>
    <dgm:cxn modelId="{28854BBA-242D-4862-B3D3-336E02E75321}" type="presParOf" srcId="{ECB2CF6D-B092-424A-A56E-D442A57C3A9A}" destId="{C9855F27-C7AA-49DD-940B-7777EA06FE52}" srcOrd="0" destOrd="0" presId="urn:microsoft.com/office/officeart/2005/8/layout/orgChart1"/>
    <dgm:cxn modelId="{A8D7FD6D-07A1-41BF-8118-C6F2B8996020}" type="presParOf" srcId="{ECB2CF6D-B092-424A-A56E-D442A57C3A9A}" destId="{6F9688D0-F1CF-48EC-95E6-3197E24A4E7F}" srcOrd="1" destOrd="0" presId="urn:microsoft.com/office/officeart/2005/8/layout/orgChart1"/>
    <dgm:cxn modelId="{340DF754-60B4-4B0B-9DFA-6388629607DB}" type="presParOf" srcId="{6F9688D0-F1CF-48EC-95E6-3197E24A4E7F}" destId="{783BF878-E83C-43AD-B1FD-119D91974825}" srcOrd="0" destOrd="0" presId="urn:microsoft.com/office/officeart/2005/8/layout/orgChart1"/>
    <dgm:cxn modelId="{768558A3-5FF5-452F-90AB-072B92C5C2A5}" type="presParOf" srcId="{783BF878-E83C-43AD-B1FD-119D91974825}" destId="{75BC7AAD-7C9A-440A-BE67-EF918BEE5541}" srcOrd="0" destOrd="0" presId="urn:microsoft.com/office/officeart/2005/8/layout/orgChart1"/>
    <dgm:cxn modelId="{BF793DB7-32E7-4A3D-BAAC-52233772DA98}" type="presParOf" srcId="{783BF878-E83C-43AD-B1FD-119D91974825}" destId="{968FA1FB-C92E-47A6-8DD7-61B31707ECAE}" srcOrd="1" destOrd="0" presId="urn:microsoft.com/office/officeart/2005/8/layout/orgChart1"/>
    <dgm:cxn modelId="{39DFD69F-0237-431E-A90F-77E80C437F55}" type="presParOf" srcId="{6F9688D0-F1CF-48EC-95E6-3197E24A4E7F}" destId="{1213041C-B118-4827-B1BB-7F8DDDC31B5C}" srcOrd="1" destOrd="0" presId="urn:microsoft.com/office/officeart/2005/8/layout/orgChart1"/>
    <dgm:cxn modelId="{98D6D19B-9B54-40B9-AAEE-3724403A891E}" type="presParOf" srcId="{1213041C-B118-4827-B1BB-7F8DDDC31B5C}" destId="{E8D67485-5396-4674-94EC-8B2B75A0EB7C}" srcOrd="0" destOrd="0" presId="urn:microsoft.com/office/officeart/2005/8/layout/orgChart1"/>
    <dgm:cxn modelId="{5EE4957B-27F6-40E4-928B-F3DB71B32646}" type="presParOf" srcId="{1213041C-B118-4827-B1BB-7F8DDDC31B5C}" destId="{F315E9D3-878F-4975-9418-E786198149FD}" srcOrd="1" destOrd="0" presId="urn:microsoft.com/office/officeart/2005/8/layout/orgChart1"/>
    <dgm:cxn modelId="{C6889E42-46BF-40BF-AA58-9EDA8E45464A}" type="presParOf" srcId="{F315E9D3-878F-4975-9418-E786198149FD}" destId="{7701AD4E-B7D8-40F7-8237-1F21F28A52DB}" srcOrd="0" destOrd="0" presId="urn:microsoft.com/office/officeart/2005/8/layout/orgChart1"/>
    <dgm:cxn modelId="{0D453E86-A1BA-4D7D-BC1E-73C8B891ED7B}" type="presParOf" srcId="{7701AD4E-B7D8-40F7-8237-1F21F28A52DB}" destId="{FDD01AFD-3401-4C11-AD39-1D1AF1BBE915}" srcOrd="0" destOrd="0" presId="urn:microsoft.com/office/officeart/2005/8/layout/orgChart1"/>
    <dgm:cxn modelId="{8AD13F00-F6F5-4089-ADC1-8872FE389ADA}" type="presParOf" srcId="{7701AD4E-B7D8-40F7-8237-1F21F28A52DB}" destId="{1FEC5A9E-7086-4344-895D-80922C1F2B26}" srcOrd="1" destOrd="0" presId="urn:microsoft.com/office/officeart/2005/8/layout/orgChart1"/>
    <dgm:cxn modelId="{6E29BA60-2C05-4EE9-A84B-98510D25A7D3}" type="presParOf" srcId="{F315E9D3-878F-4975-9418-E786198149FD}" destId="{0BA4AE9F-9C75-4A3A-B979-F78D1063AB28}" srcOrd="1" destOrd="0" presId="urn:microsoft.com/office/officeart/2005/8/layout/orgChart1"/>
    <dgm:cxn modelId="{E586F65D-971A-4A07-ACF1-51183054F5FE}" type="presParOf" srcId="{0BA4AE9F-9C75-4A3A-B979-F78D1063AB28}" destId="{026C9660-FF75-43FA-BA6E-17821BD2DEF3}" srcOrd="0" destOrd="0" presId="urn:microsoft.com/office/officeart/2005/8/layout/orgChart1"/>
    <dgm:cxn modelId="{A43F37BD-B5E4-4DDC-A1D2-7831E8D6AA41}" type="presParOf" srcId="{0BA4AE9F-9C75-4A3A-B979-F78D1063AB28}" destId="{2E2C6498-6A77-4677-A60B-785F767B8352}" srcOrd="1" destOrd="0" presId="urn:microsoft.com/office/officeart/2005/8/layout/orgChart1"/>
    <dgm:cxn modelId="{96B988ED-8D6D-48E7-874E-FB18EB3565B2}" type="presParOf" srcId="{2E2C6498-6A77-4677-A60B-785F767B8352}" destId="{06CA2D29-7059-46DC-B075-2C245C2D3C3B}" srcOrd="0" destOrd="0" presId="urn:microsoft.com/office/officeart/2005/8/layout/orgChart1"/>
    <dgm:cxn modelId="{808188AE-CEE2-45D1-92BA-26055FB24F11}" type="presParOf" srcId="{06CA2D29-7059-46DC-B075-2C245C2D3C3B}" destId="{8F0E4182-AEA6-4491-B666-BF6ABDFBF1A8}" srcOrd="0" destOrd="0" presId="urn:microsoft.com/office/officeart/2005/8/layout/orgChart1"/>
    <dgm:cxn modelId="{4502F125-7E0F-4160-A1CE-EFCD72E9CB3F}" type="presParOf" srcId="{06CA2D29-7059-46DC-B075-2C245C2D3C3B}" destId="{38DAB6C2-2547-4487-AFC5-DBA71890C45D}" srcOrd="1" destOrd="0" presId="urn:microsoft.com/office/officeart/2005/8/layout/orgChart1"/>
    <dgm:cxn modelId="{F9DEBEE4-DB4D-4C00-B34A-901CBF734CBE}" type="presParOf" srcId="{2E2C6498-6A77-4677-A60B-785F767B8352}" destId="{2D3321EF-53BB-4EC2-8BD6-BE9B9F727676}" srcOrd="1" destOrd="0" presId="urn:microsoft.com/office/officeart/2005/8/layout/orgChart1"/>
    <dgm:cxn modelId="{1764D361-CB4C-4FCA-B1B9-3BAD9BB092ED}" type="presParOf" srcId="{2E2C6498-6A77-4677-A60B-785F767B8352}" destId="{9F0CB90B-AC17-45E9-8910-5905B6F23AAB}" srcOrd="2" destOrd="0" presId="urn:microsoft.com/office/officeart/2005/8/layout/orgChart1"/>
    <dgm:cxn modelId="{E6217E04-F160-4659-AAD1-729B56958CE2}" type="presParOf" srcId="{0BA4AE9F-9C75-4A3A-B979-F78D1063AB28}" destId="{4A68D821-C38F-4E78-996B-5336EE976D80}" srcOrd="2" destOrd="0" presId="urn:microsoft.com/office/officeart/2005/8/layout/orgChart1"/>
    <dgm:cxn modelId="{ADC55428-9072-4B86-AD91-418B903D84BA}" type="presParOf" srcId="{0BA4AE9F-9C75-4A3A-B979-F78D1063AB28}" destId="{4FC7F466-2B08-4122-A809-509A7D6744A9}" srcOrd="3" destOrd="0" presId="urn:microsoft.com/office/officeart/2005/8/layout/orgChart1"/>
    <dgm:cxn modelId="{F840555F-66A5-4BAC-9E8A-5FBB224CD4BA}" type="presParOf" srcId="{4FC7F466-2B08-4122-A809-509A7D6744A9}" destId="{957DBCEE-86EB-409E-874E-FBA473D4CFB7}" srcOrd="0" destOrd="0" presId="urn:microsoft.com/office/officeart/2005/8/layout/orgChart1"/>
    <dgm:cxn modelId="{7234608A-1ABF-4865-B742-509E90BD6556}" type="presParOf" srcId="{957DBCEE-86EB-409E-874E-FBA473D4CFB7}" destId="{63F43D74-C92F-4405-82F3-8CF87E8B6D49}" srcOrd="0" destOrd="0" presId="urn:microsoft.com/office/officeart/2005/8/layout/orgChart1"/>
    <dgm:cxn modelId="{D406FCF3-13C6-4F04-B4BE-C9020117A078}" type="presParOf" srcId="{957DBCEE-86EB-409E-874E-FBA473D4CFB7}" destId="{936ED969-CE15-489B-B3B4-8805C3584411}" srcOrd="1" destOrd="0" presId="urn:microsoft.com/office/officeart/2005/8/layout/orgChart1"/>
    <dgm:cxn modelId="{4DEB9026-D304-4DFE-B37E-ED08DA9A67E6}" type="presParOf" srcId="{4FC7F466-2B08-4122-A809-509A7D6744A9}" destId="{49113740-39AD-406A-BE63-81C85C95EA59}" srcOrd="1" destOrd="0" presId="urn:microsoft.com/office/officeart/2005/8/layout/orgChart1"/>
    <dgm:cxn modelId="{898E03F6-5B32-437D-9FA3-BBC9DEFC39B9}" type="presParOf" srcId="{4FC7F466-2B08-4122-A809-509A7D6744A9}" destId="{19176991-11E7-4410-A01F-AA5A765FD9BD}" srcOrd="2" destOrd="0" presId="urn:microsoft.com/office/officeart/2005/8/layout/orgChart1"/>
    <dgm:cxn modelId="{FEA1DCD1-DF61-4E6C-A13F-60D63775BB00}" type="presParOf" srcId="{F315E9D3-878F-4975-9418-E786198149FD}" destId="{8F082D9B-D447-4505-88D3-BE6D3E4EC4A8}" srcOrd="2" destOrd="0" presId="urn:microsoft.com/office/officeart/2005/8/layout/orgChart1"/>
    <dgm:cxn modelId="{7DF1A545-EDB5-49DF-BDF1-76697AB9B427}" type="presParOf" srcId="{1213041C-B118-4827-B1BB-7F8DDDC31B5C}" destId="{2E66071B-1497-49FF-A0A0-D1EC0A696687}" srcOrd="2" destOrd="0" presId="urn:microsoft.com/office/officeart/2005/8/layout/orgChart1"/>
    <dgm:cxn modelId="{501B4B9E-43D1-429D-8710-FB7B6AEA37E0}" type="presParOf" srcId="{1213041C-B118-4827-B1BB-7F8DDDC31B5C}" destId="{A4C52968-C9ED-484C-B3B3-9576EF1D57FF}" srcOrd="3" destOrd="0" presId="urn:microsoft.com/office/officeart/2005/8/layout/orgChart1"/>
    <dgm:cxn modelId="{D9B50027-95A5-4937-A7BC-088F41333B28}" type="presParOf" srcId="{A4C52968-C9ED-484C-B3B3-9576EF1D57FF}" destId="{6941AF49-CFF5-4EFC-8E9A-1CB6D6BCA73C}" srcOrd="0" destOrd="0" presId="urn:microsoft.com/office/officeart/2005/8/layout/orgChart1"/>
    <dgm:cxn modelId="{865E0068-BD5F-4E0F-9E6E-ADC22C81DAF8}" type="presParOf" srcId="{6941AF49-CFF5-4EFC-8E9A-1CB6D6BCA73C}" destId="{4EE1CD45-15A9-4ED9-B4D4-653C4B01C593}" srcOrd="0" destOrd="0" presId="urn:microsoft.com/office/officeart/2005/8/layout/orgChart1"/>
    <dgm:cxn modelId="{FC8C80E0-79CD-4924-B30D-BE5888F42761}" type="presParOf" srcId="{6941AF49-CFF5-4EFC-8E9A-1CB6D6BCA73C}" destId="{2B9694A1-98BA-4D78-959F-B86EA958A15A}" srcOrd="1" destOrd="0" presId="urn:microsoft.com/office/officeart/2005/8/layout/orgChart1"/>
    <dgm:cxn modelId="{FC0C6200-B4AB-43F9-BFDB-B88D285016CF}" type="presParOf" srcId="{A4C52968-C9ED-484C-B3B3-9576EF1D57FF}" destId="{A289F321-B68F-46E6-98A4-014C9EDE2588}" srcOrd="1" destOrd="0" presId="urn:microsoft.com/office/officeart/2005/8/layout/orgChart1"/>
    <dgm:cxn modelId="{C92B1BFD-F150-49E8-BC55-4E29A7A4D43D}" type="presParOf" srcId="{A4C52968-C9ED-484C-B3B3-9576EF1D57FF}" destId="{7E548079-C495-484B-B10A-888601C2B0E8}" srcOrd="2" destOrd="0" presId="urn:microsoft.com/office/officeart/2005/8/layout/orgChart1"/>
    <dgm:cxn modelId="{6876064C-9C50-45AF-B325-B6371E71A8AC}" type="presParOf" srcId="{1213041C-B118-4827-B1BB-7F8DDDC31B5C}" destId="{0881AB1F-E691-4551-9DF5-3313D3C5E173}" srcOrd="4" destOrd="0" presId="urn:microsoft.com/office/officeart/2005/8/layout/orgChart1"/>
    <dgm:cxn modelId="{00FA4749-F7B1-46C0-A4AE-B56E756702D9}" type="presParOf" srcId="{1213041C-B118-4827-B1BB-7F8DDDC31B5C}" destId="{7EF48D8D-9CCB-4129-B7CA-1EA045575BAF}" srcOrd="5" destOrd="0" presId="urn:microsoft.com/office/officeart/2005/8/layout/orgChart1"/>
    <dgm:cxn modelId="{36F55E7A-2966-441D-A39E-76E8B6DF6F84}" type="presParOf" srcId="{7EF48D8D-9CCB-4129-B7CA-1EA045575BAF}" destId="{0A16AAC3-5B51-4936-9C33-E81806A06770}" srcOrd="0" destOrd="0" presId="urn:microsoft.com/office/officeart/2005/8/layout/orgChart1"/>
    <dgm:cxn modelId="{663B8D80-A399-4854-95A2-3F880581A3F2}" type="presParOf" srcId="{0A16AAC3-5B51-4936-9C33-E81806A06770}" destId="{944F106D-D0F9-4995-BA5C-C80262A96761}" srcOrd="0" destOrd="0" presId="urn:microsoft.com/office/officeart/2005/8/layout/orgChart1"/>
    <dgm:cxn modelId="{A9C0DFD2-7982-45B2-A0D2-54CA60E99A6B}" type="presParOf" srcId="{0A16AAC3-5B51-4936-9C33-E81806A06770}" destId="{1D4EA7C9-0C5A-4F71-B08B-D4B5AD4BAAA6}" srcOrd="1" destOrd="0" presId="urn:microsoft.com/office/officeart/2005/8/layout/orgChart1"/>
    <dgm:cxn modelId="{8DCCF5EF-2C7C-4BE7-B82E-D11BAB3C9F84}" type="presParOf" srcId="{7EF48D8D-9CCB-4129-B7CA-1EA045575BAF}" destId="{8115DA62-6A47-40CC-8678-D6CEF8133179}" srcOrd="1" destOrd="0" presId="urn:microsoft.com/office/officeart/2005/8/layout/orgChart1"/>
    <dgm:cxn modelId="{E126C7D9-96D4-4852-A016-62E5193C38EF}" type="presParOf" srcId="{8115DA62-6A47-40CC-8678-D6CEF8133179}" destId="{0F2F6869-91A4-4056-A7BC-ECCEBBD49DE6}" srcOrd="0" destOrd="0" presId="urn:microsoft.com/office/officeart/2005/8/layout/orgChart1"/>
    <dgm:cxn modelId="{D7262790-4561-4641-A289-BB5F5F88B6A8}" type="presParOf" srcId="{8115DA62-6A47-40CC-8678-D6CEF8133179}" destId="{915DA4C4-E93A-4D23-80A7-5F22BB61326E}" srcOrd="1" destOrd="0" presId="urn:microsoft.com/office/officeart/2005/8/layout/orgChart1"/>
    <dgm:cxn modelId="{AAB61523-D51F-4E68-9730-F82F7FB47357}" type="presParOf" srcId="{915DA4C4-E93A-4D23-80A7-5F22BB61326E}" destId="{03D2E4F2-C159-41CA-87F0-CA7D33DB4DB5}" srcOrd="0" destOrd="0" presId="urn:microsoft.com/office/officeart/2005/8/layout/orgChart1"/>
    <dgm:cxn modelId="{CE6D2261-8F45-4EDD-8334-ACBE95188CB6}" type="presParOf" srcId="{03D2E4F2-C159-41CA-87F0-CA7D33DB4DB5}" destId="{9964B43C-DE90-4165-AEAE-118271B4B4A5}" srcOrd="0" destOrd="0" presId="urn:microsoft.com/office/officeart/2005/8/layout/orgChart1"/>
    <dgm:cxn modelId="{11C0F177-B963-4788-B298-72BD6DF7F74F}" type="presParOf" srcId="{03D2E4F2-C159-41CA-87F0-CA7D33DB4DB5}" destId="{3D6E6557-DE8E-45F5-AF54-10C6B05CBD82}" srcOrd="1" destOrd="0" presId="urn:microsoft.com/office/officeart/2005/8/layout/orgChart1"/>
    <dgm:cxn modelId="{C31588E1-4CC7-4796-BCD6-AD141011EFB3}" type="presParOf" srcId="{915DA4C4-E93A-4D23-80A7-5F22BB61326E}" destId="{587F5B42-6A8F-4E31-971B-118C097EE803}" srcOrd="1" destOrd="0" presId="urn:microsoft.com/office/officeart/2005/8/layout/orgChart1"/>
    <dgm:cxn modelId="{5F2D32F7-5F31-4C21-BEA2-2DC5463ADD24}" type="presParOf" srcId="{915DA4C4-E93A-4D23-80A7-5F22BB61326E}" destId="{CADE85C9-394A-4FBA-A0D9-52FE0E08D786}" srcOrd="2" destOrd="0" presId="urn:microsoft.com/office/officeart/2005/8/layout/orgChart1"/>
    <dgm:cxn modelId="{2A166228-8133-45CA-BEC7-60CD11EE82E0}" type="presParOf" srcId="{8115DA62-6A47-40CC-8678-D6CEF8133179}" destId="{9AC1B701-EC58-4C0F-BDA1-B657B3AB46F4}" srcOrd="2" destOrd="0" presId="urn:microsoft.com/office/officeart/2005/8/layout/orgChart1"/>
    <dgm:cxn modelId="{969A469F-B643-460F-A3D4-E4CD275E298A}" type="presParOf" srcId="{8115DA62-6A47-40CC-8678-D6CEF8133179}" destId="{8CD1F70B-4595-4A13-BBF2-A8FABEA5C501}" srcOrd="3" destOrd="0" presId="urn:microsoft.com/office/officeart/2005/8/layout/orgChart1"/>
    <dgm:cxn modelId="{18EDEB0A-5782-4641-BC1B-9BA70845C3F3}" type="presParOf" srcId="{8CD1F70B-4595-4A13-BBF2-A8FABEA5C501}" destId="{5FEE8F7B-3EE5-47CA-B58E-AE2F06836A79}" srcOrd="0" destOrd="0" presId="urn:microsoft.com/office/officeart/2005/8/layout/orgChart1"/>
    <dgm:cxn modelId="{338E7EE7-AFA9-406E-A379-B1964635419A}" type="presParOf" srcId="{5FEE8F7B-3EE5-47CA-B58E-AE2F06836A79}" destId="{49EDB371-5631-496E-90BB-A744AB751372}" srcOrd="0" destOrd="0" presId="urn:microsoft.com/office/officeart/2005/8/layout/orgChart1"/>
    <dgm:cxn modelId="{7B4C74A8-327E-45EE-9D0F-642CDB9E307A}" type="presParOf" srcId="{5FEE8F7B-3EE5-47CA-B58E-AE2F06836A79}" destId="{2D18C892-20CD-427F-B012-25EF343BF333}" srcOrd="1" destOrd="0" presId="urn:microsoft.com/office/officeart/2005/8/layout/orgChart1"/>
    <dgm:cxn modelId="{1DE09C67-A1D5-49AD-AC2E-5C42945CC4C4}" type="presParOf" srcId="{8CD1F70B-4595-4A13-BBF2-A8FABEA5C501}" destId="{3D2F097E-5FA5-4035-BC66-28A68562E36A}" srcOrd="1" destOrd="0" presId="urn:microsoft.com/office/officeart/2005/8/layout/orgChart1"/>
    <dgm:cxn modelId="{2DF53BE5-2BE5-452C-8053-E953ADD0CACE}" type="presParOf" srcId="{8CD1F70B-4595-4A13-BBF2-A8FABEA5C501}" destId="{A5A7A1B3-595B-4A65-934D-486D0A80B9F1}" srcOrd="2" destOrd="0" presId="urn:microsoft.com/office/officeart/2005/8/layout/orgChart1"/>
    <dgm:cxn modelId="{3128BF56-CC37-4FC4-AA0A-5149CE155811}" type="presParOf" srcId="{7EF48D8D-9CCB-4129-B7CA-1EA045575BAF}" destId="{5ACC932A-57B9-4BBE-9AB7-60C35001F6BA}" srcOrd="2" destOrd="0" presId="urn:microsoft.com/office/officeart/2005/8/layout/orgChart1"/>
    <dgm:cxn modelId="{C47B7652-08F5-4375-8C15-54160200E083}" type="presParOf" srcId="{6F9688D0-F1CF-48EC-95E6-3197E24A4E7F}" destId="{103CEC01-AA76-4A5E-B07E-1C04DE8BBBB6}" srcOrd="2" destOrd="0" presId="urn:microsoft.com/office/officeart/2005/8/layout/orgChart1"/>
    <dgm:cxn modelId="{E1903D0F-C3E0-4C97-BB2B-BC894D1283F1}" type="presParOf" srcId="{301C4A68-42A7-4FA7-903F-733C0FB9CFBB}" destId="{86237A14-26A9-48AC-B9EF-A26D9996E5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A6B42-55F3-2242-92C1-3C14329A2C61}" type="doc">
      <dgm:prSet loTypeId="urn:microsoft.com/office/officeart/2005/8/layout/lProcess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F4F1BCF-E832-1448-82DE-3875DA383CDD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400" b="1" dirty="0" smtClean="0">
              <a:latin typeface="+mj-lt"/>
              <a:ea typeface="Adobe Fan Heiti Std B" pitchFamily="34" charset="-128"/>
            </a:rPr>
            <a:t>Founders</a:t>
          </a:r>
          <a:endParaRPr lang="en-US" sz="2400" b="1" dirty="0">
            <a:latin typeface="+mj-lt"/>
            <a:ea typeface="Adobe Fan Heiti Std B" pitchFamily="34" charset="-128"/>
          </a:endParaRPr>
        </a:p>
      </dgm:t>
    </dgm:pt>
    <dgm:pt modelId="{68BFE1FD-3AA8-624B-9358-AB342B283252}" type="parTrans" cxnId="{5AF3AFB4-2E81-C642-9362-42E0074268D1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08FC20D4-5745-EC43-B929-3C97DC630186}" type="sibTrans" cxnId="{5AF3AFB4-2E81-C642-9362-42E0074268D1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28708BB5-31D5-814F-9B77-DA77E0215E16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 algn="ctr">
            <a:spcAft>
              <a:spcPts val="0"/>
            </a:spcAft>
          </a:pPr>
          <a:r>
            <a:rPr lang="en-US" sz="1800" dirty="0" smtClean="0">
              <a:latin typeface="+mj-lt"/>
              <a:ea typeface="Adobe Fan Heiti Std B" pitchFamily="34" charset="-128"/>
            </a:rPr>
            <a:t>Often little or no pay </a:t>
          </a:r>
        </a:p>
        <a:p>
          <a:pPr algn="ctr">
            <a:spcAft>
              <a:spcPts val="0"/>
            </a:spcAft>
          </a:pPr>
          <a:r>
            <a:rPr lang="en-US" sz="1800" dirty="0" smtClean="0">
              <a:latin typeface="+mj-lt"/>
              <a:ea typeface="Adobe Fan Heiti Std B" pitchFamily="34" charset="-128"/>
            </a:rPr>
            <a:t>in the beginning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1EE8B1DA-9088-404E-AB41-E35AE4E508C0}" type="parTrans" cxnId="{F5198437-6D87-7245-A1E2-716387870033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3F4162E7-C814-AC48-83F7-6F31CCCC6577}" type="sibTrans" cxnId="{F5198437-6D87-7245-A1E2-716387870033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EAF038C0-E17D-E641-AE09-8BEFA8F08D29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800" dirty="0" smtClean="0">
              <a:latin typeface="+mj-lt"/>
              <a:ea typeface="Adobe Fan Heiti Std B" pitchFamily="34" charset="-128"/>
            </a:rPr>
            <a:t>Salary from another job or support from a spouse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C2FB92B9-AFE0-7B4D-A14F-BFAFC22616AC}" type="parTrans" cxnId="{F92A4EC5-8212-2D4D-AE14-1AAC9213DDAE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F23E2603-8355-B14B-BCF6-11841FF39FF3}" type="sibTrans" cxnId="{F92A4EC5-8212-2D4D-AE14-1AAC9213DDAE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00DCDD7E-CFAB-A646-B107-FBE8CFA43411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400" b="1" dirty="0" smtClean="0">
              <a:latin typeface="+mj-lt"/>
              <a:ea typeface="Adobe Fan Heiti Std B" pitchFamily="34" charset="-128"/>
            </a:rPr>
            <a:t>Employees</a:t>
          </a:r>
          <a:endParaRPr lang="en-US" sz="2400" b="1" dirty="0">
            <a:latin typeface="+mj-lt"/>
            <a:ea typeface="Adobe Fan Heiti Std B" pitchFamily="34" charset="-128"/>
          </a:endParaRPr>
        </a:p>
      </dgm:t>
    </dgm:pt>
    <dgm:pt modelId="{312CCECF-B298-924E-ADC0-C2FE522899A3}" type="parTrans" cxnId="{FE2ADAF3-E92A-6046-A9C3-BF328389F85E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0FC426A6-895B-0B40-BF7C-11F20D9D9DAE}" type="sibTrans" cxnId="{FE2ADAF3-E92A-6046-A9C3-BF328389F85E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20235F9A-6CCB-8F48-A217-4228D76B4E0C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800" dirty="0" smtClean="0">
              <a:latin typeface="+mj-lt"/>
              <a:ea typeface="Adobe Fan Heiti Std B" pitchFamily="34" charset="-128"/>
            </a:rPr>
            <a:t>Raise capital to pay salaries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5CD33AC5-3EEC-8441-A57F-C0727AA1BF8F}" type="parTrans" cxnId="{F74F330F-F149-CF48-955F-333D545BCDF4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CAAF685C-9518-0A42-A65E-94C483E36087}" type="sibTrans" cxnId="{F74F330F-F149-CF48-955F-333D545BCDF4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C48AD422-6B30-754F-8E8A-23B1F2DF0B3E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800" dirty="0" smtClean="0">
              <a:latin typeface="+mj-lt"/>
              <a:ea typeface="Adobe Fan Heiti Std B" pitchFamily="34" charset="-128"/>
            </a:rPr>
            <a:t>Offer stock incentives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CF3ED48B-BC3F-A64F-84DA-6911FC5B9B33}" type="parTrans" cxnId="{E1300077-A3AD-3E4B-BA2C-7BD3B8B816BC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D03A5D0C-C0B7-D84A-A0AD-C082F92851DF}" type="sibTrans" cxnId="{E1300077-A3AD-3E4B-BA2C-7BD3B8B816BC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5FFFB483-3D35-2B44-9944-3D510E796470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800" dirty="0" smtClean="0">
              <a:latin typeface="+mj-lt"/>
              <a:ea typeface="Adobe Fan Heiti Std B" pitchFamily="34" charset="-128"/>
            </a:rPr>
            <a:t>Prepare for diminished personal cash flow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C6BFC756-D333-F344-9BE6-8B76D666C532}" type="parTrans" cxnId="{B3DA260A-142D-FB4F-A58C-50D15D74B76B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7526F932-302C-334A-B0A7-5BA454C48024}" type="sibTrans" cxnId="{B3DA260A-142D-FB4F-A58C-50D15D74B76B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04BC7252-EC21-8740-9D8E-199F6BC23723}">
      <dgm:prSet phldrT="[Text]" custT="1"/>
      <dgm:spPr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800" dirty="0" smtClean="0">
              <a:latin typeface="+mj-lt"/>
              <a:ea typeface="Adobe Fan Heiti Std B" pitchFamily="34" charset="-128"/>
            </a:rPr>
            <a:t>Start positions as part-time until there</a:t>
          </a:r>
          <a:r>
            <a:rPr lang="en-US" sz="1800" dirty="0" smtClean="0">
              <a:latin typeface="+mj-lt"/>
              <a:ea typeface="Adobe Fan Heiti Std B" pitchFamily="34" charset="-128"/>
              <a:cs typeface="Arial" panose="020B0604020202020204" pitchFamily="34" charset="0"/>
            </a:rPr>
            <a:t>’</a:t>
          </a:r>
          <a:r>
            <a:rPr lang="en-US" sz="1800" dirty="0" smtClean="0">
              <a:latin typeface="+mj-lt"/>
              <a:ea typeface="Adobe Fan Heiti Std B" pitchFamily="34" charset="-128"/>
            </a:rPr>
            <a:t>s enough cash to pay full-time</a:t>
          </a:r>
          <a:endParaRPr lang="en-US" sz="1800" dirty="0">
            <a:latin typeface="+mj-lt"/>
            <a:ea typeface="Adobe Fan Heiti Std B" pitchFamily="34" charset="-128"/>
          </a:endParaRPr>
        </a:p>
      </dgm:t>
    </dgm:pt>
    <dgm:pt modelId="{8B154FB5-7A18-0D45-B106-3120D1E6B049}" type="parTrans" cxnId="{CE4C7B8C-FFA1-BF4A-A486-5594A5147373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0C4C0FE0-5297-9947-8EFD-0D7CD96C734B}" type="sibTrans" cxnId="{CE4C7B8C-FFA1-BF4A-A486-5594A5147373}">
      <dgm:prSet/>
      <dgm:spPr/>
      <dgm:t>
        <a:bodyPr/>
        <a:lstStyle/>
        <a:p>
          <a:endParaRPr lang="en-US" sz="1400">
            <a:latin typeface="+mj-lt"/>
            <a:ea typeface="Adobe Fan Heiti Std B" pitchFamily="34" charset="-128"/>
          </a:endParaRPr>
        </a:p>
      </dgm:t>
    </dgm:pt>
    <dgm:pt modelId="{4C416DE7-F037-754D-B521-DD77EA973749}" type="pres">
      <dgm:prSet presAssocID="{755A6B42-55F3-2242-92C1-3C14329A2C6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596538-29D8-BE4C-B317-6372286D97DA}" type="pres">
      <dgm:prSet presAssocID="{4F4F1BCF-E832-1448-82DE-3875DA383CDD}" presName="vertFlow" presStyleCnt="0"/>
      <dgm:spPr/>
      <dgm:t>
        <a:bodyPr/>
        <a:lstStyle/>
        <a:p>
          <a:endParaRPr lang="en-US"/>
        </a:p>
      </dgm:t>
    </dgm:pt>
    <dgm:pt modelId="{C424F22D-2EBB-2746-B754-F28750C3510B}" type="pres">
      <dgm:prSet presAssocID="{4F4F1BCF-E832-1448-82DE-3875DA383CDD}" presName="header" presStyleLbl="node1" presStyleIdx="0" presStyleCnt="2"/>
      <dgm:spPr/>
      <dgm:t>
        <a:bodyPr/>
        <a:lstStyle/>
        <a:p>
          <a:endParaRPr lang="en-US"/>
        </a:p>
      </dgm:t>
    </dgm:pt>
    <dgm:pt modelId="{2701CD27-DBF0-9A46-A3DC-DAE9DA0C2263}" type="pres">
      <dgm:prSet presAssocID="{1EE8B1DA-9088-404E-AB41-E35AE4E508C0}" presName="parTrans" presStyleLbl="sibTrans2D1" presStyleIdx="0" presStyleCnt="6"/>
      <dgm:spPr/>
      <dgm:t>
        <a:bodyPr/>
        <a:lstStyle/>
        <a:p>
          <a:endParaRPr lang="en-US"/>
        </a:p>
      </dgm:t>
    </dgm:pt>
    <dgm:pt modelId="{F72CAFC1-682E-5347-81A8-09C97A706CB1}" type="pres">
      <dgm:prSet presAssocID="{28708BB5-31D5-814F-9B77-DA77E0215E16}" presName="child" presStyleLbl="alignAccFollow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EFFC10-52CF-F449-ABC6-86EE989293EE}" type="pres">
      <dgm:prSet presAssocID="{3F4162E7-C814-AC48-83F7-6F31CCCC6577}" presName="sibTrans" presStyleLbl="sibTrans2D1" presStyleIdx="1" presStyleCnt="6"/>
      <dgm:spPr/>
      <dgm:t>
        <a:bodyPr/>
        <a:lstStyle/>
        <a:p>
          <a:endParaRPr lang="en-US"/>
        </a:p>
      </dgm:t>
    </dgm:pt>
    <dgm:pt modelId="{1ED63151-5FF5-9D4C-93BB-AF04ACC076B0}" type="pres">
      <dgm:prSet presAssocID="{EAF038C0-E17D-E641-AE09-8BEFA8F08D29}" presName="child" presStyleLbl="alignAccFollow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FA3F43-1805-9D4A-B8DC-DC43D3F35022}" type="pres">
      <dgm:prSet presAssocID="{F23E2603-8355-B14B-BCF6-11841FF39FF3}" presName="sibTrans" presStyleLbl="sibTrans2D1" presStyleIdx="2" presStyleCnt="6"/>
      <dgm:spPr/>
      <dgm:t>
        <a:bodyPr/>
        <a:lstStyle/>
        <a:p>
          <a:endParaRPr lang="en-US"/>
        </a:p>
      </dgm:t>
    </dgm:pt>
    <dgm:pt modelId="{E0468C9B-398B-5741-9360-1F3896A86B8C}" type="pres">
      <dgm:prSet presAssocID="{5FFFB483-3D35-2B44-9944-3D510E796470}" presName="child" presStyleLbl="alignAccFollow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2B767D-F828-9048-BE73-6792DD23EF78}" type="pres">
      <dgm:prSet presAssocID="{4F4F1BCF-E832-1448-82DE-3875DA383CDD}" presName="hSp" presStyleCnt="0"/>
      <dgm:spPr/>
      <dgm:t>
        <a:bodyPr/>
        <a:lstStyle/>
        <a:p>
          <a:endParaRPr lang="en-US"/>
        </a:p>
      </dgm:t>
    </dgm:pt>
    <dgm:pt modelId="{6A49B1C2-DA2E-FD49-B922-86B749372671}" type="pres">
      <dgm:prSet presAssocID="{00DCDD7E-CFAB-A646-B107-FBE8CFA43411}" presName="vertFlow" presStyleCnt="0"/>
      <dgm:spPr/>
      <dgm:t>
        <a:bodyPr/>
        <a:lstStyle/>
        <a:p>
          <a:endParaRPr lang="en-US"/>
        </a:p>
      </dgm:t>
    </dgm:pt>
    <dgm:pt modelId="{9F0F0A54-44F5-DB4E-A43A-8C02D3DBAE60}" type="pres">
      <dgm:prSet presAssocID="{00DCDD7E-CFAB-A646-B107-FBE8CFA43411}" presName="header" presStyleLbl="node1" presStyleIdx="1" presStyleCnt="2"/>
      <dgm:spPr/>
      <dgm:t>
        <a:bodyPr/>
        <a:lstStyle/>
        <a:p>
          <a:endParaRPr lang="en-US"/>
        </a:p>
      </dgm:t>
    </dgm:pt>
    <dgm:pt modelId="{2820F38B-D7CB-C847-B583-67C72E617075}" type="pres">
      <dgm:prSet presAssocID="{5CD33AC5-3EEC-8441-A57F-C0727AA1BF8F}" presName="parTrans" presStyleLbl="sibTrans2D1" presStyleIdx="3" presStyleCnt="6"/>
      <dgm:spPr/>
      <dgm:t>
        <a:bodyPr/>
        <a:lstStyle/>
        <a:p>
          <a:endParaRPr lang="en-US"/>
        </a:p>
      </dgm:t>
    </dgm:pt>
    <dgm:pt modelId="{D722332F-153C-1D44-9F47-7747EEFC2357}" type="pres">
      <dgm:prSet presAssocID="{20235F9A-6CCB-8F48-A217-4228D76B4E0C}" presName="child" presStyleLbl="alignAccFollow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DE60D4-E892-F746-8087-215ADB6A7E08}" type="pres">
      <dgm:prSet presAssocID="{CAAF685C-9518-0A42-A65E-94C483E36087}" presName="sibTrans" presStyleLbl="sibTrans2D1" presStyleIdx="4" presStyleCnt="6"/>
      <dgm:spPr/>
      <dgm:t>
        <a:bodyPr/>
        <a:lstStyle/>
        <a:p>
          <a:endParaRPr lang="en-US"/>
        </a:p>
      </dgm:t>
    </dgm:pt>
    <dgm:pt modelId="{A14A7E22-7432-C349-B5AA-C1263E1FB9BE}" type="pres">
      <dgm:prSet presAssocID="{C48AD422-6B30-754F-8E8A-23B1F2DF0B3E}" presName="child" presStyleLbl="alignAccFollow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43F0C0-5EED-D54B-9A4E-BC375D8152D7}" type="pres">
      <dgm:prSet presAssocID="{D03A5D0C-C0B7-D84A-A0AD-C082F92851DF}" presName="sibTrans" presStyleLbl="sibTrans2D1" presStyleIdx="5" presStyleCnt="6"/>
      <dgm:spPr/>
      <dgm:t>
        <a:bodyPr/>
        <a:lstStyle/>
        <a:p>
          <a:endParaRPr lang="en-US"/>
        </a:p>
      </dgm:t>
    </dgm:pt>
    <dgm:pt modelId="{4D93F70D-B6C0-CD47-89CA-8F6500EB9F6E}" type="pres">
      <dgm:prSet presAssocID="{04BC7252-EC21-8740-9D8E-199F6BC23723}" presName="child" presStyleLbl="alignAccFollow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7169AA-36B5-45D1-9F34-AE3564D43BCF}" type="presOf" srcId="{00DCDD7E-CFAB-A646-B107-FBE8CFA43411}" destId="{9F0F0A54-44F5-DB4E-A43A-8C02D3DBAE60}" srcOrd="0" destOrd="0" presId="urn:microsoft.com/office/officeart/2005/8/layout/lProcess1"/>
    <dgm:cxn modelId="{D3E54100-A3F7-435A-A305-0035C0B79204}" type="presOf" srcId="{5FFFB483-3D35-2B44-9944-3D510E796470}" destId="{E0468C9B-398B-5741-9360-1F3896A86B8C}" srcOrd="0" destOrd="0" presId="urn:microsoft.com/office/officeart/2005/8/layout/lProcess1"/>
    <dgm:cxn modelId="{76532A35-8828-4E18-BA5F-C453F6A25081}" type="presOf" srcId="{3F4162E7-C814-AC48-83F7-6F31CCCC6577}" destId="{ECEFFC10-52CF-F449-ABC6-86EE989293EE}" srcOrd="0" destOrd="0" presId="urn:microsoft.com/office/officeart/2005/8/layout/lProcess1"/>
    <dgm:cxn modelId="{293F6EAA-DE19-4C17-9FAF-D965EA4E6C22}" type="presOf" srcId="{04BC7252-EC21-8740-9D8E-199F6BC23723}" destId="{4D93F70D-B6C0-CD47-89CA-8F6500EB9F6E}" srcOrd="0" destOrd="0" presId="urn:microsoft.com/office/officeart/2005/8/layout/lProcess1"/>
    <dgm:cxn modelId="{62C7CA08-844B-4D08-8745-C5CFC3D687E3}" type="presOf" srcId="{5CD33AC5-3EEC-8441-A57F-C0727AA1BF8F}" destId="{2820F38B-D7CB-C847-B583-67C72E617075}" srcOrd="0" destOrd="0" presId="urn:microsoft.com/office/officeart/2005/8/layout/lProcess1"/>
    <dgm:cxn modelId="{26A682CF-669F-4399-89EB-78AC99CF7CFD}" type="presOf" srcId="{D03A5D0C-C0B7-D84A-A0AD-C082F92851DF}" destId="{F243F0C0-5EED-D54B-9A4E-BC375D8152D7}" srcOrd="0" destOrd="0" presId="urn:microsoft.com/office/officeart/2005/8/layout/lProcess1"/>
    <dgm:cxn modelId="{FE2ADAF3-E92A-6046-A9C3-BF328389F85E}" srcId="{755A6B42-55F3-2242-92C1-3C14329A2C61}" destId="{00DCDD7E-CFAB-A646-B107-FBE8CFA43411}" srcOrd="1" destOrd="0" parTransId="{312CCECF-B298-924E-ADC0-C2FE522899A3}" sibTransId="{0FC426A6-895B-0B40-BF7C-11F20D9D9DAE}"/>
    <dgm:cxn modelId="{24F73E77-D8B8-4D32-89B1-02099CA6B416}" type="presOf" srcId="{C48AD422-6B30-754F-8E8A-23B1F2DF0B3E}" destId="{A14A7E22-7432-C349-B5AA-C1263E1FB9BE}" srcOrd="0" destOrd="0" presId="urn:microsoft.com/office/officeart/2005/8/layout/lProcess1"/>
    <dgm:cxn modelId="{CE4C7B8C-FFA1-BF4A-A486-5594A5147373}" srcId="{00DCDD7E-CFAB-A646-B107-FBE8CFA43411}" destId="{04BC7252-EC21-8740-9D8E-199F6BC23723}" srcOrd="2" destOrd="0" parTransId="{8B154FB5-7A18-0D45-B106-3120D1E6B049}" sibTransId="{0C4C0FE0-5297-9947-8EFD-0D7CD96C734B}"/>
    <dgm:cxn modelId="{F74F330F-F149-CF48-955F-333D545BCDF4}" srcId="{00DCDD7E-CFAB-A646-B107-FBE8CFA43411}" destId="{20235F9A-6CCB-8F48-A217-4228D76B4E0C}" srcOrd="0" destOrd="0" parTransId="{5CD33AC5-3EEC-8441-A57F-C0727AA1BF8F}" sibTransId="{CAAF685C-9518-0A42-A65E-94C483E36087}"/>
    <dgm:cxn modelId="{E1300077-A3AD-3E4B-BA2C-7BD3B8B816BC}" srcId="{00DCDD7E-CFAB-A646-B107-FBE8CFA43411}" destId="{C48AD422-6B30-754F-8E8A-23B1F2DF0B3E}" srcOrd="1" destOrd="0" parTransId="{CF3ED48B-BC3F-A64F-84DA-6911FC5B9B33}" sibTransId="{D03A5D0C-C0B7-D84A-A0AD-C082F92851DF}"/>
    <dgm:cxn modelId="{FDDB50D0-34B4-48BF-89AB-ACEEB0989C0A}" type="presOf" srcId="{28708BB5-31D5-814F-9B77-DA77E0215E16}" destId="{F72CAFC1-682E-5347-81A8-09C97A706CB1}" srcOrd="0" destOrd="0" presId="urn:microsoft.com/office/officeart/2005/8/layout/lProcess1"/>
    <dgm:cxn modelId="{B045F736-989E-45D0-A925-109008B59C98}" type="presOf" srcId="{CAAF685C-9518-0A42-A65E-94C483E36087}" destId="{17DE60D4-E892-F746-8087-215ADB6A7E08}" srcOrd="0" destOrd="0" presId="urn:microsoft.com/office/officeart/2005/8/layout/lProcess1"/>
    <dgm:cxn modelId="{B3DA260A-142D-FB4F-A58C-50D15D74B76B}" srcId="{4F4F1BCF-E832-1448-82DE-3875DA383CDD}" destId="{5FFFB483-3D35-2B44-9944-3D510E796470}" srcOrd="2" destOrd="0" parTransId="{C6BFC756-D333-F344-9BE6-8B76D666C532}" sibTransId="{7526F932-302C-334A-B0A7-5BA454C48024}"/>
    <dgm:cxn modelId="{F92A4EC5-8212-2D4D-AE14-1AAC9213DDAE}" srcId="{4F4F1BCF-E832-1448-82DE-3875DA383CDD}" destId="{EAF038C0-E17D-E641-AE09-8BEFA8F08D29}" srcOrd="1" destOrd="0" parTransId="{C2FB92B9-AFE0-7B4D-A14F-BFAFC22616AC}" sibTransId="{F23E2603-8355-B14B-BCF6-11841FF39FF3}"/>
    <dgm:cxn modelId="{A0BC5B59-E8ED-4597-872C-10C85C072923}" type="presOf" srcId="{1EE8B1DA-9088-404E-AB41-E35AE4E508C0}" destId="{2701CD27-DBF0-9A46-A3DC-DAE9DA0C2263}" srcOrd="0" destOrd="0" presId="urn:microsoft.com/office/officeart/2005/8/layout/lProcess1"/>
    <dgm:cxn modelId="{DDBA72A4-EEED-4259-8329-5D2148BA5C2B}" type="presOf" srcId="{20235F9A-6CCB-8F48-A217-4228D76B4E0C}" destId="{D722332F-153C-1D44-9F47-7747EEFC2357}" srcOrd="0" destOrd="0" presId="urn:microsoft.com/office/officeart/2005/8/layout/lProcess1"/>
    <dgm:cxn modelId="{1D6ED755-B3B0-487D-A86F-286B97DF2844}" type="presOf" srcId="{F23E2603-8355-B14B-BCF6-11841FF39FF3}" destId="{51FA3F43-1805-9D4A-B8DC-DC43D3F35022}" srcOrd="0" destOrd="0" presId="urn:microsoft.com/office/officeart/2005/8/layout/lProcess1"/>
    <dgm:cxn modelId="{92E4B890-F07E-4FBD-9791-4FCA78EF6629}" type="presOf" srcId="{755A6B42-55F3-2242-92C1-3C14329A2C61}" destId="{4C416DE7-F037-754D-B521-DD77EA973749}" srcOrd="0" destOrd="0" presId="urn:microsoft.com/office/officeart/2005/8/layout/lProcess1"/>
    <dgm:cxn modelId="{B689D09D-E28D-4885-BFFD-E78916B9EDC7}" type="presOf" srcId="{4F4F1BCF-E832-1448-82DE-3875DA383CDD}" destId="{C424F22D-2EBB-2746-B754-F28750C3510B}" srcOrd="0" destOrd="0" presId="urn:microsoft.com/office/officeart/2005/8/layout/lProcess1"/>
    <dgm:cxn modelId="{F9FBB6B9-9095-48B3-B033-DA01842F428B}" type="presOf" srcId="{EAF038C0-E17D-E641-AE09-8BEFA8F08D29}" destId="{1ED63151-5FF5-9D4C-93BB-AF04ACC076B0}" srcOrd="0" destOrd="0" presId="urn:microsoft.com/office/officeart/2005/8/layout/lProcess1"/>
    <dgm:cxn modelId="{F5198437-6D87-7245-A1E2-716387870033}" srcId="{4F4F1BCF-E832-1448-82DE-3875DA383CDD}" destId="{28708BB5-31D5-814F-9B77-DA77E0215E16}" srcOrd="0" destOrd="0" parTransId="{1EE8B1DA-9088-404E-AB41-E35AE4E508C0}" sibTransId="{3F4162E7-C814-AC48-83F7-6F31CCCC6577}"/>
    <dgm:cxn modelId="{5AF3AFB4-2E81-C642-9362-42E0074268D1}" srcId="{755A6B42-55F3-2242-92C1-3C14329A2C61}" destId="{4F4F1BCF-E832-1448-82DE-3875DA383CDD}" srcOrd="0" destOrd="0" parTransId="{68BFE1FD-3AA8-624B-9358-AB342B283252}" sibTransId="{08FC20D4-5745-EC43-B929-3C97DC630186}"/>
    <dgm:cxn modelId="{E9E33E69-E6E6-461E-914B-8396E13200F7}" type="presParOf" srcId="{4C416DE7-F037-754D-B521-DD77EA973749}" destId="{32596538-29D8-BE4C-B317-6372286D97DA}" srcOrd="0" destOrd="0" presId="urn:microsoft.com/office/officeart/2005/8/layout/lProcess1"/>
    <dgm:cxn modelId="{0D62FBB0-B368-4068-959E-3B127EDAEF34}" type="presParOf" srcId="{32596538-29D8-BE4C-B317-6372286D97DA}" destId="{C424F22D-2EBB-2746-B754-F28750C3510B}" srcOrd="0" destOrd="0" presId="urn:microsoft.com/office/officeart/2005/8/layout/lProcess1"/>
    <dgm:cxn modelId="{F4AC5E5F-349A-4360-84BB-031BE5ACA556}" type="presParOf" srcId="{32596538-29D8-BE4C-B317-6372286D97DA}" destId="{2701CD27-DBF0-9A46-A3DC-DAE9DA0C2263}" srcOrd="1" destOrd="0" presId="urn:microsoft.com/office/officeart/2005/8/layout/lProcess1"/>
    <dgm:cxn modelId="{0C0C3BC8-18BA-49EB-A92B-E4A494F8B5C7}" type="presParOf" srcId="{32596538-29D8-BE4C-B317-6372286D97DA}" destId="{F72CAFC1-682E-5347-81A8-09C97A706CB1}" srcOrd="2" destOrd="0" presId="urn:microsoft.com/office/officeart/2005/8/layout/lProcess1"/>
    <dgm:cxn modelId="{030A9E13-004C-46C6-A2D3-4A43CC33C6B8}" type="presParOf" srcId="{32596538-29D8-BE4C-B317-6372286D97DA}" destId="{ECEFFC10-52CF-F449-ABC6-86EE989293EE}" srcOrd="3" destOrd="0" presId="urn:microsoft.com/office/officeart/2005/8/layout/lProcess1"/>
    <dgm:cxn modelId="{E2DF0E8D-8E9C-4E7B-B512-34D1D706149E}" type="presParOf" srcId="{32596538-29D8-BE4C-B317-6372286D97DA}" destId="{1ED63151-5FF5-9D4C-93BB-AF04ACC076B0}" srcOrd="4" destOrd="0" presId="urn:microsoft.com/office/officeart/2005/8/layout/lProcess1"/>
    <dgm:cxn modelId="{779285F6-37EF-4A05-932E-4B19BB08A8D8}" type="presParOf" srcId="{32596538-29D8-BE4C-B317-6372286D97DA}" destId="{51FA3F43-1805-9D4A-B8DC-DC43D3F35022}" srcOrd="5" destOrd="0" presId="urn:microsoft.com/office/officeart/2005/8/layout/lProcess1"/>
    <dgm:cxn modelId="{D74D997D-8AB0-4578-94DB-55EFA37119B5}" type="presParOf" srcId="{32596538-29D8-BE4C-B317-6372286D97DA}" destId="{E0468C9B-398B-5741-9360-1F3896A86B8C}" srcOrd="6" destOrd="0" presId="urn:microsoft.com/office/officeart/2005/8/layout/lProcess1"/>
    <dgm:cxn modelId="{6C5F366F-C886-4386-8148-ECFEC5000387}" type="presParOf" srcId="{4C416DE7-F037-754D-B521-DD77EA973749}" destId="{902B767D-F828-9048-BE73-6792DD23EF78}" srcOrd="1" destOrd="0" presId="urn:microsoft.com/office/officeart/2005/8/layout/lProcess1"/>
    <dgm:cxn modelId="{386FC551-613A-488C-A290-DBD34F3A82BF}" type="presParOf" srcId="{4C416DE7-F037-754D-B521-DD77EA973749}" destId="{6A49B1C2-DA2E-FD49-B922-86B749372671}" srcOrd="2" destOrd="0" presId="urn:microsoft.com/office/officeart/2005/8/layout/lProcess1"/>
    <dgm:cxn modelId="{17E7EDFD-869F-45FE-892D-89AEBF4D6164}" type="presParOf" srcId="{6A49B1C2-DA2E-FD49-B922-86B749372671}" destId="{9F0F0A54-44F5-DB4E-A43A-8C02D3DBAE60}" srcOrd="0" destOrd="0" presId="urn:microsoft.com/office/officeart/2005/8/layout/lProcess1"/>
    <dgm:cxn modelId="{305DEF65-2CC8-421B-9171-9CF0D6B32D2A}" type="presParOf" srcId="{6A49B1C2-DA2E-FD49-B922-86B749372671}" destId="{2820F38B-D7CB-C847-B583-67C72E617075}" srcOrd="1" destOrd="0" presId="urn:microsoft.com/office/officeart/2005/8/layout/lProcess1"/>
    <dgm:cxn modelId="{E8F26FD6-64B7-403A-948B-7CEA27F75224}" type="presParOf" srcId="{6A49B1C2-DA2E-FD49-B922-86B749372671}" destId="{D722332F-153C-1D44-9F47-7747EEFC2357}" srcOrd="2" destOrd="0" presId="urn:microsoft.com/office/officeart/2005/8/layout/lProcess1"/>
    <dgm:cxn modelId="{F37EADC0-F206-44B1-8A6B-37314C137F7D}" type="presParOf" srcId="{6A49B1C2-DA2E-FD49-B922-86B749372671}" destId="{17DE60D4-E892-F746-8087-215ADB6A7E08}" srcOrd="3" destOrd="0" presId="urn:microsoft.com/office/officeart/2005/8/layout/lProcess1"/>
    <dgm:cxn modelId="{04FC3D89-85E4-4697-9A5C-A66CD52700CC}" type="presParOf" srcId="{6A49B1C2-DA2E-FD49-B922-86B749372671}" destId="{A14A7E22-7432-C349-B5AA-C1263E1FB9BE}" srcOrd="4" destOrd="0" presId="urn:microsoft.com/office/officeart/2005/8/layout/lProcess1"/>
    <dgm:cxn modelId="{251F92C9-B280-4E02-BFBB-EC9B5CF667C1}" type="presParOf" srcId="{6A49B1C2-DA2E-FD49-B922-86B749372671}" destId="{F243F0C0-5EED-D54B-9A4E-BC375D8152D7}" srcOrd="5" destOrd="0" presId="urn:microsoft.com/office/officeart/2005/8/layout/lProcess1"/>
    <dgm:cxn modelId="{B8D27A1A-1103-4573-AD91-C8D83F9F8628}" type="presParOf" srcId="{6A49B1C2-DA2E-FD49-B922-86B749372671}" destId="{4D93F70D-B6C0-CD47-89CA-8F6500EB9F6E}" srcOrd="6" destOrd="0" presId="urn:microsoft.com/office/officeart/2005/8/layout/lProcess1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D07460-650B-E149-B3A2-7668C61C15E8}" type="doc">
      <dgm:prSet loTypeId="urn:microsoft.com/office/officeart/2005/8/layout/radial1" loCatId="relationship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9727EF8-8D95-FC41-BBA5-BBB959D66E56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Virtual Team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387A6693-25C8-ED48-8ACA-90A3E3815DEE}" type="parTrans" cxnId="{35C8F4EC-A5FA-3C4E-A0B8-871AD7EC3772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BEA9D4D6-031F-D04A-B365-190BACB356D9}" type="sibTrans" cxnId="{35C8F4EC-A5FA-3C4E-A0B8-871AD7EC3772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793A4F90-DB8B-8241-A03A-929575801E63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Accountant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ADADA931-3692-5D47-A2FB-372AB7DE2188}" type="parTrans" cxnId="{7ADE5ECF-8C5B-FB4E-B3E2-0B7F4FBBB8ED}">
      <dgm:prSet custT="1"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E0E600F1-D19F-0847-BE5E-BD367C799E60}" type="sibTrans" cxnId="{7ADE5ECF-8C5B-FB4E-B3E2-0B7F4FBBB8ED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4C6FCCF1-EBC1-2742-AD74-189DB1F4C91D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Outside investors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698041E1-9465-FE46-AD72-47A248B9208A}" type="parTrans" cxnId="{BDAE1328-6C9C-014B-8439-86DC43702E11}">
      <dgm:prSet custT="1"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2BC177AD-C1FD-264C-8F4B-EF54E339FBE6}" type="sibTrans" cxnId="{BDAE1328-6C9C-014B-8439-86DC43702E11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FD9C3FE8-2F3E-DC4E-9204-17C03FF40808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Board of directors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9E66921C-9E4F-DA44-9500-1493CB898F05}" type="parTrans" cxnId="{677918BB-80DC-6843-BAC1-979C5E623089}">
      <dgm:prSet custT="1"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2CA22CF9-EF12-8E4F-8239-CF7029059F19}" type="sibTrans" cxnId="{677918BB-80DC-6843-BAC1-979C5E623089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7E62DE32-7CB8-F044-821F-862A45CACA3F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Lawyers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03A67DA0-E184-EA4F-90A6-AFC573C5EB18}" type="parTrans" cxnId="{CBD7B048-A350-794A-A600-F14226912565}">
      <dgm:prSet custT="1"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89E9ECF0-BD86-6F4B-9D2A-3242E200CE76}" type="sibTrans" cxnId="{CBD7B048-A350-794A-A600-F14226912565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7DEC18D2-A0EF-734C-AA6F-B29996AB58E1}">
      <dgm:prSet phldrT="[Text]" custT="1"/>
      <dgm:spPr/>
      <dgm:t>
        <a:bodyPr/>
        <a:lstStyle/>
        <a:p>
          <a:r>
            <a:rPr lang="en-US" sz="18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Board of advisors</a:t>
          </a:r>
          <a:endParaRPr lang="en-US" sz="18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03F4C069-F459-DE47-9ABC-17E88C1E2BF6}" type="parTrans" cxnId="{365014EA-16FB-FA4C-8F1D-5CF0AE7DA0CD}">
      <dgm:prSet custT="1"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C45B34FE-271B-D54B-9FA0-E32EF4C1A224}" type="sibTrans" cxnId="{365014EA-16FB-FA4C-8F1D-5CF0AE7DA0CD}">
      <dgm:prSet/>
      <dgm:spPr/>
      <dgm:t>
        <a:bodyPr/>
        <a:lstStyle/>
        <a:p>
          <a:endParaRPr lang="en-US" sz="18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9570F94E-5074-A541-A62D-8880AACAD995}" type="pres">
      <dgm:prSet presAssocID="{06D07460-650B-E149-B3A2-7668C61C15E8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5FC9872-9C4D-5340-BEA0-E8205040D1AF}" type="pres">
      <dgm:prSet presAssocID="{49727EF8-8D95-FC41-BBA5-BBB959D66E56}" presName="centerShape" presStyleLbl="node0" presStyleIdx="0" presStyleCnt="1"/>
      <dgm:spPr/>
      <dgm:t>
        <a:bodyPr/>
        <a:lstStyle/>
        <a:p>
          <a:endParaRPr lang="en-US"/>
        </a:p>
      </dgm:t>
    </dgm:pt>
    <dgm:pt modelId="{034E9D58-2EF3-0E40-8545-D07195C39F7C}" type="pres">
      <dgm:prSet presAssocID="{ADADA931-3692-5D47-A2FB-372AB7DE2188}" presName="Name9" presStyleLbl="parChTrans1D2" presStyleIdx="0" presStyleCnt="5"/>
      <dgm:spPr/>
      <dgm:t>
        <a:bodyPr/>
        <a:lstStyle/>
        <a:p>
          <a:endParaRPr lang="en-US"/>
        </a:p>
      </dgm:t>
    </dgm:pt>
    <dgm:pt modelId="{79CDCE2C-8209-F945-A314-1F6A2B2FD408}" type="pres">
      <dgm:prSet presAssocID="{ADADA931-3692-5D47-A2FB-372AB7DE2188}" presName="connTx" presStyleLbl="parChTrans1D2" presStyleIdx="0" presStyleCnt="5"/>
      <dgm:spPr/>
      <dgm:t>
        <a:bodyPr/>
        <a:lstStyle/>
        <a:p>
          <a:endParaRPr lang="en-US"/>
        </a:p>
      </dgm:t>
    </dgm:pt>
    <dgm:pt modelId="{73D154FB-918C-5840-B279-531E0B4AACBE}" type="pres">
      <dgm:prSet presAssocID="{793A4F90-DB8B-8241-A03A-929575801E63}" presName="node" presStyleLbl="node1" presStyleIdx="0" presStyleCnt="5" custScaleX="134144" custScaleY="108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E805ED-7ABE-3842-9D3A-78A6D021D1F7}" type="pres">
      <dgm:prSet presAssocID="{698041E1-9465-FE46-AD72-47A248B9208A}" presName="Name9" presStyleLbl="parChTrans1D2" presStyleIdx="1" presStyleCnt="5"/>
      <dgm:spPr/>
      <dgm:t>
        <a:bodyPr/>
        <a:lstStyle/>
        <a:p>
          <a:endParaRPr lang="en-US"/>
        </a:p>
      </dgm:t>
    </dgm:pt>
    <dgm:pt modelId="{CF1CC584-9C1A-2D4E-B7C9-3F18D99E17CD}" type="pres">
      <dgm:prSet presAssocID="{698041E1-9465-FE46-AD72-47A248B9208A}" presName="connTx" presStyleLbl="parChTrans1D2" presStyleIdx="1" presStyleCnt="5"/>
      <dgm:spPr/>
      <dgm:t>
        <a:bodyPr/>
        <a:lstStyle/>
        <a:p>
          <a:endParaRPr lang="en-US"/>
        </a:p>
      </dgm:t>
    </dgm:pt>
    <dgm:pt modelId="{34AFCD7D-5043-9F4E-9C19-4F0D48AB3C46}" type="pres">
      <dgm:prSet presAssocID="{4C6FCCF1-EBC1-2742-AD74-189DB1F4C91D}" presName="node" presStyleLbl="node1" presStyleIdx="1" presStyleCnt="5" custScaleX="134144" custScaleY="108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EE74A2-CEF5-0248-BC0F-9925723EB77B}" type="pres">
      <dgm:prSet presAssocID="{9E66921C-9E4F-DA44-9500-1493CB898F05}" presName="Name9" presStyleLbl="parChTrans1D2" presStyleIdx="2" presStyleCnt="5"/>
      <dgm:spPr/>
      <dgm:t>
        <a:bodyPr/>
        <a:lstStyle/>
        <a:p>
          <a:endParaRPr lang="en-US"/>
        </a:p>
      </dgm:t>
    </dgm:pt>
    <dgm:pt modelId="{F340D7AA-5A08-6445-B35C-C7EC557A76E0}" type="pres">
      <dgm:prSet presAssocID="{9E66921C-9E4F-DA44-9500-1493CB898F05}" presName="connTx" presStyleLbl="parChTrans1D2" presStyleIdx="2" presStyleCnt="5"/>
      <dgm:spPr/>
      <dgm:t>
        <a:bodyPr/>
        <a:lstStyle/>
        <a:p>
          <a:endParaRPr lang="en-US"/>
        </a:p>
      </dgm:t>
    </dgm:pt>
    <dgm:pt modelId="{0E428A2D-786A-6741-B118-43A450A4C512}" type="pres">
      <dgm:prSet presAssocID="{FD9C3FE8-2F3E-DC4E-9204-17C03FF40808}" presName="node" presStyleLbl="node1" presStyleIdx="2" presStyleCnt="5" custScaleX="134144" custScaleY="108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92D12D-BCDE-9446-8183-A69BBAFF8848}" type="pres">
      <dgm:prSet presAssocID="{03A67DA0-E184-EA4F-90A6-AFC573C5EB18}" presName="Name9" presStyleLbl="parChTrans1D2" presStyleIdx="3" presStyleCnt="5"/>
      <dgm:spPr/>
      <dgm:t>
        <a:bodyPr/>
        <a:lstStyle/>
        <a:p>
          <a:endParaRPr lang="en-US"/>
        </a:p>
      </dgm:t>
    </dgm:pt>
    <dgm:pt modelId="{72D8AEE9-660B-574B-97A5-3B7B5EB59C80}" type="pres">
      <dgm:prSet presAssocID="{03A67DA0-E184-EA4F-90A6-AFC573C5EB18}" presName="connTx" presStyleLbl="parChTrans1D2" presStyleIdx="3" presStyleCnt="5"/>
      <dgm:spPr/>
      <dgm:t>
        <a:bodyPr/>
        <a:lstStyle/>
        <a:p>
          <a:endParaRPr lang="en-US"/>
        </a:p>
      </dgm:t>
    </dgm:pt>
    <dgm:pt modelId="{9B919B7F-784F-954D-BBA8-A40FCF941A0F}" type="pres">
      <dgm:prSet presAssocID="{7E62DE32-7CB8-F044-821F-862A45CACA3F}" presName="node" presStyleLbl="node1" presStyleIdx="3" presStyleCnt="5" custScaleX="134144" custScaleY="108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C85AE2-77B3-7A42-8692-B01F4CF55A19}" type="pres">
      <dgm:prSet presAssocID="{03F4C069-F459-DE47-9ABC-17E88C1E2BF6}" presName="Name9" presStyleLbl="parChTrans1D2" presStyleIdx="4" presStyleCnt="5"/>
      <dgm:spPr/>
      <dgm:t>
        <a:bodyPr/>
        <a:lstStyle/>
        <a:p>
          <a:endParaRPr lang="en-US"/>
        </a:p>
      </dgm:t>
    </dgm:pt>
    <dgm:pt modelId="{66B36BB5-7CF6-2348-8118-FCA0C02B4582}" type="pres">
      <dgm:prSet presAssocID="{03F4C069-F459-DE47-9ABC-17E88C1E2BF6}" presName="connTx" presStyleLbl="parChTrans1D2" presStyleIdx="4" presStyleCnt="5"/>
      <dgm:spPr/>
      <dgm:t>
        <a:bodyPr/>
        <a:lstStyle/>
        <a:p>
          <a:endParaRPr lang="en-US"/>
        </a:p>
      </dgm:t>
    </dgm:pt>
    <dgm:pt modelId="{CE4ECEDB-EC0B-764A-B994-8E6A7C6A4599}" type="pres">
      <dgm:prSet presAssocID="{7DEC18D2-A0EF-734C-AA6F-B29996AB58E1}" presName="node" presStyleLbl="node1" presStyleIdx="4" presStyleCnt="5" custScaleX="134144" custScaleY="108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A87668-E531-4B3C-817E-9B7D24AEC8A7}" type="presOf" srcId="{4C6FCCF1-EBC1-2742-AD74-189DB1F4C91D}" destId="{34AFCD7D-5043-9F4E-9C19-4F0D48AB3C46}" srcOrd="0" destOrd="0" presId="urn:microsoft.com/office/officeart/2005/8/layout/radial1"/>
    <dgm:cxn modelId="{BDAE1328-6C9C-014B-8439-86DC43702E11}" srcId="{49727EF8-8D95-FC41-BBA5-BBB959D66E56}" destId="{4C6FCCF1-EBC1-2742-AD74-189DB1F4C91D}" srcOrd="1" destOrd="0" parTransId="{698041E1-9465-FE46-AD72-47A248B9208A}" sibTransId="{2BC177AD-C1FD-264C-8F4B-EF54E339FBE6}"/>
    <dgm:cxn modelId="{1600C565-8C7A-48E3-9008-0325CC41CBBB}" type="presOf" srcId="{03F4C069-F459-DE47-9ABC-17E88C1E2BF6}" destId="{66B36BB5-7CF6-2348-8118-FCA0C02B4582}" srcOrd="1" destOrd="0" presId="urn:microsoft.com/office/officeart/2005/8/layout/radial1"/>
    <dgm:cxn modelId="{0A727A87-1CF5-47F1-8F8D-9194B618294F}" type="presOf" srcId="{698041E1-9465-FE46-AD72-47A248B9208A}" destId="{CF1CC584-9C1A-2D4E-B7C9-3F18D99E17CD}" srcOrd="1" destOrd="0" presId="urn:microsoft.com/office/officeart/2005/8/layout/radial1"/>
    <dgm:cxn modelId="{8FBEF672-8CC5-4213-8888-75F8093EFA69}" type="presOf" srcId="{7E62DE32-7CB8-F044-821F-862A45CACA3F}" destId="{9B919B7F-784F-954D-BBA8-A40FCF941A0F}" srcOrd="0" destOrd="0" presId="urn:microsoft.com/office/officeart/2005/8/layout/radial1"/>
    <dgm:cxn modelId="{E0184A33-F660-4866-B078-E0D29B62851D}" type="presOf" srcId="{FD9C3FE8-2F3E-DC4E-9204-17C03FF40808}" destId="{0E428A2D-786A-6741-B118-43A450A4C512}" srcOrd="0" destOrd="0" presId="urn:microsoft.com/office/officeart/2005/8/layout/radial1"/>
    <dgm:cxn modelId="{677918BB-80DC-6843-BAC1-979C5E623089}" srcId="{49727EF8-8D95-FC41-BBA5-BBB959D66E56}" destId="{FD9C3FE8-2F3E-DC4E-9204-17C03FF40808}" srcOrd="2" destOrd="0" parTransId="{9E66921C-9E4F-DA44-9500-1493CB898F05}" sibTransId="{2CA22CF9-EF12-8E4F-8239-CF7029059F19}"/>
    <dgm:cxn modelId="{A51927C4-E673-48DC-99F9-734BF88749BE}" type="presOf" srcId="{03A67DA0-E184-EA4F-90A6-AFC573C5EB18}" destId="{1292D12D-BCDE-9446-8183-A69BBAFF8848}" srcOrd="0" destOrd="0" presId="urn:microsoft.com/office/officeart/2005/8/layout/radial1"/>
    <dgm:cxn modelId="{7ADE5ECF-8C5B-FB4E-B3E2-0B7F4FBBB8ED}" srcId="{49727EF8-8D95-FC41-BBA5-BBB959D66E56}" destId="{793A4F90-DB8B-8241-A03A-929575801E63}" srcOrd="0" destOrd="0" parTransId="{ADADA931-3692-5D47-A2FB-372AB7DE2188}" sibTransId="{E0E600F1-D19F-0847-BE5E-BD367C799E60}"/>
    <dgm:cxn modelId="{9550C0A2-3B2B-4D48-97FB-0F4199582E17}" type="presOf" srcId="{7DEC18D2-A0EF-734C-AA6F-B29996AB58E1}" destId="{CE4ECEDB-EC0B-764A-B994-8E6A7C6A4599}" srcOrd="0" destOrd="0" presId="urn:microsoft.com/office/officeart/2005/8/layout/radial1"/>
    <dgm:cxn modelId="{E3DE8DA1-3D6F-4878-A638-004D83927790}" type="presOf" srcId="{698041E1-9465-FE46-AD72-47A248B9208A}" destId="{EAE805ED-7ABE-3842-9D3A-78A6D021D1F7}" srcOrd="0" destOrd="0" presId="urn:microsoft.com/office/officeart/2005/8/layout/radial1"/>
    <dgm:cxn modelId="{169A9CC7-74AC-4280-B0D8-195148282F4C}" type="presOf" srcId="{9E66921C-9E4F-DA44-9500-1493CB898F05}" destId="{F340D7AA-5A08-6445-B35C-C7EC557A76E0}" srcOrd="1" destOrd="0" presId="urn:microsoft.com/office/officeart/2005/8/layout/radial1"/>
    <dgm:cxn modelId="{B2ECD951-F0E3-474A-83E9-C7C455DF6DB2}" type="presOf" srcId="{ADADA931-3692-5D47-A2FB-372AB7DE2188}" destId="{79CDCE2C-8209-F945-A314-1F6A2B2FD408}" srcOrd="1" destOrd="0" presId="urn:microsoft.com/office/officeart/2005/8/layout/radial1"/>
    <dgm:cxn modelId="{8B9C99B3-AF7C-4AFC-97F5-5C4D4B5463F9}" type="presOf" srcId="{ADADA931-3692-5D47-A2FB-372AB7DE2188}" destId="{034E9D58-2EF3-0E40-8545-D07195C39F7C}" srcOrd="0" destOrd="0" presId="urn:microsoft.com/office/officeart/2005/8/layout/radial1"/>
    <dgm:cxn modelId="{20794FAF-F0ED-4AA0-9ACD-9B2BEC1FA90E}" type="presOf" srcId="{06D07460-650B-E149-B3A2-7668C61C15E8}" destId="{9570F94E-5074-A541-A62D-8880AACAD995}" srcOrd="0" destOrd="0" presId="urn:microsoft.com/office/officeart/2005/8/layout/radial1"/>
    <dgm:cxn modelId="{CBD7B048-A350-794A-A600-F14226912565}" srcId="{49727EF8-8D95-FC41-BBA5-BBB959D66E56}" destId="{7E62DE32-7CB8-F044-821F-862A45CACA3F}" srcOrd="3" destOrd="0" parTransId="{03A67DA0-E184-EA4F-90A6-AFC573C5EB18}" sibTransId="{89E9ECF0-BD86-6F4B-9D2A-3242E200CE76}"/>
    <dgm:cxn modelId="{7AC1087B-C047-45E3-B337-D143FEF16AA7}" type="presOf" srcId="{03F4C069-F459-DE47-9ABC-17E88C1E2BF6}" destId="{5FC85AE2-77B3-7A42-8692-B01F4CF55A19}" srcOrd="0" destOrd="0" presId="urn:microsoft.com/office/officeart/2005/8/layout/radial1"/>
    <dgm:cxn modelId="{EE9A2E28-4B99-481A-8EF5-50FC000A8E9B}" type="presOf" srcId="{9E66921C-9E4F-DA44-9500-1493CB898F05}" destId="{5EEE74A2-CEF5-0248-BC0F-9925723EB77B}" srcOrd="0" destOrd="0" presId="urn:microsoft.com/office/officeart/2005/8/layout/radial1"/>
    <dgm:cxn modelId="{35C8F4EC-A5FA-3C4E-A0B8-871AD7EC3772}" srcId="{06D07460-650B-E149-B3A2-7668C61C15E8}" destId="{49727EF8-8D95-FC41-BBA5-BBB959D66E56}" srcOrd="0" destOrd="0" parTransId="{387A6693-25C8-ED48-8ACA-90A3E3815DEE}" sibTransId="{BEA9D4D6-031F-D04A-B365-190BACB356D9}"/>
    <dgm:cxn modelId="{A7BA3D96-7D80-4236-921F-F25BDC8499BB}" type="presOf" srcId="{793A4F90-DB8B-8241-A03A-929575801E63}" destId="{73D154FB-918C-5840-B279-531E0B4AACBE}" srcOrd="0" destOrd="0" presId="urn:microsoft.com/office/officeart/2005/8/layout/radial1"/>
    <dgm:cxn modelId="{365014EA-16FB-FA4C-8F1D-5CF0AE7DA0CD}" srcId="{49727EF8-8D95-FC41-BBA5-BBB959D66E56}" destId="{7DEC18D2-A0EF-734C-AA6F-B29996AB58E1}" srcOrd="4" destOrd="0" parTransId="{03F4C069-F459-DE47-9ABC-17E88C1E2BF6}" sibTransId="{C45B34FE-271B-D54B-9FA0-E32EF4C1A224}"/>
    <dgm:cxn modelId="{36CACC73-23A1-45A3-A017-5059E8E1F29F}" type="presOf" srcId="{03A67DA0-E184-EA4F-90A6-AFC573C5EB18}" destId="{72D8AEE9-660B-574B-97A5-3B7B5EB59C80}" srcOrd="1" destOrd="0" presId="urn:microsoft.com/office/officeart/2005/8/layout/radial1"/>
    <dgm:cxn modelId="{7AE78590-4D0C-432A-9EBB-E1579802F20C}" type="presOf" srcId="{49727EF8-8D95-FC41-BBA5-BBB959D66E56}" destId="{25FC9872-9C4D-5340-BEA0-E8205040D1AF}" srcOrd="0" destOrd="0" presId="urn:microsoft.com/office/officeart/2005/8/layout/radial1"/>
    <dgm:cxn modelId="{BA40A547-04CF-405B-840F-384641E61DDD}" type="presParOf" srcId="{9570F94E-5074-A541-A62D-8880AACAD995}" destId="{25FC9872-9C4D-5340-BEA0-E8205040D1AF}" srcOrd="0" destOrd="0" presId="urn:microsoft.com/office/officeart/2005/8/layout/radial1"/>
    <dgm:cxn modelId="{C352FF87-3903-44EA-ADCE-9EC19BC3827C}" type="presParOf" srcId="{9570F94E-5074-A541-A62D-8880AACAD995}" destId="{034E9D58-2EF3-0E40-8545-D07195C39F7C}" srcOrd="1" destOrd="0" presId="urn:microsoft.com/office/officeart/2005/8/layout/radial1"/>
    <dgm:cxn modelId="{F7ECFD53-F9EA-4507-9A28-16924CD8EC03}" type="presParOf" srcId="{034E9D58-2EF3-0E40-8545-D07195C39F7C}" destId="{79CDCE2C-8209-F945-A314-1F6A2B2FD408}" srcOrd="0" destOrd="0" presId="urn:microsoft.com/office/officeart/2005/8/layout/radial1"/>
    <dgm:cxn modelId="{8177D9A2-B329-4FE3-B166-E08DD1574587}" type="presParOf" srcId="{9570F94E-5074-A541-A62D-8880AACAD995}" destId="{73D154FB-918C-5840-B279-531E0B4AACBE}" srcOrd="2" destOrd="0" presId="urn:microsoft.com/office/officeart/2005/8/layout/radial1"/>
    <dgm:cxn modelId="{54CB7665-7F3B-45CD-B2B9-0F8DEA6BCA05}" type="presParOf" srcId="{9570F94E-5074-A541-A62D-8880AACAD995}" destId="{EAE805ED-7ABE-3842-9D3A-78A6D021D1F7}" srcOrd="3" destOrd="0" presId="urn:microsoft.com/office/officeart/2005/8/layout/radial1"/>
    <dgm:cxn modelId="{D83DFFCE-4F37-46F4-B172-61796CD1734A}" type="presParOf" srcId="{EAE805ED-7ABE-3842-9D3A-78A6D021D1F7}" destId="{CF1CC584-9C1A-2D4E-B7C9-3F18D99E17CD}" srcOrd="0" destOrd="0" presId="urn:microsoft.com/office/officeart/2005/8/layout/radial1"/>
    <dgm:cxn modelId="{FC1BAD81-550B-4C93-98D7-B70588850EEB}" type="presParOf" srcId="{9570F94E-5074-A541-A62D-8880AACAD995}" destId="{34AFCD7D-5043-9F4E-9C19-4F0D48AB3C46}" srcOrd="4" destOrd="0" presId="urn:microsoft.com/office/officeart/2005/8/layout/radial1"/>
    <dgm:cxn modelId="{1EBE4830-F2C9-49CC-8544-1F3CD3270298}" type="presParOf" srcId="{9570F94E-5074-A541-A62D-8880AACAD995}" destId="{5EEE74A2-CEF5-0248-BC0F-9925723EB77B}" srcOrd="5" destOrd="0" presId="urn:microsoft.com/office/officeart/2005/8/layout/radial1"/>
    <dgm:cxn modelId="{2CD9A39F-DC87-416B-99AA-9D5467FBFD8A}" type="presParOf" srcId="{5EEE74A2-CEF5-0248-BC0F-9925723EB77B}" destId="{F340D7AA-5A08-6445-B35C-C7EC557A76E0}" srcOrd="0" destOrd="0" presId="urn:microsoft.com/office/officeart/2005/8/layout/radial1"/>
    <dgm:cxn modelId="{44356863-BF37-4327-9497-8C91BA3589C9}" type="presParOf" srcId="{9570F94E-5074-A541-A62D-8880AACAD995}" destId="{0E428A2D-786A-6741-B118-43A450A4C512}" srcOrd="6" destOrd="0" presId="urn:microsoft.com/office/officeart/2005/8/layout/radial1"/>
    <dgm:cxn modelId="{E4DF99C7-CDC4-4026-8364-1CDD947D551E}" type="presParOf" srcId="{9570F94E-5074-A541-A62D-8880AACAD995}" destId="{1292D12D-BCDE-9446-8183-A69BBAFF8848}" srcOrd="7" destOrd="0" presId="urn:microsoft.com/office/officeart/2005/8/layout/radial1"/>
    <dgm:cxn modelId="{E820FA70-C44F-4333-8D8F-5B65EC025123}" type="presParOf" srcId="{1292D12D-BCDE-9446-8183-A69BBAFF8848}" destId="{72D8AEE9-660B-574B-97A5-3B7B5EB59C80}" srcOrd="0" destOrd="0" presId="urn:microsoft.com/office/officeart/2005/8/layout/radial1"/>
    <dgm:cxn modelId="{D3CAA48E-4710-42BF-A0FF-480B11D4F502}" type="presParOf" srcId="{9570F94E-5074-A541-A62D-8880AACAD995}" destId="{9B919B7F-784F-954D-BBA8-A40FCF941A0F}" srcOrd="8" destOrd="0" presId="urn:microsoft.com/office/officeart/2005/8/layout/radial1"/>
    <dgm:cxn modelId="{CE37DC9F-DB3A-4C82-A3A1-5FBB25DBADFF}" type="presParOf" srcId="{9570F94E-5074-A541-A62D-8880AACAD995}" destId="{5FC85AE2-77B3-7A42-8692-B01F4CF55A19}" srcOrd="9" destOrd="0" presId="urn:microsoft.com/office/officeart/2005/8/layout/radial1"/>
    <dgm:cxn modelId="{B27DDFD8-EEEA-41DA-93E9-809030B693D6}" type="presParOf" srcId="{5FC85AE2-77B3-7A42-8692-B01F4CF55A19}" destId="{66B36BB5-7CF6-2348-8118-FCA0C02B4582}" srcOrd="0" destOrd="0" presId="urn:microsoft.com/office/officeart/2005/8/layout/radial1"/>
    <dgm:cxn modelId="{93022C15-DA8A-4F72-A116-5D00C17BB91E}" type="presParOf" srcId="{9570F94E-5074-A541-A62D-8880AACAD995}" destId="{CE4ECEDB-EC0B-764A-B994-8E6A7C6A4599}" srcOrd="10" destOrd="0" presId="urn:microsoft.com/office/officeart/2005/8/layout/radial1"/>
  </dgm:cxnLst>
  <dgm:bg>
    <a:effectLst>
      <a:outerShdw blurRad="50800" dist="38100" dir="2700000" algn="tl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BB3010-975A-854F-A932-929CF058FD3E}" type="doc">
      <dgm:prSet loTypeId="urn:microsoft.com/office/officeart/2005/8/layout/cycle8" loCatId="cycle" qsTypeId="urn:microsoft.com/office/officeart/2005/8/quickstyle/simple4" qsCatId="simple" csTypeId="urn:microsoft.com/office/officeart/2005/8/colors/accent3_3" csCatId="accent3" phldr="1"/>
      <dgm:spPr/>
    </dgm:pt>
    <dgm:pt modelId="{88B51F81-E871-9347-9723-5C4EE88030FD}">
      <dgm:prSet phldrT="[Text]"/>
      <dgm:spPr/>
      <dgm:t>
        <a:bodyPr/>
        <a:lstStyle/>
        <a:p>
          <a:r>
            <a:rPr lang="en-US" smtClean="0">
              <a:latin typeface="Adobe Heiti Std R" pitchFamily="34" charset="-128"/>
              <a:ea typeface="Adobe Heiti Std R" pitchFamily="34" charset="-128"/>
            </a:rPr>
            <a:t>Burn out</a:t>
          </a:r>
          <a:endParaRPr lang="en-US" dirty="0">
            <a:latin typeface="Adobe Heiti Std R" pitchFamily="34" charset="-128"/>
            <a:ea typeface="Adobe Heiti Std R" pitchFamily="34" charset="-128"/>
          </a:endParaRPr>
        </a:p>
      </dgm:t>
    </dgm:pt>
    <dgm:pt modelId="{8174D72B-1506-5343-9539-2F078EC60531}" type="parTrans" cxnId="{0D921A67-9494-0E47-99A4-C93908272921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F9B739A6-819F-E547-9934-DB244AAF1203}" type="sibTrans" cxnId="{0D921A67-9494-0E47-99A4-C93908272921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9D626343-6596-4749-914F-41BF61A278F6}">
      <dgm:prSet phldrT="[Text]"/>
      <dgm:spPr/>
      <dgm:t>
        <a:bodyPr/>
        <a:lstStyle/>
        <a:p>
          <a:r>
            <a:rPr lang="en-US" smtClean="0">
              <a:latin typeface="Adobe Heiti Std R" pitchFamily="34" charset="-128"/>
              <a:ea typeface="Adobe Heiti Std R" pitchFamily="34" charset="-128"/>
            </a:rPr>
            <a:t>Interpersonal conflicts</a:t>
          </a:r>
          <a:endParaRPr lang="en-US" dirty="0">
            <a:latin typeface="Adobe Heiti Std R" pitchFamily="34" charset="-128"/>
            <a:ea typeface="Adobe Heiti Std R" pitchFamily="34" charset="-128"/>
          </a:endParaRPr>
        </a:p>
      </dgm:t>
    </dgm:pt>
    <dgm:pt modelId="{8F73DBED-D8C9-DB46-A0B6-9F29D4C4ED13}" type="parTrans" cxnId="{657C0C00-FC1E-454F-BC8D-8E0CF34F9246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2322A5AD-338C-C948-824D-43FC8BCC1005}" type="sibTrans" cxnId="{657C0C00-FC1E-454F-BC8D-8E0CF34F9246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74C9DC37-6FE3-F246-AA5F-57F7F7829A04}">
      <dgm:prSet phldrT="[Text]"/>
      <dgm:spPr/>
      <dgm:t>
        <a:bodyPr/>
        <a:lstStyle/>
        <a:p>
          <a:r>
            <a:rPr lang="en-US" smtClean="0">
              <a:latin typeface="Adobe Heiti Std R" pitchFamily="34" charset="-128"/>
              <a:ea typeface="Adobe Heiti Std R" pitchFamily="34" charset="-128"/>
            </a:rPr>
            <a:t>Family pressure</a:t>
          </a:r>
          <a:endParaRPr lang="en-US" dirty="0">
            <a:latin typeface="Adobe Heiti Std R" pitchFamily="34" charset="-128"/>
            <a:ea typeface="Adobe Heiti Std R" pitchFamily="34" charset="-128"/>
          </a:endParaRPr>
        </a:p>
      </dgm:t>
    </dgm:pt>
    <dgm:pt modelId="{542603E8-36D0-ED41-8FB9-5BFF7F64253A}" type="parTrans" cxnId="{A9400E0A-CC1A-CF4D-909D-DA8DCAC8B3BE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E1C4A9AA-7E74-4D4C-90E0-9D851865F257}" type="sibTrans" cxnId="{A9400E0A-CC1A-CF4D-909D-DA8DCAC8B3BE}">
      <dgm:prSet/>
      <dgm:spPr/>
      <dgm:t>
        <a:bodyPr/>
        <a:lstStyle/>
        <a:p>
          <a:endParaRPr lang="en-US">
            <a:solidFill>
              <a:schemeClr val="tx1"/>
            </a:solidFill>
            <a:latin typeface="Adobe Heiti Std R" pitchFamily="34" charset="-128"/>
            <a:ea typeface="Adobe Heiti Std R" pitchFamily="34" charset="-128"/>
          </a:endParaRPr>
        </a:p>
      </dgm:t>
    </dgm:pt>
    <dgm:pt modelId="{ED3B9055-C6B9-0842-9DF2-F07ECDC7DF34}" type="pres">
      <dgm:prSet presAssocID="{8FBB3010-975A-854F-A932-929CF058FD3E}" presName="compositeShape" presStyleCnt="0">
        <dgm:presLayoutVars>
          <dgm:chMax val="7"/>
          <dgm:dir/>
          <dgm:resizeHandles val="exact"/>
        </dgm:presLayoutVars>
      </dgm:prSet>
      <dgm:spPr/>
    </dgm:pt>
    <dgm:pt modelId="{34A8C127-B833-F546-910C-8BFB77C884CF}" type="pres">
      <dgm:prSet presAssocID="{8FBB3010-975A-854F-A932-929CF058FD3E}" presName="wedge1" presStyleLbl="node1" presStyleIdx="0" presStyleCnt="3"/>
      <dgm:spPr/>
      <dgm:t>
        <a:bodyPr/>
        <a:lstStyle/>
        <a:p>
          <a:endParaRPr lang="en-US"/>
        </a:p>
      </dgm:t>
    </dgm:pt>
    <dgm:pt modelId="{C3C6A799-F38A-F740-B0E3-399B9956DCB9}" type="pres">
      <dgm:prSet presAssocID="{8FBB3010-975A-854F-A932-929CF058FD3E}" presName="dummy1a" presStyleCnt="0"/>
      <dgm:spPr/>
    </dgm:pt>
    <dgm:pt modelId="{F795C6F0-79F4-4843-A7EF-8AE29CD696D0}" type="pres">
      <dgm:prSet presAssocID="{8FBB3010-975A-854F-A932-929CF058FD3E}" presName="dummy1b" presStyleCnt="0"/>
      <dgm:spPr/>
    </dgm:pt>
    <dgm:pt modelId="{47CDBF79-DF46-5149-8392-233BFDDCF72B}" type="pres">
      <dgm:prSet presAssocID="{8FBB3010-975A-854F-A932-929CF058FD3E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7CB1A1-1F24-6946-A481-1DC11AFAB75F}" type="pres">
      <dgm:prSet presAssocID="{8FBB3010-975A-854F-A932-929CF058FD3E}" presName="wedge2" presStyleLbl="node1" presStyleIdx="1" presStyleCnt="3"/>
      <dgm:spPr/>
      <dgm:t>
        <a:bodyPr/>
        <a:lstStyle/>
        <a:p>
          <a:endParaRPr lang="en-US"/>
        </a:p>
      </dgm:t>
    </dgm:pt>
    <dgm:pt modelId="{62416043-3146-4246-84E8-3F2304921C8E}" type="pres">
      <dgm:prSet presAssocID="{8FBB3010-975A-854F-A932-929CF058FD3E}" presName="dummy2a" presStyleCnt="0"/>
      <dgm:spPr/>
    </dgm:pt>
    <dgm:pt modelId="{E94F6B49-8A98-8E48-BF09-24B6DFCDD260}" type="pres">
      <dgm:prSet presAssocID="{8FBB3010-975A-854F-A932-929CF058FD3E}" presName="dummy2b" presStyleCnt="0"/>
      <dgm:spPr/>
    </dgm:pt>
    <dgm:pt modelId="{1D1EC706-C78F-0D4A-8BF9-0C6BBA64CB20}" type="pres">
      <dgm:prSet presAssocID="{8FBB3010-975A-854F-A932-929CF058FD3E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89CCA-98BD-EC4E-8706-1CCAF08AEA7E}" type="pres">
      <dgm:prSet presAssocID="{8FBB3010-975A-854F-A932-929CF058FD3E}" presName="wedge3" presStyleLbl="node1" presStyleIdx="2" presStyleCnt="3"/>
      <dgm:spPr/>
      <dgm:t>
        <a:bodyPr/>
        <a:lstStyle/>
        <a:p>
          <a:endParaRPr lang="en-US"/>
        </a:p>
      </dgm:t>
    </dgm:pt>
    <dgm:pt modelId="{A0D80C86-68E5-0A41-846E-B915A1BA5E7B}" type="pres">
      <dgm:prSet presAssocID="{8FBB3010-975A-854F-A932-929CF058FD3E}" presName="dummy3a" presStyleCnt="0"/>
      <dgm:spPr/>
    </dgm:pt>
    <dgm:pt modelId="{5D427453-7426-354E-A331-94AB12751E35}" type="pres">
      <dgm:prSet presAssocID="{8FBB3010-975A-854F-A932-929CF058FD3E}" presName="dummy3b" presStyleCnt="0"/>
      <dgm:spPr/>
    </dgm:pt>
    <dgm:pt modelId="{4E76733E-783D-0C4F-A833-54A955A9F6F8}" type="pres">
      <dgm:prSet presAssocID="{8FBB3010-975A-854F-A932-929CF058FD3E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F3F51A-FFDF-0441-9618-6AD77A60A831}" type="pres">
      <dgm:prSet presAssocID="{F9B739A6-819F-E547-9934-DB244AAF1203}" presName="arrowWedge1" presStyleLbl="fgSibTrans2D1" presStyleIdx="0" presStyleCnt="3"/>
      <dgm:spPr/>
    </dgm:pt>
    <dgm:pt modelId="{217BCF31-228E-5C4B-B643-E6F320DBE03F}" type="pres">
      <dgm:prSet presAssocID="{2322A5AD-338C-C948-824D-43FC8BCC1005}" presName="arrowWedge2" presStyleLbl="fgSibTrans2D1" presStyleIdx="1" presStyleCnt="3"/>
      <dgm:spPr/>
    </dgm:pt>
    <dgm:pt modelId="{0ED7F1B8-0BF1-2345-8E20-640D1CAE98F2}" type="pres">
      <dgm:prSet presAssocID="{E1C4A9AA-7E74-4D4C-90E0-9D851865F257}" presName="arrowWedge3" presStyleLbl="fgSibTrans2D1" presStyleIdx="2" presStyleCnt="3"/>
      <dgm:spPr/>
    </dgm:pt>
  </dgm:ptLst>
  <dgm:cxnLst>
    <dgm:cxn modelId="{C293D566-A0CA-4C02-809D-4AC10DF11EF1}" type="presOf" srcId="{74C9DC37-6FE3-F246-AA5F-57F7F7829A04}" destId="{4E76733E-783D-0C4F-A833-54A955A9F6F8}" srcOrd="1" destOrd="0" presId="urn:microsoft.com/office/officeart/2005/8/layout/cycle8"/>
    <dgm:cxn modelId="{A9400E0A-CC1A-CF4D-909D-DA8DCAC8B3BE}" srcId="{8FBB3010-975A-854F-A932-929CF058FD3E}" destId="{74C9DC37-6FE3-F246-AA5F-57F7F7829A04}" srcOrd="2" destOrd="0" parTransId="{542603E8-36D0-ED41-8FB9-5BFF7F64253A}" sibTransId="{E1C4A9AA-7E74-4D4C-90E0-9D851865F257}"/>
    <dgm:cxn modelId="{890D3F4D-41EC-4F91-9B71-D776DA1738E5}" type="presOf" srcId="{88B51F81-E871-9347-9723-5C4EE88030FD}" destId="{47CDBF79-DF46-5149-8392-233BFDDCF72B}" srcOrd="1" destOrd="0" presId="urn:microsoft.com/office/officeart/2005/8/layout/cycle8"/>
    <dgm:cxn modelId="{657C0C00-FC1E-454F-BC8D-8E0CF34F9246}" srcId="{8FBB3010-975A-854F-A932-929CF058FD3E}" destId="{9D626343-6596-4749-914F-41BF61A278F6}" srcOrd="1" destOrd="0" parTransId="{8F73DBED-D8C9-DB46-A0B6-9F29D4C4ED13}" sibTransId="{2322A5AD-338C-C948-824D-43FC8BCC1005}"/>
    <dgm:cxn modelId="{B1A14D62-870D-4388-88DB-459B2641030A}" type="presOf" srcId="{8FBB3010-975A-854F-A932-929CF058FD3E}" destId="{ED3B9055-C6B9-0842-9DF2-F07ECDC7DF34}" srcOrd="0" destOrd="0" presId="urn:microsoft.com/office/officeart/2005/8/layout/cycle8"/>
    <dgm:cxn modelId="{5BE627D6-D6DC-406C-9459-871370B4E5BA}" type="presOf" srcId="{9D626343-6596-4749-914F-41BF61A278F6}" destId="{F57CB1A1-1F24-6946-A481-1DC11AFAB75F}" srcOrd="0" destOrd="0" presId="urn:microsoft.com/office/officeart/2005/8/layout/cycle8"/>
    <dgm:cxn modelId="{0513BB61-682D-4CD4-8ED6-2C160C21D1F3}" type="presOf" srcId="{74C9DC37-6FE3-F246-AA5F-57F7F7829A04}" destId="{0AE89CCA-98BD-EC4E-8706-1CCAF08AEA7E}" srcOrd="0" destOrd="0" presId="urn:microsoft.com/office/officeart/2005/8/layout/cycle8"/>
    <dgm:cxn modelId="{EF398402-5700-462C-9D1B-1B290D6A84C3}" type="presOf" srcId="{88B51F81-E871-9347-9723-5C4EE88030FD}" destId="{34A8C127-B833-F546-910C-8BFB77C884CF}" srcOrd="0" destOrd="0" presId="urn:microsoft.com/office/officeart/2005/8/layout/cycle8"/>
    <dgm:cxn modelId="{EF0122B0-1F83-4315-A5C8-CBD7699A194C}" type="presOf" srcId="{9D626343-6596-4749-914F-41BF61A278F6}" destId="{1D1EC706-C78F-0D4A-8BF9-0C6BBA64CB20}" srcOrd="1" destOrd="0" presId="urn:microsoft.com/office/officeart/2005/8/layout/cycle8"/>
    <dgm:cxn modelId="{0D921A67-9494-0E47-99A4-C93908272921}" srcId="{8FBB3010-975A-854F-A932-929CF058FD3E}" destId="{88B51F81-E871-9347-9723-5C4EE88030FD}" srcOrd="0" destOrd="0" parTransId="{8174D72B-1506-5343-9539-2F078EC60531}" sibTransId="{F9B739A6-819F-E547-9934-DB244AAF1203}"/>
    <dgm:cxn modelId="{A2BC8355-F68B-4E84-88FF-3E01F26B5F38}" type="presParOf" srcId="{ED3B9055-C6B9-0842-9DF2-F07ECDC7DF34}" destId="{34A8C127-B833-F546-910C-8BFB77C884CF}" srcOrd="0" destOrd="0" presId="urn:microsoft.com/office/officeart/2005/8/layout/cycle8"/>
    <dgm:cxn modelId="{BB7FEE49-B45F-4CBA-9B1A-B0C74A1053CC}" type="presParOf" srcId="{ED3B9055-C6B9-0842-9DF2-F07ECDC7DF34}" destId="{C3C6A799-F38A-F740-B0E3-399B9956DCB9}" srcOrd="1" destOrd="0" presId="urn:microsoft.com/office/officeart/2005/8/layout/cycle8"/>
    <dgm:cxn modelId="{4C61F5C4-E816-4FD0-B919-5269BFB2C433}" type="presParOf" srcId="{ED3B9055-C6B9-0842-9DF2-F07ECDC7DF34}" destId="{F795C6F0-79F4-4843-A7EF-8AE29CD696D0}" srcOrd="2" destOrd="0" presId="urn:microsoft.com/office/officeart/2005/8/layout/cycle8"/>
    <dgm:cxn modelId="{13915E04-1561-4DAE-9222-0DF694E53272}" type="presParOf" srcId="{ED3B9055-C6B9-0842-9DF2-F07ECDC7DF34}" destId="{47CDBF79-DF46-5149-8392-233BFDDCF72B}" srcOrd="3" destOrd="0" presId="urn:microsoft.com/office/officeart/2005/8/layout/cycle8"/>
    <dgm:cxn modelId="{8A66C5D9-399F-4205-B728-57995EC74849}" type="presParOf" srcId="{ED3B9055-C6B9-0842-9DF2-F07ECDC7DF34}" destId="{F57CB1A1-1F24-6946-A481-1DC11AFAB75F}" srcOrd="4" destOrd="0" presId="urn:microsoft.com/office/officeart/2005/8/layout/cycle8"/>
    <dgm:cxn modelId="{AB02D2A3-7FB8-49CB-B6E9-7D29E4DFA5A4}" type="presParOf" srcId="{ED3B9055-C6B9-0842-9DF2-F07ECDC7DF34}" destId="{62416043-3146-4246-84E8-3F2304921C8E}" srcOrd="5" destOrd="0" presId="urn:microsoft.com/office/officeart/2005/8/layout/cycle8"/>
    <dgm:cxn modelId="{DED6944A-58E4-4489-BE83-A8E387958330}" type="presParOf" srcId="{ED3B9055-C6B9-0842-9DF2-F07ECDC7DF34}" destId="{E94F6B49-8A98-8E48-BF09-24B6DFCDD260}" srcOrd="6" destOrd="0" presId="urn:microsoft.com/office/officeart/2005/8/layout/cycle8"/>
    <dgm:cxn modelId="{33F26BC0-25E3-4F40-8A85-EEA316EA6707}" type="presParOf" srcId="{ED3B9055-C6B9-0842-9DF2-F07ECDC7DF34}" destId="{1D1EC706-C78F-0D4A-8BF9-0C6BBA64CB20}" srcOrd="7" destOrd="0" presId="urn:microsoft.com/office/officeart/2005/8/layout/cycle8"/>
    <dgm:cxn modelId="{C7107EFB-D43A-4D76-B8F5-E9F34F0A4AB2}" type="presParOf" srcId="{ED3B9055-C6B9-0842-9DF2-F07ECDC7DF34}" destId="{0AE89CCA-98BD-EC4E-8706-1CCAF08AEA7E}" srcOrd="8" destOrd="0" presId="urn:microsoft.com/office/officeart/2005/8/layout/cycle8"/>
    <dgm:cxn modelId="{23A21D45-B1EC-40B2-9265-36EA3471482B}" type="presParOf" srcId="{ED3B9055-C6B9-0842-9DF2-F07ECDC7DF34}" destId="{A0D80C86-68E5-0A41-846E-B915A1BA5E7B}" srcOrd="9" destOrd="0" presId="urn:microsoft.com/office/officeart/2005/8/layout/cycle8"/>
    <dgm:cxn modelId="{DE61119A-E425-440A-A061-0CDF696E6541}" type="presParOf" srcId="{ED3B9055-C6B9-0842-9DF2-F07ECDC7DF34}" destId="{5D427453-7426-354E-A331-94AB12751E35}" srcOrd="10" destOrd="0" presId="urn:microsoft.com/office/officeart/2005/8/layout/cycle8"/>
    <dgm:cxn modelId="{AA8FAA0B-67FE-41FC-99C2-7B59BF83680F}" type="presParOf" srcId="{ED3B9055-C6B9-0842-9DF2-F07ECDC7DF34}" destId="{4E76733E-783D-0C4F-A833-54A955A9F6F8}" srcOrd="11" destOrd="0" presId="urn:microsoft.com/office/officeart/2005/8/layout/cycle8"/>
    <dgm:cxn modelId="{F52CA17B-FE3B-45D1-8605-6EB2AF4EE71E}" type="presParOf" srcId="{ED3B9055-C6B9-0842-9DF2-F07ECDC7DF34}" destId="{28F3F51A-FFDF-0441-9618-6AD77A60A831}" srcOrd="12" destOrd="0" presId="urn:microsoft.com/office/officeart/2005/8/layout/cycle8"/>
    <dgm:cxn modelId="{0EADA5BE-BCD3-4FCC-B1A2-65386E9CD1D3}" type="presParOf" srcId="{ED3B9055-C6B9-0842-9DF2-F07ECDC7DF34}" destId="{217BCF31-228E-5C4B-B643-E6F320DBE03F}" srcOrd="13" destOrd="0" presId="urn:microsoft.com/office/officeart/2005/8/layout/cycle8"/>
    <dgm:cxn modelId="{B3CBE08B-7ED7-4146-B5FB-B2839A43AC94}" type="presParOf" srcId="{ED3B9055-C6B9-0842-9DF2-F07ECDC7DF34}" destId="{0ED7F1B8-0BF1-2345-8E20-640D1CAE98F2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9FDD0-37B4-DA41-9C90-619A0A3B21EF}">
      <dsp:nvSpPr>
        <dsp:cNvPr id="0" name=""/>
        <dsp:cNvSpPr/>
      </dsp:nvSpPr>
      <dsp:spPr>
        <a:xfrm>
          <a:off x="3200399" y="-52292"/>
          <a:ext cx="1447800" cy="9238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Feedback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3245498" y="-7193"/>
        <a:ext cx="1357602" cy="833662"/>
      </dsp:txXfrm>
    </dsp:sp>
    <dsp:sp modelId="{36FD5A5E-D7FF-5049-B973-21F106CD0E7E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2644495" y="144655"/>
              </a:moveTo>
              <a:arcTo wR="1914461" hR="1914461" stAng="17544950" swAng="1172688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050DF-13C8-8045-BE72-5D9EA3A84A0A}">
      <dsp:nvSpPr>
        <dsp:cNvPr id="0" name=""/>
        <dsp:cNvSpPr/>
      </dsp:nvSpPr>
      <dsp:spPr>
        <a:xfrm>
          <a:off x="4858372" y="904938"/>
          <a:ext cx="1447800" cy="923860"/>
        </a:xfrm>
        <a:prstGeom prst="roundRect">
          <a:avLst/>
        </a:prstGeom>
        <a:gradFill rotWithShape="0">
          <a:gsLst>
            <a:gs pos="0">
              <a:schemeClr val="accent3">
                <a:hueOff val="2250053"/>
                <a:satOff val="-3376"/>
                <a:lumOff val="-549"/>
                <a:alphaOff val="0"/>
                <a:shade val="51000"/>
                <a:satMod val="130000"/>
              </a:schemeClr>
            </a:gs>
            <a:gs pos="80000">
              <a:schemeClr val="accent3">
                <a:hueOff val="2250053"/>
                <a:satOff val="-3376"/>
                <a:lumOff val="-549"/>
                <a:alphaOff val="0"/>
                <a:shade val="93000"/>
                <a:satMod val="130000"/>
              </a:schemeClr>
            </a:gs>
            <a:gs pos="100000">
              <a:schemeClr val="accent3">
                <a:hueOff val="2250053"/>
                <a:satOff val="-3376"/>
                <a:lumOff val="-5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Increased skill set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4903471" y="950037"/>
        <a:ext cx="1357602" cy="833662"/>
      </dsp:txXfrm>
    </dsp:sp>
    <dsp:sp modelId="{DD5AE70D-2794-1E40-A08F-034F7AB77657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3766280" y="1428736"/>
              </a:moveTo>
              <a:arcTo wR="1914461" hR="1914461" stAng="20718157" swAng="1763685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8C132-90DE-1B4F-ABB3-039D70D381EE}">
      <dsp:nvSpPr>
        <dsp:cNvPr id="0" name=""/>
        <dsp:cNvSpPr/>
      </dsp:nvSpPr>
      <dsp:spPr>
        <a:xfrm>
          <a:off x="4858372" y="2819400"/>
          <a:ext cx="1447800" cy="923860"/>
        </a:xfrm>
        <a:prstGeom prst="roundRect">
          <a:avLst/>
        </a:prstGeom>
        <a:gradFill rotWithShape="0">
          <a:gsLst>
            <a:gs pos="0">
              <a:schemeClr val="accent3">
                <a:hueOff val="4500106"/>
                <a:satOff val="-6752"/>
                <a:lumOff val="-1098"/>
                <a:alphaOff val="0"/>
                <a:shade val="51000"/>
                <a:satMod val="130000"/>
              </a:schemeClr>
            </a:gs>
            <a:gs pos="80000">
              <a:schemeClr val="accent3">
                <a:hueOff val="4500106"/>
                <a:satOff val="-6752"/>
                <a:lumOff val="-1098"/>
                <a:alphaOff val="0"/>
                <a:shade val="93000"/>
                <a:satMod val="130000"/>
              </a:schemeClr>
            </a:gs>
            <a:gs pos="100000">
              <a:schemeClr val="accent3">
                <a:hueOff val="4500106"/>
                <a:satOff val="-6752"/>
                <a:lumOff val="-10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Moral support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4903471" y="2864499"/>
        <a:ext cx="1357602" cy="833662"/>
      </dsp:txXfrm>
    </dsp:sp>
    <dsp:sp modelId="{6DC72AA0-1237-CC48-A834-BA395B7D1DA8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3194508" y="3338064"/>
              </a:moveTo>
              <a:arcTo wR="1914461" hR="1914461" stAng="2882363" swAng="1172688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D4B7A-A2BB-2849-83E6-4CD7CB5AECEC}">
      <dsp:nvSpPr>
        <dsp:cNvPr id="0" name=""/>
        <dsp:cNvSpPr/>
      </dsp:nvSpPr>
      <dsp:spPr>
        <a:xfrm>
          <a:off x="3200399" y="3776631"/>
          <a:ext cx="1447800" cy="923860"/>
        </a:xfrm>
        <a:prstGeom prst="roundRect">
          <a:avLst/>
        </a:prstGeom>
        <a:gradFill rotWithShape="0">
          <a:gsLst>
            <a:gs pos="0">
              <a:schemeClr val="accent3">
                <a:hueOff val="6750158"/>
                <a:satOff val="-10128"/>
                <a:lumOff val="-1647"/>
                <a:alphaOff val="0"/>
                <a:shade val="51000"/>
                <a:satMod val="130000"/>
              </a:schemeClr>
            </a:gs>
            <a:gs pos="80000">
              <a:schemeClr val="accent3">
                <a:hueOff val="6750158"/>
                <a:satOff val="-10128"/>
                <a:lumOff val="-1647"/>
                <a:alphaOff val="0"/>
                <a:shade val="93000"/>
                <a:satMod val="130000"/>
              </a:schemeClr>
            </a:gs>
            <a:gs pos="100000">
              <a:schemeClr val="accent3">
                <a:hueOff val="6750158"/>
                <a:satOff val="-10128"/>
                <a:lumOff val="-16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Capacity innovation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3245498" y="3821730"/>
        <a:ext cx="1357602" cy="833662"/>
      </dsp:txXfrm>
    </dsp:sp>
    <dsp:sp modelId="{15AAF251-86F5-D14C-9F7F-52B2DD8F94B8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1184428" y="3684268"/>
              </a:moveTo>
              <a:arcTo wR="1914461" hR="1914461" stAng="6744950" swAng="1172688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58405-F83D-734C-93B8-833CF2B2B4B0}">
      <dsp:nvSpPr>
        <dsp:cNvPr id="0" name=""/>
        <dsp:cNvSpPr/>
      </dsp:nvSpPr>
      <dsp:spPr>
        <a:xfrm>
          <a:off x="1542427" y="2819400"/>
          <a:ext cx="1447800" cy="923860"/>
        </a:xfrm>
        <a:prstGeom prst="roundRect">
          <a:avLst/>
        </a:prstGeom>
        <a:gradFill rotWithShape="0">
          <a:gsLst>
            <a:gs pos="0">
              <a:schemeClr val="accent3">
                <a:hueOff val="9000211"/>
                <a:satOff val="-13504"/>
                <a:lumOff val="-2196"/>
                <a:alphaOff val="0"/>
                <a:shade val="51000"/>
                <a:satMod val="130000"/>
              </a:schemeClr>
            </a:gs>
            <a:gs pos="80000">
              <a:schemeClr val="accent3">
                <a:hueOff val="9000211"/>
                <a:satOff val="-13504"/>
                <a:lumOff val="-2196"/>
                <a:alphaOff val="0"/>
                <a:shade val="93000"/>
                <a:satMod val="130000"/>
              </a:schemeClr>
            </a:gs>
            <a:gs pos="100000">
              <a:schemeClr val="accent3">
                <a:hueOff val="9000211"/>
                <a:satOff val="-13504"/>
                <a:lumOff val="-219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Extended network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1587526" y="2864499"/>
        <a:ext cx="1357602" cy="833662"/>
      </dsp:txXfrm>
    </dsp:sp>
    <dsp:sp modelId="{6CA6AADC-B57B-814C-8A2D-A27AE9CCD180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62642" y="2400186"/>
              </a:moveTo>
              <a:arcTo wR="1914461" hR="1914461" stAng="9918157" swAng="1763685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281C3C-4F87-3C4D-A049-5C7987B13CD4}">
      <dsp:nvSpPr>
        <dsp:cNvPr id="0" name=""/>
        <dsp:cNvSpPr/>
      </dsp:nvSpPr>
      <dsp:spPr>
        <a:xfrm>
          <a:off x="1542427" y="904938"/>
          <a:ext cx="1447800" cy="923860"/>
        </a:xfrm>
        <a:prstGeom prst="roundRect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 smtClean="0">
              <a:latin typeface="+mj-lt"/>
              <a:ea typeface="Adobe Fan Heiti Std B" pitchFamily="34" charset="-128"/>
            </a:rPr>
            <a:t>Higher social level of support</a:t>
          </a:r>
          <a:endParaRPr lang="en-US" sz="1800" b="0" kern="1200" dirty="0">
            <a:latin typeface="+mj-lt"/>
            <a:ea typeface="Adobe Fan Heiti Std B" pitchFamily="34" charset="-128"/>
          </a:endParaRPr>
        </a:p>
      </dsp:txBody>
      <dsp:txXfrm>
        <a:off x="1587526" y="950037"/>
        <a:ext cx="1357602" cy="833662"/>
      </dsp:txXfrm>
    </dsp:sp>
    <dsp:sp modelId="{A1AD9779-4757-6547-92C6-8FF948352B63}">
      <dsp:nvSpPr>
        <dsp:cNvPr id="0" name=""/>
        <dsp:cNvSpPr/>
      </dsp:nvSpPr>
      <dsp:spPr>
        <a:xfrm>
          <a:off x="2009838" y="409638"/>
          <a:ext cx="3828923" cy="3828923"/>
        </a:xfrm>
        <a:custGeom>
          <a:avLst/>
          <a:gdLst/>
          <a:ahLst/>
          <a:cxnLst/>
          <a:rect l="0" t="0" r="0" b="0"/>
          <a:pathLst>
            <a:path>
              <a:moveTo>
                <a:pt x="634414" y="490859"/>
              </a:moveTo>
              <a:arcTo wR="1914461" hR="1914461" stAng="13682363" swAng="1172688"/>
            </a:path>
          </a:pathLst>
        </a:custGeom>
        <a:noFill/>
        <a:ln w="2857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8A7B-5D18-4823-937A-34BB9A1C21B3}">
      <dsp:nvSpPr>
        <dsp:cNvPr id="0" name=""/>
        <dsp:cNvSpPr/>
      </dsp:nvSpPr>
      <dsp:spPr>
        <a:xfrm>
          <a:off x="7433" y="1398143"/>
          <a:ext cx="2221929" cy="1333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ea typeface="Adobe Fan Heiti Std B" pitchFamily="34" charset="-128"/>
            </a:rPr>
            <a:t>Evaluate your skills</a:t>
          </a:r>
          <a:endParaRPr lang="en-US" sz="2400" kern="1200" dirty="0">
            <a:latin typeface="+mj-lt"/>
            <a:ea typeface="Adobe Fan Heiti Std B" pitchFamily="34" charset="-128"/>
          </a:endParaRPr>
        </a:p>
      </dsp:txBody>
      <dsp:txXfrm>
        <a:off x="46480" y="1437190"/>
        <a:ext cx="2143835" cy="1255063"/>
      </dsp:txXfrm>
    </dsp:sp>
    <dsp:sp modelId="{518F0E24-85BE-4C92-84B4-CD53A92B71B7}">
      <dsp:nvSpPr>
        <dsp:cNvPr id="0" name=""/>
        <dsp:cNvSpPr/>
      </dsp:nvSpPr>
      <dsp:spPr>
        <a:xfrm>
          <a:off x="2451556" y="1789202"/>
          <a:ext cx="471048" cy="551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shade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shade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latin typeface="+mj-lt"/>
            <a:ea typeface="Adobe Fan Heiti Std B" pitchFamily="34" charset="-128"/>
          </a:endParaRPr>
        </a:p>
      </dsp:txBody>
      <dsp:txXfrm>
        <a:off x="2451556" y="1899410"/>
        <a:ext cx="329734" cy="330622"/>
      </dsp:txXfrm>
    </dsp:sp>
    <dsp:sp modelId="{C0327EEA-C2DD-432B-9D04-565C4B9FF262}">
      <dsp:nvSpPr>
        <dsp:cNvPr id="0" name=""/>
        <dsp:cNvSpPr/>
      </dsp:nvSpPr>
      <dsp:spPr>
        <a:xfrm>
          <a:off x="3118134" y="1398143"/>
          <a:ext cx="2221929" cy="1333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50000"/>
                <a:hueOff val="168648"/>
                <a:satOff val="-3730"/>
                <a:lumOff val="27991"/>
                <a:alphaOff val="0"/>
                <a:shade val="51000"/>
                <a:satMod val="130000"/>
              </a:schemeClr>
            </a:gs>
            <a:gs pos="80000">
              <a:schemeClr val="accent5">
                <a:shade val="50000"/>
                <a:hueOff val="168648"/>
                <a:satOff val="-3730"/>
                <a:lumOff val="27991"/>
                <a:alphaOff val="0"/>
                <a:shade val="93000"/>
                <a:satMod val="130000"/>
              </a:schemeClr>
            </a:gs>
            <a:gs pos="100000">
              <a:schemeClr val="accent5">
                <a:shade val="50000"/>
                <a:hueOff val="168648"/>
                <a:satOff val="-3730"/>
                <a:lumOff val="2799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ea typeface="Adobe Fan Heiti Std B" pitchFamily="34" charset="-128"/>
            </a:rPr>
            <a:t>Use your strengths</a:t>
          </a:r>
          <a:endParaRPr lang="en-US" sz="2400" kern="1200" dirty="0">
            <a:latin typeface="+mj-lt"/>
            <a:ea typeface="Adobe Fan Heiti Std B" pitchFamily="34" charset="-128"/>
          </a:endParaRPr>
        </a:p>
      </dsp:txBody>
      <dsp:txXfrm>
        <a:off x="3157181" y="1437190"/>
        <a:ext cx="2143835" cy="1255063"/>
      </dsp:txXfrm>
    </dsp:sp>
    <dsp:sp modelId="{CAF216D6-2B59-469A-9984-F17B68666562}">
      <dsp:nvSpPr>
        <dsp:cNvPr id="0" name=""/>
        <dsp:cNvSpPr/>
      </dsp:nvSpPr>
      <dsp:spPr>
        <a:xfrm>
          <a:off x="5562257" y="1789202"/>
          <a:ext cx="471048" cy="5510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shade val="90000"/>
                <a:hueOff val="265827"/>
                <a:satOff val="-6642"/>
                <a:lumOff val="31782"/>
                <a:alphaOff val="0"/>
                <a:shade val="51000"/>
                <a:satMod val="130000"/>
              </a:schemeClr>
            </a:gs>
            <a:gs pos="80000">
              <a:schemeClr val="accent5">
                <a:shade val="90000"/>
                <a:hueOff val="265827"/>
                <a:satOff val="-6642"/>
                <a:lumOff val="31782"/>
                <a:alphaOff val="0"/>
                <a:shade val="93000"/>
                <a:satMod val="130000"/>
              </a:schemeClr>
            </a:gs>
            <a:gs pos="100000">
              <a:schemeClr val="accent5">
                <a:shade val="90000"/>
                <a:hueOff val="265827"/>
                <a:satOff val="-6642"/>
                <a:lumOff val="3178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latin typeface="+mj-lt"/>
            <a:ea typeface="Adobe Fan Heiti Std B" pitchFamily="34" charset="-128"/>
          </a:endParaRPr>
        </a:p>
      </dsp:txBody>
      <dsp:txXfrm>
        <a:off x="5562257" y="1899410"/>
        <a:ext cx="329734" cy="330622"/>
      </dsp:txXfrm>
    </dsp:sp>
    <dsp:sp modelId="{0A0760BE-254B-4C14-A1A5-C5524D2299B4}">
      <dsp:nvSpPr>
        <dsp:cNvPr id="0" name=""/>
        <dsp:cNvSpPr/>
      </dsp:nvSpPr>
      <dsp:spPr>
        <a:xfrm>
          <a:off x="6228835" y="1398143"/>
          <a:ext cx="2221929" cy="13331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shade val="50000"/>
                <a:hueOff val="168648"/>
                <a:satOff val="-3730"/>
                <a:lumOff val="27991"/>
                <a:alphaOff val="0"/>
                <a:shade val="51000"/>
                <a:satMod val="130000"/>
              </a:schemeClr>
            </a:gs>
            <a:gs pos="80000">
              <a:schemeClr val="accent5">
                <a:shade val="50000"/>
                <a:hueOff val="168648"/>
                <a:satOff val="-3730"/>
                <a:lumOff val="27991"/>
                <a:alphaOff val="0"/>
                <a:shade val="93000"/>
                <a:satMod val="130000"/>
              </a:schemeClr>
            </a:gs>
            <a:gs pos="100000">
              <a:schemeClr val="accent5">
                <a:shade val="50000"/>
                <a:hueOff val="168648"/>
                <a:satOff val="-3730"/>
                <a:lumOff val="2799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ea typeface="Adobe Fan Heiti Std B" pitchFamily="34" charset="-128"/>
            </a:rPr>
            <a:t>Get feedback on your actions</a:t>
          </a:r>
          <a:endParaRPr lang="en-US" sz="2400" kern="1200" dirty="0">
            <a:latin typeface="+mj-lt"/>
            <a:ea typeface="Adobe Fan Heiti Std B" pitchFamily="34" charset="-128"/>
          </a:endParaRPr>
        </a:p>
      </dsp:txBody>
      <dsp:txXfrm>
        <a:off x="6267882" y="1437190"/>
        <a:ext cx="2143835" cy="12550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1B701-EC58-4C0F-BDA1-B657B3AB46F4}">
      <dsp:nvSpPr>
        <dsp:cNvPr id="0" name=""/>
        <dsp:cNvSpPr/>
      </dsp:nvSpPr>
      <dsp:spPr>
        <a:xfrm>
          <a:off x="4755714" y="2855248"/>
          <a:ext cx="305429" cy="1623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3844"/>
              </a:lnTo>
              <a:lnTo>
                <a:pt x="305429" y="1623844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F6869-91A4-4056-A7BC-ECCEBBD49DE6}">
      <dsp:nvSpPr>
        <dsp:cNvPr id="0" name=""/>
        <dsp:cNvSpPr/>
      </dsp:nvSpPr>
      <dsp:spPr>
        <a:xfrm>
          <a:off x="4755714" y="2855248"/>
          <a:ext cx="305429" cy="607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7158"/>
              </a:lnTo>
              <a:lnTo>
                <a:pt x="305429" y="607158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81AB1F-E691-4551-9DF5-3313D3C5E173}">
      <dsp:nvSpPr>
        <dsp:cNvPr id="0" name=""/>
        <dsp:cNvSpPr/>
      </dsp:nvSpPr>
      <dsp:spPr>
        <a:xfrm>
          <a:off x="3336366" y="1838563"/>
          <a:ext cx="2233826" cy="197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816"/>
              </a:lnTo>
              <a:lnTo>
                <a:pt x="2233826" y="98816"/>
              </a:lnTo>
              <a:lnTo>
                <a:pt x="2233826" y="197632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66071B-1497-49FF-A0A0-D1EC0A696687}">
      <dsp:nvSpPr>
        <dsp:cNvPr id="0" name=""/>
        <dsp:cNvSpPr/>
      </dsp:nvSpPr>
      <dsp:spPr>
        <a:xfrm>
          <a:off x="3290646" y="1838563"/>
          <a:ext cx="91440" cy="197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632"/>
              </a:lnTo>
            </a:path>
          </a:pathLst>
        </a:custGeom>
        <a:noFill/>
        <a:ln w="9525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68D821-C38F-4E78-996B-5336EE976D80}">
      <dsp:nvSpPr>
        <dsp:cNvPr id="0" name=""/>
        <dsp:cNvSpPr/>
      </dsp:nvSpPr>
      <dsp:spPr>
        <a:xfrm>
          <a:off x="288061" y="2855248"/>
          <a:ext cx="305429" cy="1623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3844"/>
              </a:lnTo>
              <a:lnTo>
                <a:pt x="305429" y="1623844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C9660-FF75-43FA-BA6E-17821BD2DEF3}">
      <dsp:nvSpPr>
        <dsp:cNvPr id="0" name=""/>
        <dsp:cNvSpPr/>
      </dsp:nvSpPr>
      <dsp:spPr>
        <a:xfrm>
          <a:off x="288061" y="2855248"/>
          <a:ext cx="305429" cy="6071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07158"/>
              </a:lnTo>
              <a:lnTo>
                <a:pt x="305429" y="607158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67485-5396-4674-94EC-8B2B75A0EB7C}">
      <dsp:nvSpPr>
        <dsp:cNvPr id="0" name=""/>
        <dsp:cNvSpPr/>
      </dsp:nvSpPr>
      <dsp:spPr>
        <a:xfrm>
          <a:off x="1102539" y="1838563"/>
          <a:ext cx="2233826" cy="197632"/>
        </a:xfrm>
        <a:custGeom>
          <a:avLst/>
          <a:gdLst/>
          <a:ahLst/>
          <a:cxnLst/>
          <a:rect l="0" t="0" r="0" b="0"/>
          <a:pathLst>
            <a:path>
              <a:moveTo>
                <a:pt x="2233826" y="0"/>
              </a:moveTo>
              <a:lnTo>
                <a:pt x="2233826" y="98816"/>
              </a:lnTo>
              <a:lnTo>
                <a:pt x="0" y="98816"/>
              </a:lnTo>
              <a:lnTo>
                <a:pt x="0" y="197632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855F27-C7AA-49DD-940B-7777EA06FE52}">
      <dsp:nvSpPr>
        <dsp:cNvPr id="0" name=""/>
        <dsp:cNvSpPr/>
      </dsp:nvSpPr>
      <dsp:spPr>
        <a:xfrm>
          <a:off x="3290646" y="821877"/>
          <a:ext cx="91440" cy="197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632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55020-F562-461E-A959-A8DFA93D8BD2}">
      <dsp:nvSpPr>
        <dsp:cNvPr id="0" name=""/>
        <dsp:cNvSpPr/>
      </dsp:nvSpPr>
      <dsp:spPr>
        <a:xfrm>
          <a:off x="2312245" y="2824"/>
          <a:ext cx="2048240" cy="819053"/>
        </a:xfrm>
        <a:prstGeom prst="roundRect">
          <a:avLst/>
        </a:prstGeom>
        <a:solidFill>
          <a:srgbClr val="00664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Create a staffing plan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2352228" y="42807"/>
        <a:ext cx="1968274" cy="739087"/>
      </dsp:txXfrm>
    </dsp:sp>
    <dsp:sp modelId="{75BC7AAD-7C9A-440A-BE67-EF918BEE5541}">
      <dsp:nvSpPr>
        <dsp:cNvPr id="0" name=""/>
        <dsp:cNvSpPr/>
      </dsp:nvSpPr>
      <dsp:spPr>
        <a:xfrm>
          <a:off x="2312245" y="1019509"/>
          <a:ext cx="2048240" cy="819053"/>
        </a:xfrm>
        <a:prstGeom prst="roundRect">
          <a:avLst/>
        </a:prstGeom>
        <a:solidFill>
          <a:srgbClr val="00664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Find people for positions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2352228" y="1059492"/>
        <a:ext cx="1968274" cy="739087"/>
      </dsp:txXfrm>
    </dsp:sp>
    <dsp:sp modelId="{FDD01AFD-3401-4C11-AD39-1D1AF1BBE915}">
      <dsp:nvSpPr>
        <dsp:cNvPr id="0" name=""/>
        <dsp:cNvSpPr/>
      </dsp:nvSpPr>
      <dsp:spPr>
        <a:xfrm>
          <a:off x="84442" y="2036195"/>
          <a:ext cx="2036194" cy="819053"/>
        </a:xfrm>
        <a:prstGeom prst="roundRect">
          <a:avLst/>
        </a:prstGeom>
        <a:solidFill>
          <a:srgbClr val="4C926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personal network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124425" y="2076178"/>
        <a:ext cx="1956228" cy="739087"/>
      </dsp:txXfrm>
    </dsp:sp>
    <dsp:sp modelId="{8F0E4182-AEA6-4491-B666-BF6ABDFBF1A8}">
      <dsp:nvSpPr>
        <dsp:cNvPr id="0" name=""/>
        <dsp:cNvSpPr/>
      </dsp:nvSpPr>
      <dsp:spPr>
        <a:xfrm>
          <a:off x="593491" y="3052880"/>
          <a:ext cx="2093413" cy="819053"/>
        </a:xfrm>
        <a:prstGeom prst="roundRect">
          <a:avLst/>
        </a:prstGeom>
        <a:solidFill>
          <a:srgbClr val="6AB28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Family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633474" y="3092863"/>
        <a:ext cx="2013447" cy="739087"/>
      </dsp:txXfrm>
    </dsp:sp>
    <dsp:sp modelId="{63F43D74-C92F-4405-82F3-8CF87E8B6D49}">
      <dsp:nvSpPr>
        <dsp:cNvPr id="0" name=""/>
        <dsp:cNvSpPr/>
      </dsp:nvSpPr>
      <dsp:spPr>
        <a:xfrm>
          <a:off x="593491" y="4069566"/>
          <a:ext cx="2093413" cy="819053"/>
        </a:xfrm>
        <a:prstGeom prst="roundRect">
          <a:avLst/>
        </a:prstGeom>
        <a:solidFill>
          <a:srgbClr val="6AB28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Friends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633474" y="4109549"/>
        <a:ext cx="2013447" cy="739087"/>
      </dsp:txXfrm>
    </dsp:sp>
    <dsp:sp modelId="{4EE1CD45-15A9-4ED9-B4D4-653C4B01C593}">
      <dsp:nvSpPr>
        <dsp:cNvPr id="0" name=""/>
        <dsp:cNvSpPr/>
      </dsp:nvSpPr>
      <dsp:spPr>
        <a:xfrm>
          <a:off x="2318268" y="2036195"/>
          <a:ext cx="2036194" cy="819053"/>
        </a:xfrm>
        <a:prstGeom prst="roundRect">
          <a:avLst/>
        </a:prstGeom>
        <a:solidFill>
          <a:srgbClr val="4C926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advisor network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2358251" y="2076178"/>
        <a:ext cx="1956228" cy="739087"/>
      </dsp:txXfrm>
    </dsp:sp>
    <dsp:sp modelId="{944F106D-D0F9-4995-BA5C-C80262A96761}">
      <dsp:nvSpPr>
        <dsp:cNvPr id="0" name=""/>
        <dsp:cNvSpPr/>
      </dsp:nvSpPr>
      <dsp:spPr>
        <a:xfrm>
          <a:off x="4552095" y="2036195"/>
          <a:ext cx="2036194" cy="819053"/>
        </a:xfrm>
        <a:prstGeom prst="roundRect">
          <a:avLst/>
        </a:prstGeom>
        <a:solidFill>
          <a:srgbClr val="4C926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Your extended network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4592078" y="2076178"/>
        <a:ext cx="1956228" cy="739087"/>
      </dsp:txXfrm>
    </dsp:sp>
    <dsp:sp modelId="{9964B43C-DE90-4165-AEAE-118271B4B4A5}">
      <dsp:nvSpPr>
        <dsp:cNvPr id="0" name=""/>
        <dsp:cNvSpPr/>
      </dsp:nvSpPr>
      <dsp:spPr>
        <a:xfrm>
          <a:off x="5061143" y="3052880"/>
          <a:ext cx="2093413" cy="819053"/>
        </a:xfrm>
        <a:prstGeom prst="roundRect">
          <a:avLst/>
        </a:prstGeom>
        <a:solidFill>
          <a:srgbClr val="6AB28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Professors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5101126" y="3092863"/>
        <a:ext cx="2013447" cy="739087"/>
      </dsp:txXfrm>
    </dsp:sp>
    <dsp:sp modelId="{49EDB371-5631-496E-90BB-A744AB751372}">
      <dsp:nvSpPr>
        <dsp:cNvPr id="0" name=""/>
        <dsp:cNvSpPr/>
      </dsp:nvSpPr>
      <dsp:spPr>
        <a:xfrm>
          <a:off x="5061143" y="4069566"/>
          <a:ext cx="2093413" cy="819053"/>
        </a:xfrm>
        <a:prstGeom prst="roundRect">
          <a:avLst/>
        </a:prstGeom>
        <a:solidFill>
          <a:srgbClr val="6AB28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ln>
                <a:noFill/>
              </a:ln>
              <a:latin typeface="Adobe Heiti Std R" pitchFamily="34" charset="-128"/>
              <a:ea typeface="Adobe Heiti Std R" pitchFamily="34" charset="-128"/>
              <a:cs typeface="Arial" panose="020B0604020202020204" pitchFamily="34" charset="0"/>
            </a:rPr>
            <a:t>Alum</a:t>
          </a:r>
          <a:endParaRPr lang="en-US" sz="1600" b="0" kern="1200" dirty="0">
            <a:ln>
              <a:noFill/>
            </a:ln>
            <a:latin typeface="Adobe Heiti Std R" pitchFamily="34" charset="-128"/>
            <a:ea typeface="Adobe Heiti Std R" pitchFamily="34" charset="-128"/>
            <a:cs typeface="Arial" panose="020B0604020202020204" pitchFamily="34" charset="0"/>
          </a:endParaRPr>
        </a:p>
      </dsp:txBody>
      <dsp:txXfrm>
        <a:off x="5101126" y="4109549"/>
        <a:ext cx="2013447" cy="7390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4F22D-2EBB-2746-B754-F28750C3510B}">
      <dsp:nvSpPr>
        <dsp:cNvPr id="0" name=""/>
        <dsp:cNvSpPr/>
      </dsp:nvSpPr>
      <dsp:spPr>
        <a:xfrm>
          <a:off x="150559" y="205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  <a:ea typeface="Adobe Fan Heiti Std B" pitchFamily="34" charset="-128"/>
            </a:rPr>
            <a:t>Founders</a:t>
          </a:r>
          <a:endParaRPr lang="en-US" sz="2400" b="1" kern="1200" dirty="0">
            <a:latin typeface="+mj-lt"/>
            <a:ea typeface="Adobe Fan Heiti Std B" pitchFamily="34" charset="-128"/>
          </a:endParaRPr>
        </a:p>
      </dsp:txBody>
      <dsp:txXfrm>
        <a:off x="172212" y="21858"/>
        <a:ext cx="2913834" cy="695979"/>
      </dsp:txXfrm>
    </dsp:sp>
    <dsp:sp modelId="{2701CD27-DBF0-9A46-A3DC-DAE9DA0C2263}">
      <dsp:nvSpPr>
        <dsp:cNvPr id="0" name=""/>
        <dsp:cNvSpPr/>
      </dsp:nvSpPr>
      <dsp:spPr>
        <a:xfrm rot="5400000">
          <a:off x="1564442" y="804177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CAFC1-682E-5347-81A8-09C97A706CB1}">
      <dsp:nvSpPr>
        <dsp:cNvPr id="0" name=""/>
        <dsp:cNvSpPr/>
      </dsp:nvSpPr>
      <dsp:spPr>
        <a:xfrm>
          <a:off x="150559" y="998239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Often little or no pay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in the beginning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172212" y="1019892"/>
        <a:ext cx="2913834" cy="695979"/>
      </dsp:txXfrm>
    </dsp:sp>
    <dsp:sp modelId="{ECEFFC10-52CF-F449-ABC6-86EE989293EE}">
      <dsp:nvSpPr>
        <dsp:cNvPr id="0" name=""/>
        <dsp:cNvSpPr/>
      </dsp:nvSpPr>
      <dsp:spPr>
        <a:xfrm rot="5400000">
          <a:off x="1564442" y="1802212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63151-5FF5-9D4C-93BB-AF04ACC076B0}">
      <dsp:nvSpPr>
        <dsp:cNvPr id="0" name=""/>
        <dsp:cNvSpPr/>
      </dsp:nvSpPr>
      <dsp:spPr>
        <a:xfrm>
          <a:off x="150559" y="1996274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-789141"/>
            <a:satOff val="4431"/>
            <a:lumOff val="282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Salary from another job or support from a spouse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172212" y="2017927"/>
        <a:ext cx="2913834" cy="695979"/>
      </dsp:txXfrm>
    </dsp:sp>
    <dsp:sp modelId="{51FA3F43-1805-9D4A-B8DC-DC43D3F35022}">
      <dsp:nvSpPr>
        <dsp:cNvPr id="0" name=""/>
        <dsp:cNvSpPr/>
      </dsp:nvSpPr>
      <dsp:spPr>
        <a:xfrm rot="5400000">
          <a:off x="1564442" y="2800247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68C9B-398B-5741-9360-1F3896A86B8C}">
      <dsp:nvSpPr>
        <dsp:cNvPr id="0" name=""/>
        <dsp:cNvSpPr/>
      </dsp:nvSpPr>
      <dsp:spPr>
        <a:xfrm>
          <a:off x="150559" y="2994309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-1578282"/>
            <a:satOff val="8863"/>
            <a:lumOff val="563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Prepare for diminished personal cash flow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172212" y="3015962"/>
        <a:ext cx="2913834" cy="695979"/>
      </dsp:txXfrm>
    </dsp:sp>
    <dsp:sp modelId="{9F0F0A54-44F5-DB4E-A43A-8C02D3DBAE60}">
      <dsp:nvSpPr>
        <dsp:cNvPr id="0" name=""/>
        <dsp:cNvSpPr/>
      </dsp:nvSpPr>
      <dsp:spPr>
        <a:xfrm>
          <a:off x="3521699" y="205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  <a:ea typeface="Adobe Fan Heiti Std B" pitchFamily="34" charset="-128"/>
            </a:rPr>
            <a:t>Employees</a:t>
          </a:r>
          <a:endParaRPr lang="en-US" sz="2400" b="1" kern="1200" dirty="0">
            <a:latin typeface="+mj-lt"/>
            <a:ea typeface="Adobe Fan Heiti Std B" pitchFamily="34" charset="-128"/>
          </a:endParaRPr>
        </a:p>
      </dsp:txBody>
      <dsp:txXfrm>
        <a:off x="3543352" y="21858"/>
        <a:ext cx="2913834" cy="695979"/>
      </dsp:txXfrm>
    </dsp:sp>
    <dsp:sp modelId="{2820F38B-D7CB-C847-B583-67C72E617075}">
      <dsp:nvSpPr>
        <dsp:cNvPr id="0" name=""/>
        <dsp:cNvSpPr/>
      </dsp:nvSpPr>
      <dsp:spPr>
        <a:xfrm rot="5400000">
          <a:off x="4935582" y="804177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2332F-153C-1D44-9F47-7747EEFC2357}">
      <dsp:nvSpPr>
        <dsp:cNvPr id="0" name=""/>
        <dsp:cNvSpPr/>
      </dsp:nvSpPr>
      <dsp:spPr>
        <a:xfrm>
          <a:off x="3521699" y="998239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-2367424"/>
            <a:satOff val="13294"/>
            <a:lumOff val="845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Raise capital to pay salaries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3543352" y="1019892"/>
        <a:ext cx="2913834" cy="695979"/>
      </dsp:txXfrm>
    </dsp:sp>
    <dsp:sp modelId="{17DE60D4-E892-F746-8087-215ADB6A7E08}">
      <dsp:nvSpPr>
        <dsp:cNvPr id="0" name=""/>
        <dsp:cNvSpPr/>
      </dsp:nvSpPr>
      <dsp:spPr>
        <a:xfrm rot="5400000">
          <a:off x="4935582" y="1802212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A7E22-7432-C349-B5AA-C1263E1FB9BE}">
      <dsp:nvSpPr>
        <dsp:cNvPr id="0" name=""/>
        <dsp:cNvSpPr/>
      </dsp:nvSpPr>
      <dsp:spPr>
        <a:xfrm>
          <a:off x="3521699" y="1996274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-3156565"/>
            <a:satOff val="17726"/>
            <a:lumOff val="1126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Offer stock incentives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3543352" y="2017927"/>
        <a:ext cx="2913834" cy="695979"/>
      </dsp:txXfrm>
    </dsp:sp>
    <dsp:sp modelId="{F243F0C0-5EED-D54B-9A4E-BC375D8152D7}">
      <dsp:nvSpPr>
        <dsp:cNvPr id="0" name=""/>
        <dsp:cNvSpPr/>
      </dsp:nvSpPr>
      <dsp:spPr>
        <a:xfrm rot="5400000">
          <a:off x="4935582" y="2800247"/>
          <a:ext cx="129374" cy="129374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3F70D-B6C0-CD47-89CA-8F6500EB9F6E}">
      <dsp:nvSpPr>
        <dsp:cNvPr id="0" name=""/>
        <dsp:cNvSpPr/>
      </dsp:nvSpPr>
      <dsp:spPr>
        <a:xfrm>
          <a:off x="3521699" y="2994309"/>
          <a:ext cx="2957140" cy="739285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+mj-lt"/>
              <a:ea typeface="Adobe Fan Heiti Std B" pitchFamily="34" charset="-128"/>
            </a:rPr>
            <a:t>Start positions as part-time until there</a:t>
          </a:r>
          <a:r>
            <a:rPr lang="en-US" sz="1800" kern="1200" dirty="0" smtClean="0">
              <a:latin typeface="+mj-lt"/>
              <a:ea typeface="Adobe Fan Heiti Std B" pitchFamily="34" charset="-128"/>
              <a:cs typeface="Arial" panose="020B0604020202020204" pitchFamily="34" charset="0"/>
            </a:rPr>
            <a:t>’</a:t>
          </a:r>
          <a:r>
            <a:rPr lang="en-US" sz="1800" kern="1200" dirty="0" smtClean="0">
              <a:latin typeface="+mj-lt"/>
              <a:ea typeface="Adobe Fan Heiti Std B" pitchFamily="34" charset="-128"/>
            </a:rPr>
            <a:t>s enough cash to pay full-time</a:t>
          </a:r>
          <a:endParaRPr lang="en-US" sz="1800" kern="1200" dirty="0">
            <a:latin typeface="+mj-lt"/>
            <a:ea typeface="Adobe Fan Heiti Std B" pitchFamily="34" charset="-128"/>
          </a:endParaRPr>
        </a:p>
      </dsp:txBody>
      <dsp:txXfrm>
        <a:off x="3543352" y="3015962"/>
        <a:ext cx="2913834" cy="695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C9872-9C4D-5340-BEA0-E8205040D1AF}">
      <dsp:nvSpPr>
        <dsp:cNvPr id="0" name=""/>
        <dsp:cNvSpPr/>
      </dsp:nvSpPr>
      <dsp:spPr>
        <a:xfrm>
          <a:off x="3111358" y="1837241"/>
          <a:ext cx="1397283" cy="139728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Virtual Team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3315985" y="2041868"/>
        <a:ext cx="988029" cy="988029"/>
      </dsp:txXfrm>
    </dsp:sp>
    <dsp:sp modelId="{034E9D58-2EF3-0E40-8545-D07195C39F7C}">
      <dsp:nvSpPr>
        <dsp:cNvPr id="0" name=""/>
        <dsp:cNvSpPr/>
      </dsp:nvSpPr>
      <dsp:spPr>
        <a:xfrm rot="16200000">
          <a:off x="3627220" y="1637958"/>
          <a:ext cx="365558" cy="33006"/>
        </a:xfrm>
        <a:custGeom>
          <a:avLst/>
          <a:gdLst/>
          <a:ahLst/>
          <a:cxnLst/>
          <a:rect l="0" t="0" r="0" b="0"/>
          <a:pathLst>
            <a:path>
              <a:moveTo>
                <a:pt x="0" y="16503"/>
              </a:moveTo>
              <a:lnTo>
                <a:pt x="365558" y="1650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3800861" y="1645322"/>
        <a:ext cx="18277" cy="18277"/>
      </dsp:txXfrm>
    </dsp:sp>
    <dsp:sp modelId="{73D154FB-918C-5840-B279-531E0B4AACBE}">
      <dsp:nvSpPr>
        <dsp:cNvPr id="0" name=""/>
        <dsp:cNvSpPr/>
      </dsp:nvSpPr>
      <dsp:spPr>
        <a:xfrm>
          <a:off x="2872813" y="-37579"/>
          <a:ext cx="1874372" cy="1509262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Accountant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3147308" y="183447"/>
        <a:ext cx="1325382" cy="1067210"/>
      </dsp:txXfrm>
    </dsp:sp>
    <dsp:sp modelId="{EAE805ED-7ABE-3842-9D3A-78A6D021D1F7}">
      <dsp:nvSpPr>
        <dsp:cNvPr id="0" name=""/>
        <dsp:cNvSpPr/>
      </dsp:nvSpPr>
      <dsp:spPr>
        <a:xfrm rot="20520000">
          <a:off x="4469397" y="2271601"/>
          <a:ext cx="206368" cy="33006"/>
        </a:xfrm>
        <a:custGeom>
          <a:avLst/>
          <a:gdLst/>
          <a:ahLst/>
          <a:cxnLst/>
          <a:rect l="0" t="0" r="0" b="0"/>
          <a:pathLst>
            <a:path>
              <a:moveTo>
                <a:pt x="0" y="16503"/>
              </a:moveTo>
              <a:lnTo>
                <a:pt x="206368" y="1650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4567422" y="2282945"/>
        <a:ext cx="10318" cy="10318"/>
      </dsp:txXfrm>
    </dsp:sp>
    <dsp:sp modelId="{34AFCD7D-5043-9F4E-9C19-4F0D48AB3C46}">
      <dsp:nvSpPr>
        <dsp:cNvPr id="0" name=""/>
        <dsp:cNvSpPr/>
      </dsp:nvSpPr>
      <dsp:spPr>
        <a:xfrm>
          <a:off x="4602625" y="1219201"/>
          <a:ext cx="1874372" cy="1509262"/>
        </a:xfrm>
        <a:prstGeom prst="ellipse">
          <a:avLst/>
        </a:prstGeom>
        <a:gradFill rotWithShape="0">
          <a:gsLst>
            <a:gs pos="0">
              <a:schemeClr val="accent3">
                <a:hueOff val="2812566"/>
                <a:satOff val="-4220"/>
                <a:lumOff val="-686"/>
                <a:alphaOff val="0"/>
                <a:shade val="51000"/>
                <a:satMod val="130000"/>
              </a:schemeClr>
            </a:gs>
            <a:gs pos="80000">
              <a:schemeClr val="accent3">
                <a:hueOff val="2812566"/>
                <a:satOff val="-4220"/>
                <a:lumOff val="-686"/>
                <a:alphaOff val="0"/>
                <a:shade val="93000"/>
                <a:satMod val="130000"/>
              </a:schemeClr>
            </a:gs>
            <a:gs pos="100000">
              <a:schemeClr val="accent3">
                <a:hueOff val="2812566"/>
                <a:satOff val="-4220"/>
                <a:lumOff val="-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Outside investors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4877120" y="1440227"/>
        <a:ext cx="1325382" cy="1067210"/>
      </dsp:txXfrm>
    </dsp:sp>
    <dsp:sp modelId="{5EEE74A2-CEF5-0248-BC0F-9925723EB77B}">
      <dsp:nvSpPr>
        <dsp:cNvPr id="0" name=""/>
        <dsp:cNvSpPr/>
      </dsp:nvSpPr>
      <dsp:spPr>
        <a:xfrm rot="3240000">
          <a:off x="4155713" y="3212041"/>
          <a:ext cx="315069" cy="33006"/>
        </a:xfrm>
        <a:custGeom>
          <a:avLst/>
          <a:gdLst/>
          <a:ahLst/>
          <a:cxnLst/>
          <a:rect l="0" t="0" r="0" b="0"/>
          <a:pathLst>
            <a:path>
              <a:moveTo>
                <a:pt x="0" y="16503"/>
              </a:moveTo>
              <a:lnTo>
                <a:pt x="315069" y="1650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4305371" y="3220667"/>
        <a:ext cx="15753" cy="15753"/>
      </dsp:txXfrm>
    </dsp:sp>
    <dsp:sp modelId="{0E428A2D-786A-6741-B118-43A450A4C512}">
      <dsp:nvSpPr>
        <dsp:cNvPr id="0" name=""/>
        <dsp:cNvSpPr/>
      </dsp:nvSpPr>
      <dsp:spPr>
        <a:xfrm>
          <a:off x="3941896" y="3252717"/>
          <a:ext cx="1874372" cy="1509262"/>
        </a:xfrm>
        <a:prstGeom prst="ellipse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Board of directors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4216391" y="3473743"/>
        <a:ext cx="1325382" cy="1067210"/>
      </dsp:txXfrm>
    </dsp:sp>
    <dsp:sp modelId="{1292D12D-BCDE-9446-8183-A69BBAFF8848}">
      <dsp:nvSpPr>
        <dsp:cNvPr id="0" name=""/>
        <dsp:cNvSpPr/>
      </dsp:nvSpPr>
      <dsp:spPr>
        <a:xfrm rot="7560000">
          <a:off x="3149217" y="3212041"/>
          <a:ext cx="315069" cy="33006"/>
        </a:xfrm>
        <a:custGeom>
          <a:avLst/>
          <a:gdLst/>
          <a:ahLst/>
          <a:cxnLst/>
          <a:rect l="0" t="0" r="0" b="0"/>
          <a:pathLst>
            <a:path>
              <a:moveTo>
                <a:pt x="0" y="16503"/>
              </a:moveTo>
              <a:lnTo>
                <a:pt x="315069" y="1650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 rot="10800000">
        <a:off x="3298875" y="3220667"/>
        <a:ext cx="15753" cy="15753"/>
      </dsp:txXfrm>
    </dsp:sp>
    <dsp:sp modelId="{9B919B7F-784F-954D-BBA8-A40FCF941A0F}">
      <dsp:nvSpPr>
        <dsp:cNvPr id="0" name=""/>
        <dsp:cNvSpPr/>
      </dsp:nvSpPr>
      <dsp:spPr>
        <a:xfrm>
          <a:off x="1803731" y="3252717"/>
          <a:ext cx="1874372" cy="1509262"/>
        </a:xfrm>
        <a:prstGeom prst="ellipse">
          <a:avLst/>
        </a:prstGeom>
        <a:gradFill rotWithShape="0">
          <a:gsLst>
            <a:gs pos="0">
              <a:schemeClr val="accent3">
                <a:hueOff val="8437698"/>
                <a:satOff val="-12660"/>
                <a:lumOff val="-2059"/>
                <a:alphaOff val="0"/>
                <a:shade val="51000"/>
                <a:satMod val="130000"/>
              </a:schemeClr>
            </a:gs>
            <a:gs pos="80000">
              <a:schemeClr val="accent3">
                <a:hueOff val="8437698"/>
                <a:satOff val="-12660"/>
                <a:lumOff val="-2059"/>
                <a:alphaOff val="0"/>
                <a:shade val="93000"/>
                <a:satMod val="130000"/>
              </a:schemeClr>
            </a:gs>
            <a:gs pos="100000">
              <a:schemeClr val="accent3">
                <a:hueOff val="8437698"/>
                <a:satOff val="-12660"/>
                <a:lumOff val="-20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Lawyers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2078226" y="3473743"/>
        <a:ext cx="1325382" cy="1067210"/>
      </dsp:txXfrm>
    </dsp:sp>
    <dsp:sp modelId="{5FC85AE2-77B3-7A42-8692-B01F4CF55A19}">
      <dsp:nvSpPr>
        <dsp:cNvPr id="0" name=""/>
        <dsp:cNvSpPr/>
      </dsp:nvSpPr>
      <dsp:spPr>
        <a:xfrm rot="11880000">
          <a:off x="2944234" y="2271601"/>
          <a:ext cx="206368" cy="33006"/>
        </a:xfrm>
        <a:custGeom>
          <a:avLst/>
          <a:gdLst/>
          <a:ahLst/>
          <a:cxnLst/>
          <a:rect l="0" t="0" r="0" b="0"/>
          <a:pathLst>
            <a:path>
              <a:moveTo>
                <a:pt x="0" y="16503"/>
              </a:moveTo>
              <a:lnTo>
                <a:pt x="206368" y="16503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 rot="10800000">
        <a:off x="3042258" y="2282945"/>
        <a:ext cx="10318" cy="10318"/>
      </dsp:txXfrm>
    </dsp:sp>
    <dsp:sp modelId="{CE4ECEDB-EC0B-764A-B994-8E6A7C6A4599}">
      <dsp:nvSpPr>
        <dsp:cNvPr id="0" name=""/>
        <dsp:cNvSpPr/>
      </dsp:nvSpPr>
      <dsp:spPr>
        <a:xfrm>
          <a:off x="1143001" y="1219201"/>
          <a:ext cx="1874372" cy="1509262"/>
        </a:xfrm>
        <a:prstGeom prst="ellipse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rPr>
            <a:t>Board of advisors</a:t>
          </a:r>
          <a:endParaRPr lang="en-US" sz="1800" kern="1200" dirty="0">
            <a:solidFill>
              <a:schemeClr val="bg1"/>
            </a:solidFill>
            <a:latin typeface="Adobe Heiti Std R" pitchFamily="34" charset="-128"/>
            <a:ea typeface="Adobe Heiti Std R" pitchFamily="34" charset="-128"/>
          </a:endParaRPr>
        </a:p>
      </dsp:txBody>
      <dsp:txXfrm>
        <a:off x="1417496" y="1440227"/>
        <a:ext cx="1325382" cy="1067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8C127-B833-F546-910C-8BFB77C884CF}">
      <dsp:nvSpPr>
        <dsp:cNvPr id="0" name=""/>
        <dsp:cNvSpPr/>
      </dsp:nvSpPr>
      <dsp:spPr>
        <a:xfrm>
          <a:off x="1461541" y="280669"/>
          <a:ext cx="3627120" cy="3627120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>
              <a:latin typeface="Adobe Heiti Std R" pitchFamily="34" charset="-128"/>
              <a:ea typeface="Adobe Heiti Std R" pitchFamily="34" charset="-128"/>
            </a:rPr>
            <a:t>Burn out</a:t>
          </a:r>
          <a:endParaRPr lang="en-US" sz="2600" kern="1200" dirty="0">
            <a:latin typeface="Adobe Heiti Std R" pitchFamily="34" charset="-128"/>
            <a:ea typeface="Adobe Heiti Std R" pitchFamily="34" charset="-128"/>
          </a:endParaRPr>
        </a:p>
      </dsp:txBody>
      <dsp:txXfrm>
        <a:off x="3373120" y="1049273"/>
        <a:ext cx="1295400" cy="1079500"/>
      </dsp:txXfrm>
    </dsp:sp>
    <dsp:sp modelId="{F57CB1A1-1F24-6946-A481-1DC11AFAB75F}">
      <dsp:nvSpPr>
        <dsp:cNvPr id="0" name=""/>
        <dsp:cNvSpPr/>
      </dsp:nvSpPr>
      <dsp:spPr>
        <a:xfrm>
          <a:off x="1386840" y="410209"/>
          <a:ext cx="3627120" cy="3627120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shade val="80000"/>
                <a:hueOff val="109454"/>
                <a:satOff val="-716"/>
                <a:lumOff val="12277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109454"/>
                <a:satOff val="-716"/>
                <a:lumOff val="12277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109454"/>
                <a:satOff val="-716"/>
                <a:lumOff val="122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>
              <a:latin typeface="Adobe Heiti Std R" pitchFamily="34" charset="-128"/>
              <a:ea typeface="Adobe Heiti Std R" pitchFamily="34" charset="-128"/>
            </a:rPr>
            <a:t>Interpersonal conflicts</a:t>
          </a:r>
          <a:endParaRPr lang="en-US" sz="2600" kern="1200" dirty="0">
            <a:latin typeface="Adobe Heiti Std R" pitchFamily="34" charset="-128"/>
            <a:ea typeface="Adobe Heiti Std R" pitchFamily="34" charset="-128"/>
          </a:endParaRPr>
        </a:p>
      </dsp:txBody>
      <dsp:txXfrm>
        <a:off x="2250440" y="2763520"/>
        <a:ext cx="1943100" cy="949960"/>
      </dsp:txXfrm>
    </dsp:sp>
    <dsp:sp modelId="{0AE89CCA-98BD-EC4E-8706-1CCAF08AEA7E}">
      <dsp:nvSpPr>
        <dsp:cNvPr id="0" name=""/>
        <dsp:cNvSpPr/>
      </dsp:nvSpPr>
      <dsp:spPr>
        <a:xfrm>
          <a:off x="1312138" y="280669"/>
          <a:ext cx="3627120" cy="3627120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shade val="80000"/>
                <a:hueOff val="218909"/>
                <a:satOff val="-1431"/>
                <a:lumOff val="24554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218909"/>
                <a:satOff val="-1431"/>
                <a:lumOff val="24554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218909"/>
                <a:satOff val="-1431"/>
                <a:lumOff val="2455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smtClean="0">
              <a:latin typeface="Adobe Heiti Std R" pitchFamily="34" charset="-128"/>
              <a:ea typeface="Adobe Heiti Std R" pitchFamily="34" charset="-128"/>
            </a:rPr>
            <a:t>Family pressure</a:t>
          </a:r>
          <a:endParaRPr lang="en-US" sz="2600" kern="1200" dirty="0">
            <a:latin typeface="Adobe Heiti Std R" pitchFamily="34" charset="-128"/>
            <a:ea typeface="Adobe Heiti Std R" pitchFamily="34" charset="-128"/>
          </a:endParaRPr>
        </a:p>
      </dsp:txBody>
      <dsp:txXfrm>
        <a:off x="1732279" y="1049273"/>
        <a:ext cx="1295400" cy="1079500"/>
      </dsp:txXfrm>
    </dsp:sp>
    <dsp:sp modelId="{28F3F51A-FFDF-0441-9618-6AD77A60A831}">
      <dsp:nvSpPr>
        <dsp:cNvPr id="0" name=""/>
        <dsp:cNvSpPr/>
      </dsp:nvSpPr>
      <dsp:spPr>
        <a:xfrm>
          <a:off x="1237304" y="56133"/>
          <a:ext cx="4076192" cy="4076192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gradFill rotWithShape="0">
          <a:gsLst>
            <a:gs pos="0">
              <a:schemeClr val="accent3">
                <a:shade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7BCF31-228E-5C4B-B643-E6F320DBE03F}">
      <dsp:nvSpPr>
        <dsp:cNvPr id="0" name=""/>
        <dsp:cNvSpPr/>
      </dsp:nvSpPr>
      <dsp:spPr>
        <a:xfrm>
          <a:off x="1162304" y="185444"/>
          <a:ext cx="4076192" cy="4076192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gradFill rotWithShape="0">
          <a:gsLst>
            <a:gs pos="0">
              <a:schemeClr val="accent3">
                <a:shade val="90000"/>
                <a:hueOff val="109447"/>
                <a:satOff val="-1766"/>
                <a:lumOff val="10911"/>
                <a:alphaOff val="0"/>
                <a:shade val="51000"/>
                <a:satMod val="130000"/>
              </a:schemeClr>
            </a:gs>
            <a:gs pos="80000">
              <a:schemeClr val="accent3">
                <a:shade val="90000"/>
                <a:hueOff val="109447"/>
                <a:satOff val="-1766"/>
                <a:lumOff val="10911"/>
                <a:alphaOff val="0"/>
                <a:shade val="93000"/>
                <a:satMod val="130000"/>
              </a:schemeClr>
            </a:gs>
            <a:gs pos="100000">
              <a:schemeClr val="accent3">
                <a:shade val="90000"/>
                <a:hueOff val="109447"/>
                <a:satOff val="-1766"/>
                <a:lumOff val="1091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D7F1B8-0BF1-2345-8E20-640D1CAE98F2}">
      <dsp:nvSpPr>
        <dsp:cNvPr id="0" name=""/>
        <dsp:cNvSpPr/>
      </dsp:nvSpPr>
      <dsp:spPr>
        <a:xfrm>
          <a:off x="1087303" y="56133"/>
          <a:ext cx="4076192" cy="4076192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gradFill rotWithShape="0">
          <a:gsLst>
            <a:gs pos="0">
              <a:schemeClr val="accent3">
                <a:shade val="90000"/>
                <a:hueOff val="218895"/>
                <a:satOff val="-3532"/>
                <a:lumOff val="21821"/>
                <a:alphaOff val="0"/>
                <a:shade val="51000"/>
                <a:satMod val="130000"/>
              </a:schemeClr>
            </a:gs>
            <a:gs pos="80000">
              <a:schemeClr val="accent3">
                <a:shade val="90000"/>
                <a:hueOff val="218895"/>
                <a:satOff val="-3532"/>
                <a:lumOff val="21821"/>
                <a:alphaOff val="0"/>
                <a:shade val="93000"/>
                <a:satMod val="130000"/>
              </a:schemeClr>
            </a:gs>
            <a:gs pos="100000">
              <a:schemeClr val="accent3">
                <a:shade val="90000"/>
                <a:hueOff val="218895"/>
                <a:satOff val="-3532"/>
                <a:lumOff val="2182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E29BB-7A0E-4C03-BC2A-40BAF1B7EEB5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549C1-23E1-4551-AAA4-443C5E9EE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7071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77672-B6B2-4E94-BDD7-557D933D627C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B7F1F-5174-4C55-872B-ECB7A7892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0680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FB7F1F-5174-4C55-872B-ECB7A7892191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1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 smtClean="0">
                <a:latin typeface="Novecento wide Book" pitchFamily="50" charset="0"/>
              </a:rPr>
              <a:t>TITLE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9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 smtClean="0">
                <a:latin typeface="Novecento wide Book" pitchFamily="50" charset="0"/>
              </a:rPr>
              <a:t>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0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599" y="1374390"/>
            <a:ext cx="677242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THE FOUNDING TEAM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6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74"/>
          <a:stretch/>
        </p:blipFill>
        <p:spPr>
          <a:xfrm>
            <a:off x="6934200" y="5285874"/>
            <a:ext cx="20574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221159"/>
            <a:ext cx="80487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ENTREPRENEURSHIP IS A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SPORT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2111276"/>
            <a:ext cx="868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Grow beyond self-employment with the support of a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solidFill>
                <a:schemeClr val="tx1">
                  <a:lumMod val="85000"/>
                  <a:lumOff val="1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Team can include partners, employees, advisors, family, vendors, investors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solidFill>
                <a:schemeClr val="tx1">
                  <a:lumMod val="85000"/>
                  <a:lumOff val="1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Do more with others than you can alone</a:t>
            </a:r>
            <a:endParaRPr lang="en-US" sz="2400" kern="3000" spc="30" dirty="0">
              <a:solidFill>
                <a:schemeClr val="tx1">
                  <a:lumMod val="85000"/>
                  <a:lumOff val="1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6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0"/>
            <a:ext cx="861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ADVANTAGES OF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 TEAM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3278749274"/>
              </p:ext>
            </p:extLst>
          </p:nvPr>
        </p:nvGraphicFramePr>
        <p:xfrm>
          <a:off x="685800" y="1676400"/>
          <a:ext cx="7848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7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066" y="221159"/>
            <a:ext cx="8640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CONSIDERING</a:t>
            </a:r>
            <a:r>
              <a:rPr lang="en-US" sz="4800" b="1" dirty="0">
                <a:latin typeface="Novecento wide Book" pitchFamily="50" charset="0"/>
              </a:rPr>
              <a:t>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19558642"/>
              </p:ext>
            </p:extLst>
          </p:nvPr>
        </p:nvGraphicFramePr>
        <p:xfrm>
          <a:off x="381000" y="609600"/>
          <a:ext cx="8458199" cy="4129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66800" y="4267200"/>
            <a:ext cx="7010400" cy="914400"/>
          </a:xfrm>
          <a:prstGeom prst="roundRect">
            <a:avLst/>
          </a:prstGeom>
          <a:solidFill>
            <a:srgbClr val="006643"/>
          </a:solidFill>
          <a:ln>
            <a:solidFill>
              <a:srgbClr val="006643"/>
            </a:solidFill>
          </a:ln>
          <a:effectLst>
            <a:outerShdw blurRad="101600" dist="88900" dir="36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+mj-lt"/>
                <a:ea typeface="Adobe Fan Heiti Std B" pitchFamily="34" charset="-128"/>
              </a:rPr>
              <a:t>What position can you best fill?  Don</a:t>
            </a:r>
            <a:r>
              <a:rPr lang="en-US" sz="2000" dirty="0" smtClean="0">
                <a:latin typeface="+mj-lt"/>
                <a:ea typeface="Adobe Fan Heiti Std B" pitchFamily="34" charset="-128"/>
                <a:cs typeface="Arial" panose="020B0604020202020204" pitchFamily="34" charset="0"/>
              </a:rPr>
              <a:t>’</a:t>
            </a:r>
            <a:r>
              <a:rPr lang="en-US" sz="2000" dirty="0" smtClean="0">
                <a:latin typeface="+mj-lt"/>
                <a:ea typeface="Adobe Fan Heiti Std B" pitchFamily="34" charset="-128"/>
              </a:rPr>
              <a:t>t be crippled by your weaknesses, but also don</a:t>
            </a:r>
            <a:r>
              <a:rPr lang="en-US" sz="2000" dirty="0" smtClean="0">
                <a:latin typeface="+mj-lt"/>
                <a:ea typeface="Adobe Fan Heiti Std B" pitchFamily="34" charset="-128"/>
                <a:cs typeface="Arial" panose="020B0604020202020204" pitchFamily="34" charset="0"/>
              </a:rPr>
              <a:t>’</a:t>
            </a:r>
            <a:r>
              <a:rPr lang="en-US" sz="2000" dirty="0" smtClean="0">
                <a:latin typeface="+mj-lt"/>
                <a:ea typeface="Adobe Fan Heiti Std B" pitchFamily="34" charset="-128"/>
              </a:rPr>
              <a:t>t be oblivious to them either.</a:t>
            </a:r>
            <a:endParaRPr lang="en-US" sz="2000" dirty="0">
              <a:latin typeface="+mj-lt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0" y="6459205"/>
            <a:ext cx="4343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1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STAFFING PLAN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871" y="1447799"/>
            <a:ext cx="8915400" cy="2895601"/>
          </a:xfrm>
          <a:prstGeom prst="roundRect">
            <a:avLst/>
          </a:prstGeom>
          <a:solidFill>
            <a:srgbClr val="4C9265"/>
          </a:solidFill>
          <a:ln>
            <a:solidFill>
              <a:srgbClr val="4C9265"/>
            </a:solidFill>
          </a:ln>
          <a:effectLst>
            <a:outerShdw blurRad="101600" dist="38100" dir="840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u="sng" dirty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Role		</a:t>
            </a:r>
            <a:r>
              <a:rPr lang="en-US" sz="1600" u="sng" dirty="0" smtClean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       </a:t>
            </a:r>
            <a:r>
              <a:rPr lang="en-US" sz="1600" u="sng" dirty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Primary Duties	</a:t>
            </a:r>
            <a:r>
              <a:rPr lang="en-US" sz="1600" u="sng" dirty="0" smtClean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 	Person </a:t>
            </a:r>
            <a:r>
              <a:rPr lang="en-US" sz="1600" u="sng" dirty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Filling Role </a:t>
            </a:r>
            <a:r>
              <a:rPr lang="en-US" sz="1600" u="sng" dirty="0" smtClean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               When </a:t>
            </a:r>
            <a:r>
              <a:rPr lang="en-US" sz="1600" u="sng" dirty="0">
                <a:solidFill>
                  <a:schemeClr val="tx1"/>
                </a:solidFill>
                <a:latin typeface="Adobe Heiti Std R" pitchFamily="34" charset="-128"/>
                <a:ea typeface="Adobe Heiti Std R" pitchFamily="34" charset="-128"/>
              </a:rPr>
              <a:t>Needed</a:t>
            </a:r>
          </a:p>
          <a:p>
            <a:endParaRPr lang="en-US" sz="5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Product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Development    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Develop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prototype	 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Lead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entrepreneur 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             Now</a:t>
            </a:r>
            <a:endParaRPr lang="en-US" sz="1500" dirty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endParaRPr lang="en-US" sz="15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Market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Development     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Customer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research 	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Founder 	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             Now</a:t>
            </a:r>
            <a:endParaRPr lang="en-US" sz="1500" dirty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	 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Channel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development</a:t>
            </a:r>
          </a:p>
          <a:p>
            <a:endParaRPr lang="en-US" sz="15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Finance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    Raise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outside capital 	  To be determined 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             Next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month</a:t>
            </a:r>
          </a:p>
          <a:p>
            <a:endParaRPr lang="en-US" sz="1500" dirty="0" smtClean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Production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 Identify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manufacturing 	  To be determined 	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             3 months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		 </a:t>
            </a:r>
            <a:r>
              <a:rPr lang="en-US" sz="1500" dirty="0" smtClean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    partners </a:t>
            </a:r>
            <a:r>
              <a:rPr lang="en-US" sz="1500" dirty="0">
                <a:solidFill>
                  <a:schemeClr val="bg1"/>
                </a:solidFill>
                <a:latin typeface="Adobe Heiti Std R" pitchFamily="34" charset="-128"/>
                <a:ea typeface="Adobe Heiti Std R" pitchFamily="34" charset="-128"/>
              </a:rPr>
              <a:t>					</a:t>
            </a:r>
          </a:p>
          <a:p>
            <a:endParaRPr lang="en-US" sz="1200" dirty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  <a:p>
            <a:pPr algn="ctr"/>
            <a:endParaRPr lang="en-US" sz="1200" dirty="0">
              <a:solidFill>
                <a:schemeClr val="bg1"/>
              </a:solidFill>
              <a:latin typeface="Adobe Heiti Std R" pitchFamily="34" charset="-128"/>
              <a:ea typeface="Adobe Heiti Std R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09871" y="6400800"/>
            <a:ext cx="5605129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76199" y="221159"/>
            <a:ext cx="922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BUILDING A POWERFUL TEAM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19280369"/>
              </p:ext>
            </p:extLst>
          </p:nvPr>
        </p:nvGraphicFramePr>
        <p:xfrm>
          <a:off x="685800" y="1356956"/>
          <a:ext cx="7239000" cy="4891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416675"/>
            <a:ext cx="5867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5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8929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RESOURCES FOR CREATING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TEAM</a:t>
            </a:r>
          </a:p>
        </p:txBody>
      </p:sp>
      <p:graphicFrame>
        <p:nvGraphicFramePr>
          <p:cNvPr id="9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876951"/>
              </p:ext>
            </p:extLst>
          </p:nvPr>
        </p:nvGraphicFramePr>
        <p:xfrm>
          <a:off x="1447800" y="1981200"/>
          <a:ext cx="66294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76200" y="6356350"/>
            <a:ext cx="5943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DO </a:t>
            </a:r>
            <a:r>
              <a:rPr lang="en-US" sz="48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NOTS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EMPLOYMENT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04800" y="2057400"/>
            <a:ext cx="8686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Do not use your employer</a:t>
            </a:r>
            <a:r>
              <a:rPr lang="en-US" sz="2400" kern="3000" spc="30" dirty="0" smtClean="0">
                <a:latin typeface="+mj-lt"/>
                <a:ea typeface="Adobe Fan Heiti Std B" pitchFamily="34" charset="-128"/>
              </a:rPr>
              <a:t>’</a:t>
            </a: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s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Do not expropriate intellectual property from your current employer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Do not solicit your employer</a:t>
            </a:r>
            <a:r>
              <a:rPr lang="en-US" sz="2400" kern="3000" spc="30" dirty="0" smtClean="0">
                <a:latin typeface="+mj-lt"/>
                <a:ea typeface="Adobe Fan Heiti Std B" pitchFamily="34" charset="-128"/>
              </a:rPr>
              <a:t>’</a:t>
            </a: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s customers until you quit the job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Do not conceal the fact that you are founding your own venture</a:t>
            </a: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56350"/>
            <a:ext cx="5867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82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3831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TYPES OF COMPENSATION</a:t>
            </a:r>
          </a:p>
        </p:txBody>
      </p:sp>
      <p:graphicFrame>
        <p:nvGraphicFramePr>
          <p:cNvPr id="7" name="Group 6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789406"/>
              </p:ext>
            </p:extLst>
          </p:nvPr>
        </p:nvGraphicFramePr>
        <p:xfrm>
          <a:off x="457200" y="1169033"/>
          <a:ext cx="8229600" cy="4700272"/>
        </p:xfrm>
        <a:graphic>
          <a:graphicData uri="http://schemas.openxmlformats.org/drawingml/2006/table">
            <a:tbl>
              <a:tblPr firstRow="1" firstCol="1" bandRow="1" bandCol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{5A111915-BE36-4E01-A7E5-04B1672EAD32}</a:tableStyleId>
              </a:tblPr>
              <a:tblGrid>
                <a:gridCol w="2743200"/>
                <a:gridCol w="2743200"/>
                <a:gridCol w="2743200"/>
              </a:tblGrid>
              <a:tr h="4984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Compensation 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Advantages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Disadvantages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horzOverflow="overflow"/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Founder Shares</a:t>
                      </a:r>
                      <a:endParaRPr kumimoji="0" 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Attracts co-founders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Dilutes owner</a:t>
                      </a: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  <a:ea typeface="Adobe Heiti Std R" pitchFamily="34" charset="-128"/>
                        </a:rPr>
                        <a:t>’</a:t>
                      </a: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s equity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Option pool</a:t>
                      </a:r>
                      <a:endParaRPr kumimoji="0" 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Ties employees goals to those of the company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Employees may leave the company if the price falls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Restricted stock</a:t>
                      </a:r>
                      <a:endParaRPr kumimoji="0" 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Vested over time, expensed at current share price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Expensed at current price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</a:tr>
              <a:tr h="811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Stock appreciation rights</a:t>
                      </a:r>
                      <a:endParaRPr kumimoji="0" lang="en-US" sz="2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Low cost to the company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Dilutes owner</a:t>
                      </a: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j-lt"/>
                          <a:ea typeface="Adobe Heiti Std R" pitchFamily="34" charset="-128"/>
                        </a:rPr>
                        <a:t>’</a:t>
                      </a: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s equity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Phantom stock</a:t>
                      </a:r>
                      <a:endParaRPr kumimoji="0" 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Employees do not receive equity</a:t>
                      </a:r>
                      <a:endParaRPr kumimoji="0" lang="en-US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dobe Heiti Std R" pitchFamily="34" charset="-128"/>
                          <a:ea typeface="Adobe Heiti Std R" pitchFamily="34" charset="-128"/>
                        </a:rPr>
                        <a:t>Needs cash to be exercised</a:t>
                      </a:r>
                      <a:endParaRPr kumimoji="0" lang="en-US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dobe Heiti Std R" pitchFamily="34" charset="-128"/>
                        <a:ea typeface="Adobe Heiti Std R" pitchFamily="34" charset="-128"/>
                      </a:endParaRPr>
                    </a:p>
                  </a:txBody>
                  <a:tcPr anchor="ctr" horzOverflow="overflow"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56350"/>
            <a:ext cx="5867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4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91600" cy="1143000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DILUTION EFFECT: </a:t>
            </a:r>
            <a:b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AN EXAMPLE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356589"/>
              </p:ext>
            </p:extLst>
          </p:nvPr>
        </p:nvGraphicFramePr>
        <p:xfrm>
          <a:off x="76200" y="1816122"/>
          <a:ext cx="8991598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257"/>
                <a:gridCol w="642257"/>
                <a:gridCol w="696686"/>
                <a:gridCol w="609600"/>
                <a:gridCol w="620485"/>
                <a:gridCol w="642257"/>
                <a:gridCol w="566058"/>
                <a:gridCol w="718456"/>
                <a:gridCol w="642257"/>
                <a:gridCol w="642257"/>
                <a:gridCol w="642257"/>
                <a:gridCol w="555173"/>
                <a:gridCol w="729341"/>
                <a:gridCol w="642257"/>
              </a:tblGrid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Event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 smtClean="0"/>
                        <a:t>Entr</a:t>
                      </a:r>
                      <a:r>
                        <a:rPr lang="en-US" sz="1050" b="1" dirty="0" smtClean="0"/>
                        <a:t>. Share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Co-Founder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Family/Friends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Angels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Option Pool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CEO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CFO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VP Sales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VC </a:t>
                      </a:r>
                      <a:r>
                        <a:rPr lang="en-US" sz="1050" b="1" dirty="0" err="1" smtClean="0"/>
                        <a:t>Rnd</a:t>
                      </a:r>
                      <a:r>
                        <a:rPr lang="en-US" sz="1050" b="1" dirty="0" smtClean="0"/>
                        <a:t> 1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VC </a:t>
                      </a:r>
                      <a:r>
                        <a:rPr lang="en-US" sz="1050" b="1" dirty="0" err="1" smtClean="0"/>
                        <a:t>Rnd</a:t>
                      </a:r>
                      <a:r>
                        <a:rPr lang="en-US" sz="1050" b="1" dirty="0" smtClean="0"/>
                        <a:t> 2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Total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Valuation (000)</a:t>
                      </a:r>
                      <a:endParaRPr lang="en-US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Ent’s. Value</a:t>
                      </a:r>
                      <a:endParaRPr lang="en-US" sz="105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48%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$1,000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$480</a:t>
                      </a:r>
                      <a:endParaRPr lang="en-US" sz="100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14%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9%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$2,500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$540</a:t>
                      </a:r>
                      <a:endParaRPr lang="en-US" sz="100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8%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6%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7%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43%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$7,000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$562</a:t>
                      </a:r>
                      <a:endParaRPr lang="en-US" sz="100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7%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29%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$30,000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$1,605</a:t>
                      </a:r>
                      <a:endParaRPr lang="en-US" sz="100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6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4%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5%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29%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32%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100%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$100,000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$5,349</a:t>
                      </a:r>
                      <a:endParaRPr lang="en-US" sz="1000" b="1" dirty="0"/>
                    </a:p>
                  </a:txBody>
                  <a:tcPr anchor="ctr"/>
                </a:tc>
              </a:tr>
              <a:tr h="44631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Harvest Value</a:t>
                      </a:r>
                      <a:r>
                        <a:rPr lang="en-US" sz="1000" b="1" baseline="0" dirty="0" smtClean="0"/>
                        <a:t> for All Stake-holders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$5,349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$3,566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$2,229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$9,905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$3,714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$6,667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$2,000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$4,667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$28,571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/>
                        <a:t>$33,332</a:t>
                      </a:r>
                      <a:endParaRPr 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24600"/>
            <a:ext cx="44958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TEAM MEMBERS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34729368"/>
              </p:ext>
            </p:extLst>
          </p:nvPr>
        </p:nvGraphicFramePr>
        <p:xfrm>
          <a:off x="762000" y="1295400"/>
          <a:ext cx="76200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56350"/>
            <a:ext cx="5867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8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PROBLEMS FACED BY</a:t>
            </a:r>
          </a:p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START-UP TEAMS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6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91" name="Diagram 290"/>
          <p:cNvGraphicFramePr/>
          <p:nvPr>
            <p:extLst>
              <p:ext uri="{D42A27DB-BD31-4B8C-83A1-F6EECF244321}">
                <p14:modId xmlns:p14="http://schemas.microsoft.com/office/powerpoint/2010/main" val="748885221"/>
              </p:ext>
            </p:extLst>
          </p:nvPr>
        </p:nvGraphicFramePr>
        <p:xfrm>
          <a:off x="1219200" y="1676400"/>
          <a:ext cx="64008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56388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2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304800" y="1447800"/>
            <a:ext cx="868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Entrepreneurship is a team sport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Determine who should be on the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Create a culture so that team can flourish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Maintaining a team is an ongoing effort</a:t>
            </a: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56350"/>
            <a:ext cx="58674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7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</TotalTime>
  <Words>648</Words>
  <Application>Microsoft Office PowerPoint</Application>
  <PresentationFormat>On-screen Show (4:3)</PresentationFormat>
  <Paragraphs>204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DILUTION EFFECT:  AN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52</cp:revision>
  <dcterms:created xsi:type="dcterms:W3CDTF">2013-10-12T04:14:45Z</dcterms:created>
  <dcterms:modified xsi:type="dcterms:W3CDTF">2015-03-04T18:58:47Z</dcterms:modified>
</cp:coreProperties>
</file>