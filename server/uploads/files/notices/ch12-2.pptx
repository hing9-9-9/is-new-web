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82" r:id="rId1"/>
  </p:sldMasterIdLst>
  <p:notesMasterIdLst>
    <p:notesMasterId r:id="rId14"/>
  </p:notesMasterIdLst>
  <p:handoutMasterIdLst>
    <p:handoutMasterId r:id="rId15"/>
  </p:handoutMasterIdLst>
  <p:sldIdLst>
    <p:sldId id="257" r:id="rId2"/>
    <p:sldId id="285" r:id="rId3"/>
    <p:sldId id="289" r:id="rId4"/>
    <p:sldId id="277" r:id="rId5"/>
    <p:sldId id="278" r:id="rId6"/>
    <p:sldId id="279" r:id="rId7"/>
    <p:sldId id="286" r:id="rId8"/>
    <p:sldId id="281" r:id="rId9"/>
    <p:sldId id="287" r:id="rId10"/>
    <p:sldId id="283" r:id="rId11"/>
    <p:sldId id="288" r:id="rId12"/>
    <p:sldId id="290" r:id="rId13"/>
  </p:sldIdLst>
  <p:sldSz cx="9144000" cy="6858000" type="screen4x3"/>
  <p:notesSz cx="6881813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-106" charset="0"/>
        <a:ea typeface="Arial" pitchFamily="-106" charset="0"/>
        <a:cs typeface="Arial" pitchFamily="-106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-106" charset="0"/>
        <a:ea typeface="Arial" pitchFamily="-106" charset="0"/>
        <a:cs typeface="Arial" pitchFamily="-106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-106" charset="0"/>
        <a:ea typeface="Arial" pitchFamily="-106" charset="0"/>
        <a:cs typeface="Arial" pitchFamily="-106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-106" charset="0"/>
        <a:ea typeface="Arial" pitchFamily="-106" charset="0"/>
        <a:cs typeface="Arial" pitchFamily="-106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-106" charset="0"/>
        <a:ea typeface="Arial" pitchFamily="-106" charset="0"/>
        <a:cs typeface="Arial" pitchFamily="-106" charset="0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Arial" pitchFamily="-106" charset="0"/>
        <a:ea typeface="Arial" pitchFamily="-106" charset="0"/>
        <a:cs typeface="Arial" pitchFamily="-106" charset="0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Arial" pitchFamily="-106" charset="0"/>
        <a:ea typeface="Arial" pitchFamily="-106" charset="0"/>
        <a:cs typeface="Arial" pitchFamily="-106" charset="0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Arial" pitchFamily="-106" charset="0"/>
        <a:ea typeface="Arial" pitchFamily="-106" charset="0"/>
        <a:cs typeface="Arial" pitchFamily="-106" charset="0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Arial" pitchFamily="-106" charset="0"/>
        <a:ea typeface="Arial" pitchFamily="-106" charset="0"/>
        <a:cs typeface="Arial" pitchFamily="-106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2EFC6"/>
    <a:srgbClr val="68A5FF"/>
    <a:srgbClr val="4BC666"/>
    <a:srgbClr val="6CC368"/>
    <a:srgbClr val="59C093"/>
    <a:srgbClr val="6E8176"/>
    <a:srgbClr val="339933"/>
    <a:srgbClr val="FF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311" autoAdjust="0"/>
    <p:restoredTop sz="94664" autoAdjust="0"/>
  </p:normalViewPr>
  <p:slideViewPr>
    <p:cSldViewPr>
      <p:cViewPr varScale="1">
        <p:scale>
          <a:sx n="61" d="100"/>
          <a:sy n="61" d="100"/>
        </p:scale>
        <p:origin x="-1596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4_5">
  <dgm:title val=""/>
  <dgm:desc val=""/>
  <dgm:catLst>
    <dgm:cat type="accent4" pri="11500"/>
  </dgm:catLst>
  <dgm:styleLbl name="node0">
    <dgm:fillClrLst meth="cycle">
      <a:schemeClr val="accent4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>
        <a:alpha val="9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>
        <a:alpha val="90000"/>
      </a:schemeClr>
      <a:schemeClr val="accent4">
        <a:alpha val="5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/>
    <dgm:txEffectClrLst/>
  </dgm:styleLbl>
  <dgm:styleLbl name="lnNode1">
    <dgm:fillClrLst>
      <a:schemeClr val="accent4">
        <a:shade val="90000"/>
      </a:schemeClr>
      <a:schemeClr val="accent4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shade val="80000"/>
        <a:alpha val="50000"/>
      </a:schemeClr>
      <a:schemeClr val="accent4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  <a:alpha val="90000"/>
      </a:schemeClr>
      <a:schemeClr val="accent4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fgSibTrans2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bgSibTrans2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sibTrans1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4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alpha val="90000"/>
        <a:tint val="40000"/>
      </a:schemeClr>
      <a:schemeClr val="accent4">
        <a:alpha val="5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DE3DC27-4DFB-8C46-B170-56BEACFC0FD9}" type="doc">
      <dgm:prSet loTypeId="urn:microsoft.com/office/officeart/2005/8/layout/hierarchy2" loCatId="hierarchy" qsTypeId="urn:microsoft.com/office/officeart/2005/8/quickstyle/3D1" qsCatId="3D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FE307C19-AFBE-EC4E-A0AF-A307CA5AF12B}">
      <dgm:prSet phldrT="[Text]"/>
      <dgm:spPr/>
      <dgm:t>
        <a:bodyPr/>
        <a:lstStyle/>
        <a:p>
          <a:r>
            <a:rPr lang="en-US" dirty="0" smtClean="0"/>
            <a:t>Notify the company about the idea</a:t>
          </a:r>
          <a:endParaRPr lang="en-US" dirty="0"/>
        </a:p>
      </dgm:t>
    </dgm:pt>
    <dgm:pt modelId="{E3AE3A37-2AD6-2542-89FE-0FE2894787F8}" type="parTrans" cxnId="{B734816F-6372-6C4D-83A7-757B4C964B28}">
      <dgm:prSet/>
      <dgm:spPr/>
      <dgm:t>
        <a:bodyPr/>
        <a:lstStyle/>
        <a:p>
          <a:endParaRPr lang="en-US"/>
        </a:p>
      </dgm:t>
    </dgm:pt>
    <dgm:pt modelId="{198FB2B0-3056-EE4D-8868-F62C82AD3A04}" type="sibTrans" cxnId="{B734816F-6372-6C4D-83A7-757B4C964B28}">
      <dgm:prSet/>
      <dgm:spPr/>
      <dgm:t>
        <a:bodyPr/>
        <a:lstStyle/>
        <a:p>
          <a:endParaRPr lang="en-US"/>
        </a:p>
      </dgm:t>
    </dgm:pt>
    <dgm:pt modelId="{C0E96DF1-C379-D841-AE13-4782AAE020CE}">
      <dgm:prSet phldrT="[Text]"/>
      <dgm:spPr/>
      <dgm:t>
        <a:bodyPr/>
        <a:lstStyle/>
        <a:p>
          <a:r>
            <a:rPr lang="en-US" dirty="0" smtClean="0"/>
            <a:t>The company uses the opportunity</a:t>
          </a:r>
          <a:endParaRPr lang="en-US" dirty="0"/>
        </a:p>
      </dgm:t>
    </dgm:pt>
    <dgm:pt modelId="{D9344244-726B-B648-A2ED-20A1D027AB64}" type="parTrans" cxnId="{B21079BA-9B55-1142-ADA4-4BB121748000}">
      <dgm:prSet/>
      <dgm:spPr/>
      <dgm:t>
        <a:bodyPr/>
        <a:lstStyle/>
        <a:p>
          <a:endParaRPr lang="en-US"/>
        </a:p>
      </dgm:t>
    </dgm:pt>
    <dgm:pt modelId="{2B3454FB-A6D4-7947-B990-B4E918E9AA71}" type="sibTrans" cxnId="{B21079BA-9B55-1142-ADA4-4BB121748000}">
      <dgm:prSet/>
      <dgm:spPr/>
      <dgm:t>
        <a:bodyPr/>
        <a:lstStyle/>
        <a:p>
          <a:endParaRPr lang="en-US"/>
        </a:p>
      </dgm:t>
    </dgm:pt>
    <dgm:pt modelId="{F91430A5-77CA-FA4E-9937-C54A085CB254}">
      <dgm:prSet phldrT="[Text]"/>
      <dgm:spPr/>
      <dgm:t>
        <a:bodyPr/>
        <a:lstStyle/>
        <a:p>
          <a:r>
            <a:rPr lang="en-US" dirty="0" smtClean="0"/>
            <a:t>Look for another opportunity</a:t>
          </a:r>
          <a:endParaRPr lang="en-US" dirty="0"/>
        </a:p>
      </dgm:t>
    </dgm:pt>
    <dgm:pt modelId="{38013E3B-D4DD-444A-B005-A727F198345A}" type="parTrans" cxnId="{F51C6265-3E6B-BD4E-8762-CFEBFEEAA22C}">
      <dgm:prSet/>
      <dgm:spPr/>
      <dgm:t>
        <a:bodyPr/>
        <a:lstStyle/>
        <a:p>
          <a:endParaRPr lang="en-US"/>
        </a:p>
      </dgm:t>
    </dgm:pt>
    <dgm:pt modelId="{5A3484B0-2AE8-0A4D-8EBE-9536716CE57C}" type="sibTrans" cxnId="{F51C6265-3E6B-BD4E-8762-CFEBFEEAA22C}">
      <dgm:prSet/>
      <dgm:spPr/>
      <dgm:t>
        <a:bodyPr/>
        <a:lstStyle/>
        <a:p>
          <a:endParaRPr lang="en-US"/>
        </a:p>
      </dgm:t>
    </dgm:pt>
    <dgm:pt modelId="{D1C2692E-8B98-7F4B-BDA5-3D915094184F}">
      <dgm:prSet phldrT="[Text]"/>
      <dgm:spPr/>
      <dgm:t>
        <a:bodyPr/>
        <a:lstStyle/>
        <a:p>
          <a:r>
            <a:rPr lang="en-US" dirty="0" smtClean="0"/>
            <a:t>The company </a:t>
          </a:r>
          <a:r>
            <a:rPr lang="en-US" smtClean="0"/>
            <a:t>doesn’t use </a:t>
          </a:r>
          <a:r>
            <a:rPr lang="en-US" dirty="0" smtClean="0"/>
            <a:t>the opportunity</a:t>
          </a:r>
          <a:endParaRPr lang="en-US" dirty="0"/>
        </a:p>
      </dgm:t>
    </dgm:pt>
    <dgm:pt modelId="{D9DFFC5C-41D4-9F45-A59E-FF6A2385B508}" type="parTrans" cxnId="{2735FCAE-C361-D34F-BFDB-485571CEB5A6}">
      <dgm:prSet/>
      <dgm:spPr/>
      <dgm:t>
        <a:bodyPr/>
        <a:lstStyle/>
        <a:p>
          <a:endParaRPr lang="en-US"/>
        </a:p>
      </dgm:t>
    </dgm:pt>
    <dgm:pt modelId="{EBF1B4CF-6143-BE4F-8F6E-D52BBB374725}" type="sibTrans" cxnId="{2735FCAE-C361-D34F-BFDB-485571CEB5A6}">
      <dgm:prSet/>
      <dgm:spPr/>
      <dgm:t>
        <a:bodyPr/>
        <a:lstStyle/>
        <a:p>
          <a:endParaRPr lang="en-US"/>
        </a:p>
      </dgm:t>
    </dgm:pt>
    <dgm:pt modelId="{EBC47C97-69D4-2F47-89C7-1A2CDE3309EA}">
      <dgm:prSet phldrT="[Text]"/>
      <dgm:spPr/>
      <dgm:t>
        <a:bodyPr/>
        <a:lstStyle/>
        <a:p>
          <a:r>
            <a:rPr lang="en-US" dirty="0" smtClean="0"/>
            <a:t>You can use the opportunity</a:t>
          </a:r>
          <a:endParaRPr lang="en-US" dirty="0"/>
        </a:p>
      </dgm:t>
    </dgm:pt>
    <dgm:pt modelId="{D97DE58E-0847-984B-A698-9E19DD518215}" type="parTrans" cxnId="{267C7BE8-9D0E-7F41-9A67-86BCA8309E7E}">
      <dgm:prSet/>
      <dgm:spPr/>
      <dgm:t>
        <a:bodyPr/>
        <a:lstStyle/>
        <a:p>
          <a:endParaRPr lang="en-US"/>
        </a:p>
      </dgm:t>
    </dgm:pt>
    <dgm:pt modelId="{267471C0-9165-904A-9E71-356101D215FB}" type="sibTrans" cxnId="{267C7BE8-9D0E-7F41-9A67-86BCA8309E7E}">
      <dgm:prSet/>
      <dgm:spPr/>
      <dgm:t>
        <a:bodyPr/>
        <a:lstStyle/>
        <a:p>
          <a:endParaRPr lang="en-US"/>
        </a:p>
      </dgm:t>
    </dgm:pt>
    <dgm:pt modelId="{9C31F6A5-F112-3A4B-B65E-2D1AF7710C30}" type="pres">
      <dgm:prSet presAssocID="{1DE3DC27-4DFB-8C46-B170-56BEACFC0FD9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3847064C-8089-7D44-A2A5-38D31224B212}" type="pres">
      <dgm:prSet presAssocID="{FE307C19-AFBE-EC4E-A0AF-A307CA5AF12B}" presName="root1" presStyleCnt="0"/>
      <dgm:spPr/>
      <dgm:t>
        <a:bodyPr/>
        <a:lstStyle/>
        <a:p>
          <a:endParaRPr lang="en-US"/>
        </a:p>
      </dgm:t>
    </dgm:pt>
    <dgm:pt modelId="{7553FD25-EA2A-DD49-9092-81F3FCD91686}" type="pres">
      <dgm:prSet presAssocID="{FE307C19-AFBE-EC4E-A0AF-A307CA5AF12B}" presName="LevelOneTextNode" presStyleLbl="node0" presStyleIdx="0" presStyleCnt="1" custScaleY="122458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0A45BA75-5D0D-DA42-AF5E-E88691EFCD03}" type="pres">
      <dgm:prSet presAssocID="{FE307C19-AFBE-EC4E-A0AF-A307CA5AF12B}" presName="level2hierChild" presStyleCnt="0"/>
      <dgm:spPr/>
      <dgm:t>
        <a:bodyPr/>
        <a:lstStyle/>
        <a:p>
          <a:endParaRPr lang="en-US"/>
        </a:p>
      </dgm:t>
    </dgm:pt>
    <dgm:pt modelId="{8BD4897D-B77F-AE4F-B3C4-09BEE1118DDC}" type="pres">
      <dgm:prSet presAssocID="{D9344244-726B-B648-A2ED-20A1D027AB64}" presName="conn2-1" presStyleLbl="parChTrans1D2" presStyleIdx="0" presStyleCnt="2"/>
      <dgm:spPr/>
      <dgm:t>
        <a:bodyPr/>
        <a:lstStyle/>
        <a:p>
          <a:endParaRPr lang="en-US"/>
        </a:p>
      </dgm:t>
    </dgm:pt>
    <dgm:pt modelId="{2784C829-A4F7-1C49-8CC3-E75D0ECB8F29}" type="pres">
      <dgm:prSet presAssocID="{D9344244-726B-B648-A2ED-20A1D027AB64}" presName="connTx" presStyleLbl="parChTrans1D2" presStyleIdx="0" presStyleCnt="2"/>
      <dgm:spPr/>
      <dgm:t>
        <a:bodyPr/>
        <a:lstStyle/>
        <a:p>
          <a:endParaRPr lang="en-US"/>
        </a:p>
      </dgm:t>
    </dgm:pt>
    <dgm:pt modelId="{D7DA9BDC-ABE4-A34D-BAAB-74F171994532}" type="pres">
      <dgm:prSet presAssocID="{C0E96DF1-C379-D841-AE13-4782AAE020CE}" presName="root2" presStyleCnt="0"/>
      <dgm:spPr/>
      <dgm:t>
        <a:bodyPr/>
        <a:lstStyle/>
        <a:p>
          <a:endParaRPr lang="en-US"/>
        </a:p>
      </dgm:t>
    </dgm:pt>
    <dgm:pt modelId="{EDE7375F-7BC8-924E-8C4A-AD397493472D}" type="pres">
      <dgm:prSet presAssocID="{C0E96DF1-C379-D841-AE13-4782AAE020CE}" presName="LevelTwoTextNode" presStyleLbl="node2" presStyleIdx="0" presStyleCnt="2" custScaleY="122458" custLinFactNeighborY="-45440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A8C592A5-E307-934B-B00F-9C030F62C72E}" type="pres">
      <dgm:prSet presAssocID="{C0E96DF1-C379-D841-AE13-4782AAE020CE}" presName="level3hierChild" presStyleCnt="0"/>
      <dgm:spPr/>
      <dgm:t>
        <a:bodyPr/>
        <a:lstStyle/>
        <a:p>
          <a:endParaRPr lang="en-US"/>
        </a:p>
      </dgm:t>
    </dgm:pt>
    <dgm:pt modelId="{9BA9C1A0-24AE-FF49-9B1C-A2025BE19AC0}" type="pres">
      <dgm:prSet presAssocID="{38013E3B-D4DD-444A-B005-A727F198345A}" presName="conn2-1" presStyleLbl="parChTrans1D3" presStyleIdx="0" presStyleCnt="2"/>
      <dgm:spPr/>
      <dgm:t>
        <a:bodyPr/>
        <a:lstStyle/>
        <a:p>
          <a:endParaRPr lang="en-US"/>
        </a:p>
      </dgm:t>
    </dgm:pt>
    <dgm:pt modelId="{31EC33EB-2EA1-CC43-AEEB-170E7B341623}" type="pres">
      <dgm:prSet presAssocID="{38013E3B-D4DD-444A-B005-A727F198345A}" presName="connTx" presStyleLbl="parChTrans1D3" presStyleIdx="0" presStyleCnt="2"/>
      <dgm:spPr/>
      <dgm:t>
        <a:bodyPr/>
        <a:lstStyle/>
        <a:p>
          <a:endParaRPr lang="en-US"/>
        </a:p>
      </dgm:t>
    </dgm:pt>
    <dgm:pt modelId="{30AF3C69-F1DA-8A4A-9DEF-F45296176FFB}" type="pres">
      <dgm:prSet presAssocID="{F91430A5-77CA-FA4E-9937-C54A085CB254}" presName="root2" presStyleCnt="0"/>
      <dgm:spPr/>
      <dgm:t>
        <a:bodyPr/>
        <a:lstStyle/>
        <a:p>
          <a:endParaRPr lang="en-US"/>
        </a:p>
      </dgm:t>
    </dgm:pt>
    <dgm:pt modelId="{CAA6C0DC-84BA-9B41-BAE3-C42EA94D548C}" type="pres">
      <dgm:prSet presAssocID="{F91430A5-77CA-FA4E-9937-C54A085CB254}" presName="LevelTwoTextNode" presStyleLbl="node3" presStyleIdx="0" presStyleCnt="2" custScaleY="122458" custLinFactNeighborY="-45440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F58B7346-6215-734A-A54C-E52B50CFA869}" type="pres">
      <dgm:prSet presAssocID="{F91430A5-77CA-FA4E-9937-C54A085CB254}" presName="level3hierChild" presStyleCnt="0"/>
      <dgm:spPr/>
      <dgm:t>
        <a:bodyPr/>
        <a:lstStyle/>
        <a:p>
          <a:endParaRPr lang="en-US"/>
        </a:p>
      </dgm:t>
    </dgm:pt>
    <dgm:pt modelId="{F8F4AF57-8C9C-9344-A8D8-A42527F990EE}" type="pres">
      <dgm:prSet presAssocID="{D9DFFC5C-41D4-9F45-A59E-FF6A2385B508}" presName="conn2-1" presStyleLbl="parChTrans1D2" presStyleIdx="1" presStyleCnt="2"/>
      <dgm:spPr/>
      <dgm:t>
        <a:bodyPr/>
        <a:lstStyle/>
        <a:p>
          <a:endParaRPr lang="en-US"/>
        </a:p>
      </dgm:t>
    </dgm:pt>
    <dgm:pt modelId="{DB6C205D-FBE5-E747-B6D3-1D1CC7B5ABE0}" type="pres">
      <dgm:prSet presAssocID="{D9DFFC5C-41D4-9F45-A59E-FF6A2385B508}" presName="connTx" presStyleLbl="parChTrans1D2" presStyleIdx="1" presStyleCnt="2"/>
      <dgm:spPr/>
      <dgm:t>
        <a:bodyPr/>
        <a:lstStyle/>
        <a:p>
          <a:endParaRPr lang="en-US"/>
        </a:p>
      </dgm:t>
    </dgm:pt>
    <dgm:pt modelId="{81F0C838-EAB3-204D-851D-0E01AF7FDDA4}" type="pres">
      <dgm:prSet presAssocID="{D1C2692E-8B98-7F4B-BDA5-3D915094184F}" presName="root2" presStyleCnt="0"/>
      <dgm:spPr/>
      <dgm:t>
        <a:bodyPr/>
        <a:lstStyle/>
        <a:p>
          <a:endParaRPr lang="en-US"/>
        </a:p>
      </dgm:t>
    </dgm:pt>
    <dgm:pt modelId="{4EB6F30C-F4D7-264A-8750-5072D454AD2C}" type="pres">
      <dgm:prSet presAssocID="{D1C2692E-8B98-7F4B-BDA5-3D915094184F}" presName="LevelTwoTextNode" presStyleLbl="node2" presStyleIdx="1" presStyleCnt="2" custScaleY="122458" custLinFactNeighborY="45440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D10815E2-DD1F-364F-A7DF-C5BAF76CDC0F}" type="pres">
      <dgm:prSet presAssocID="{D1C2692E-8B98-7F4B-BDA5-3D915094184F}" presName="level3hierChild" presStyleCnt="0"/>
      <dgm:spPr/>
      <dgm:t>
        <a:bodyPr/>
        <a:lstStyle/>
        <a:p>
          <a:endParaRPr lang="en-US"/>
        </a:p>
      </dgm:t>
    </dgm:pt>
    <dgm:pt modelId="{12D671C2-C2CA-124C-9A1A-DC5C233C1E17}" type="pres">
      <dgm:prSet presAssocID="{D97DE58E-0847-984B-A698-9E19DD518215}" presName="conn2-1" presStyleLbl="parChTrans1D3" presStyleIdx="1" presStyleCnt="2"/>
      <dgm:spPr/>
      <dgm:t>
        <a:bodyPr/>
        <a:lstStyle/>
        <a:p>
          <a:endParaRPr lang="en-US"/>
        </a:p>
      </dgm:t>
    </dgm:pt>
    <dgm:pt modelId="{5E11390F-DA0F-BF4F-969F-B127CD49A378}" type="pres">
      <dgm:prSet presAssocID="{D97DE58E-0847-984B-A698-9E19DD518215}" presName="connTx" presStyleLbl="parChTrans1D3" presStyleIdx="1" presStyleCnt="2"/>
      <dgm:spPr/>
      <dgm:t>
        <a:bodyPr/>
        <a:lstStyle/>
        <a:p>
          <a:endParaRPr lang="en-US"/>
        </a:p>
      </dgm:t>
    </dgm:pt>
    <dgm:pt modelId="{7B5F60BF-3E78-3644-A6F7-320E523D8CEF}" type="pres">
      <dgm:prSet presAssocID="{EBC47C97-69D4-2F47-89C7-1A2CDE3309EA}" presName="root2" presStyleCnt="0"/>
      <dgm:spPr/>
      <dgm:t>
        <a:bodyPr/>
        <a:lstStyle/>
        <a:p>
          <a:endParaRPr lang="en-US"/>
        </a:p>
      </dgm:t>
    </dgm:pt>
    <dgm:pt modelId="{2E4A56F7-6782-9A48-BD7B-2F83F5D97A01}" type="pres">
      <dgm:prSet presAssocID="{EBC47C97-69D4-2F47-89C7-1A2CDE3309EA}" presName="LevelTwoTextNode" presStyleLbl="node3" presStyleIdx="1" presStyleCnt="2" custScaleY="122458" custLinFactNeighborY="45440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AC582968-A7DF-574F-A2D0-7760383F59CB}" type="pres">
      <dgm:prSet presAssocID="{EBC47C97-69D4-2F47-89C7-1A2CDE3309EA}" presName="level3hierChild" presStyleCnt="0"/>
      <dgm:spPr/>
      <dgm:t>
        <a:bodyPr/>
        <a:lstStyle/>
        <a:p>
          <a:endParaRPr lang="en-US"/>
        </a:p>
      </dgm:t>
    </dgm:pt>
  </dgm:ptLst>
  <dgm:cxnLst>
    <dgm:cxn modelId="{267C7BE8-9D0E-7F41-9A67-86BCA8309E7E}" srcId="{D1C2692E-8B98-7F4B-BDA5-3D915094184F}" destId="{EBC47C97-69D4-2F47-89C7-1A2CDE3309EA}" srcOrd="0" destOrd="0" parTransId="{D97DE58E-0847-984B-A698-9E19DD518215}" sibTransId="{267471C0-9165-904A-9E71-356101D215FB}"/>
    <dgm:cxn modelId="{439CCCE1-E53D-5941-BF28-9AD8C207945D}" type="presOf" srcId="{D1C2692E-8B98-7F4B-BDA5-3D915094184F}" destId="{4EB6F30C-F4D7-264A-8750-5072D454AD2C}" srcOrd="0" destOrd="0" presId="urn:microsoft.com/office/officeart/2005/8/layout/hierarchy2"/>
    <dgm:cxn modelId="{F51C6265-3E6B-BD4E-8762-CFEBFEEAA22C}" srcId="{C0E96DF1-C379-D841-AE13-4782AAE020CE}" destId="{F91430A5-77CA-FA4E-9937-C54A085CB254}" srcOrd="0" destOrd="0" parTransId="{38013E3B-D4DD-444A-B005-A727F198345A}" sibTransId="{5A3484B0-2AE8-0A4D-8EBE-9536716CE57C}"/>
    <dgm:cxn modelId="{2735FCAE-C361-D34F-BFDB-485571CEB5A6}" srcId="{FE307C19-AFBE-EC4E-A0AF-A307CA5AF12B}" destId="{D1C2692E-8B98-7F4B-BDA5-3D915094184F}" srcOrd="1" destOrd="0" parTransId="{D9DFFC5C-41D4-9F45-A59E-FF6A2385B508}" sibTransId="{EBF1B4CF-6143-BE4F-8F6E-D52BBB374725}"/>
    <dgm:cxn modelId="{5A9758D3-3936-6A42-B3E6-FB7458280D95}" type="presOf" srcId="{1DE3DC27-4DFB-8C46-B170-56BEACFC0FD9}" destId="{9C31F6A5-F112-3A4B-B65E-2D1AF7710C30}" srcOrd="0" destOrd="0" presId="urn:microsoft.com/office/officeart/2005/8/layout/hierarchy2"/>
    <dgm:cxn modelId="{4D9225C2-7F18-6345-9C2A-EBB16EA120B5}" type="presOf" srcId="{D97DE58E-0847-984B-A698-9E19DD518215}" destId="{5E11390F-DA0F-BF4F-969F-B127CD49A378}" srcOrd="1" destOrd="0" presId="urn:microsoft.com/office/officeart/2005/8/layout/hierarchy2"/>
    <dgm:cxn modelId="{9A02487E-10D3-9A43-A7E8-938B5B37D0A2}" type="presOf" srcId="{38013E3B-D4DD-444A-B005-A727F198345A}" destId="{31EC33EB-2EA1-CC43-AEEB-170E7B341623}" srcOrd="1" destOrd="0" presId="urn:microsoft.com/office/officeart/2005/8/layout/hierarchy2"/>
    <dgm:cxn modelId="{3F8BF454-4D01-014A-ABCF-772A7A47E581}" type="presOf" srcId="{EBC47C97-69D4-2F47-89C7-1A2CDE3309EA}" destId="{2E4A56F7-6782-9A48-BD7B-2F83F5D97A01}" srcOrd="0" destOrd="0" presId="urn:microsoft.com/office/officeart/2005/8/layout/hierarchy2"/>
    <dgm:cxn modelId="{630169C9-CCD4-DF4B-A41B-6AB86986ECED}" type="presOf" srcId="{F91430A5-77CA-FA4E-9937-C54A085CB254}" destId="{CAA6C0DC-84BA-9B41-BAE3-C42EA94D548C}" srcOrd="0" destOrd="0" presId="urn:microsoft.com/office/officeart/2005/8/layout/hierarchy2"/>
    <dgm:cxn modelId="{95B7C263-B963-C44C-BE99-3A204C7AE0C4}" type="presOf" srcId="{C0E96DF1-C379-D841-AE13-4782AAE020CE}" destId="{EDE7375F-7BC8-924E-8C4A-AD397493472D}" srcOrd="0" destOrd="0" presId="urn:microsoft.com/office/officeart/2005/8/layout/hierarchy2"/>
    <dgm:cxn modelId="{B93718A9-3513-2C4E-869D-3154F59B787A}" type="presOf" srcId="{D9DFFC5C-41D4-9F45-A59E-FF6A2385B508}" destId="{DB6C205D-FBE5-E747-B6D3-1D1CC7B5ABE0}" srcOrd="1" destOrd="0" presId="urn:microsoft.com/office/officeart/2005/8/layout/hierarchy2"/>
    <dgm:cxn modelId="{B734816F-6372-6C4D-83A7-757B4C964B28}" srcId="{1DE3DC27-4DFB-8C46-B170-56BEACFC0FD9}" destId="{FE307C19-AFBE-EC4E-A0AF-A307CA5AF12B}" srcOrd="0" destOrd="0" parTransId="{E3AE3A37-2AD6-2542-89FE-0FE2894787F8}" sibTransId="{198FB2B0-3056-EE4D-8868-F62C82AD3A04}"/>
    <dgm:cxn modelId="{9FE8E6F5-B382-D941-A73E-B71C05B63800}" type="presOf" srcId="{D9DFFC5C-41D4-9F45-A59E-FF6A2385B508}" destId="{F8F4AF57-8C9C-9344-A8D8-A42527F990EE}" srcOrd="0" destOrd="0" presId="urn:microsoft.com/office/officeart/2005/8/layout/hierarchy2"/>
    <dgm:cxn modelId="{24DFAC1F-D87B-E241-8EBF-B45B314322FD}" type="presOf" srcId="{FE307C19-AFBE-EC4E-A0AF-A307CA5AF12B}" destId="{7553FD25-EA2A-DD49-9092-81F3FCD91686}" srcOrd="0" destOrd="0" presId="urn:microsoft.com/office/officeart/2005/8/layout/hierarchy2"/>
    <dgm:cxn modelId="{1BE3D816-805A-7945-BE9F-62D5567771AF}" type="presOf" srcId="{D9344244-726B-B648-A2ED-20A1D027AB64}" destId="{2784C829-A4F7-1C49-8CC3-E75D0ECB8F29}" srcOrd="1" destOrd="0" presId="urn:microsoft.com/office/officeart/2005/8/layout/hierarchy2"/>
    <dgm:cxn modelId="{64875B5F-1B65-D84D-A62F-BA638BAFBD31}" type="presOf" srcId="{D97DE58E-0847-984B-A698-9E19DD518215}" destId="{12D671C2-C2CA-124C-9A1A-DC5C233C1E17}" srcOrd="0" destOrd="0" presId="urn:microsoft.com/office/officeart/2005/8/layout/hierarchy2"/>
    <dgm:cxn modelId="{D41CD56A-FD15-B549-8535-276F8E896424}" type="presOf" srcId="{38013E3B-D4DD-444A-B005-A727F198345A}" destId="{9BA9C1A0-24AE-FF49-9B1C-A2025BE19AC0}" srcOrd="0" destOrd="0" presId="urn:microsoft.com/office/officeart/2005/8/layout/hierarchy2"/>
    <dgm:cxn modelId="{C2785B59-DF16-1C44-B202-B6034015D30B}" type="presOf" srcId="{D9344244-726B-B648-A2ED-20A1D027AB64}" destId="{8BD4897D-B77F-AE4F-B3C4-09BEE1118DDC}" srcOrd="0" destOrd="0" presId="urn:microsoft.com/office/officeart/2005/8/layout/hierarchy2"/>
    <dgm:cxn modelId="{B21079BA-9B55-1142-ADA4-4BB121748000}" srcId="{FE307C19-AFBE-EC4E-A0AF-A307CA5AF12B}" destId="{C0E96DF1-C379-D841-AE13-4782AAE020CE}" srcOrd="0" destOrd="0" parTransId="{D9344244-726B-B648-A2ED-20A1D027AB64}" sibTransId="{2B3454FB-A6D4-7947-B990-B4E918E9AA71}"/>
    <dgm:cxn modelId="{750A6E7E-CF47-814A-82EF-FECB699F1C84}" type="presParOf" srcId="{9C31F6A5-F112-3A4B-B65E-2D1AF7710C30}" destId="{3847064C-8089-7D44-A2A5-38D31224B212}" srcOrd="0" destOrd="0" presId="urn:microsoft.com/office/officeart/2005/8/layout/hierarchy2"/>
    <dgm:cxn modelId="{968D17C1-351A-FB4C-BF71-66A9CDCE3DB7}" type="presParOf" srcId="{3847064C-8089-7D44-A2A5-38D31224B212}" destId="{7553FD25-EA2A-DD49-9092-81F3FCD91686}" srcOrd="0" destOrd="0" presId="urn:microsoft.com/office/officeart/2005/8/layout/hierarchy2"/>
    <dgm:cxn modelId="{EFB8B93E-3C0D-2944-9F98-0FA67B73A7DD}" type="presParOf" srcId="{3847064C-8089-7D44-A2A5-38D31224B212}" destId="{0A45BA75-5D0D-DA42-AF5E-E88691EFCD03}" srcOrd="1" destOrd="0" presId="urn:microsoft.com/office/officeart/2005/8/layout/hierarchy2"/>
    <dgm:cxn modelId="{7F8AA09E-5454-944C-9A9D-8DCC2CCFC82E}" type="presParOf" srcId="{0A45BA75-5D0D-DA42-AF5E-E88691EFCD03}" destId="{8BD4897D-B77F-AE4F-B3C4-09BEE1118DDC}" srcOrd="0" destOrd="0" presId="urn:microsoft.com/office/officeart/2005/8/layout/hierarchy2"/>
    <dgm:cxn modelId="{D4B0870E-133D-9546-A76A-FCD03733AB4F}" type="presParOf" srcId="{8BD4897D-B77F-AE4F-B3C4-09BEE1118DDC}" destId="{2784C829-A4F7-1C49-8CC3-E75D0ECB8F29}" srcOrd="0" destOrd="0" presId="urn:microsoft.com/office/officeart/2005/8/layout/hierarchy2"/>
    <dgm:cxn modelId="{5F6AE464-C57A-F141-8056-366041A18327}" type="presParOf" srcId="{0A45BA75-5D0D-DA42-AF5E-E88691EFCD03}" destId="{D7DA9BDC-ABE4-A34D-BAAB-74F171994532}" srcOrd="1" destOrd="0" presId="urn:microsoft.com/office/officeart/2005/8/layout/hierarchy2"/>
    <dgm:cxn modelId="{B34C667A-899D-7E4F-A59D-A8CE9D3FDC51}" type="presParOf" srcId="{D7DA9BDC-ABE4-A34D-BAAB-74F171994532}" destId="{EDE7375F-7BC8-924E-8C4A-AD397493472D}" srcOrd="0" destOrd="0" presId="urn:microsoft.com/office/officeart/2005/8/layout/hierarchy2"/>
    <dgm:cxn modelId="{E59F70CB-5124-A44E-A531-581557613A83}" type="presParOf" srcId="{D7DA9BDC-ABE4-A34D-BAAB-74F171994532}" destId="{A8C592A5-E307-934B-B00F-9C030F62C72E}" srcOrd="1" destOrd="0" presId="urn:microsoft.com/office/officeart/2005/8/layout/hierarchy2"/>
    <dgm:cxn modelId="{7BF4B3A1-1CC8-194F-9A28-B7B772B9AF34}" type="presParOf" srcId="{A8C592A5-E307-934B-B00F-9C030F62C72E}" destId="{9BA9C1A0-24AE-FF49-9B1C-A2025BE19AC0}" srcOrd="0" destOrd="0" presId="urn:microsoft.com/office/officeart/2005/8/layout/hierarchy2"/>
    <dgm:cxn modelId="{A1453C67-28A2-DA42-A332-6C1C96089EAB}" type="presParOf" srcId="{9BA9C1A0-24AE-FF49-9B1C-A2025BE19AC0}" destId="{31EC33EB-2EA1-CC43-AEEB-170E7B341623}" srcOrd="0" destOrd="0" presId="urn:microsoft.com/office/officeart/2005/8/layout/hierarchy2"/>
    <dgm:cxn modelId="{75B5B6F8-CC0E-EF45-8AA8-682DF0C4225F}" type="presParOf" srcId="{A8C592A5-E307-934B-B00F-9C030F62C72E}" destId="{30AF3C69-F1DA-8A4A-9DEF-F45296176FFB}" srcOrd="1" destOrd="0" presId="urn:microsoft.com/office/officeart/2005/8/layout/hierarchy2"/>
    <dgm:cxn modelId="{00F401D1-7FA6-4345-B4F2-77C497159562}" type="presParOf" srcId="{30AF3C69-F1DA-8A4A-9DEF-F45296176FFB}" destId="{CAA6C0DC-84BA-9B41-BAE3-C42EA94D548C}" srcOrd="0" destOrd="0" presId="urn:microsoft.com/office/officeart/2005/8/layout/hierarchy2"/>
    <dgm:cxn modelId="{2A0879DF-4A5A-164B-AD44-FAAF1D6B91DE}" type="presParOf" srcId="{30AF3C69-F1DA-8A4A-9DEF-F45296176FFB}" destId="{F58B7346-6215-734A-A54C-E52B50CFA869}" srcOrd="1" destOrd="0" presId="urn:microsoft.com/office/officeart/2005/8/layout/hierarchy2"/>
    <dgm:cxn modelId="{7768E923-EADE-2A40-AD88-CB7975F06920}" type="presParOf" srcId="{0A45BA75-5D0D-DA42-AF5E-E88691EFCD03}" destId="{F8F4AF57-8C9C-9344-A8D8-A42527F990EE}" srcOrd="2" destOrd="0" presId="urn:microsoft.com/office/officeart/2005/8/layout/hierarchy2"/>
    <dgm:cxn modelId="{21E66FA8-800E-6247-9BCF-67A309868D05}" type="presParOf" srcId="{F8F4AF57-8C9C-9344-A8D8-A42527F990EE}" destId="{DB6C205D-FBE5-E747-B6D3-1D1CC7B5ABE0}" srcOrd="0" destOrd="0" presId="urn:microsoft.com/office/officeart/2005/8/layout/hierarchy2"/>
    <dgm:cxn modelId="{68F1D468-E709-844D-AE4B-8E7C0C5C6EC5}" type="presParOf" srcId="{0A45BA75-5D0D-DA42-AF5E-E88691EFCD03}" destId="{81F0C838-EAB3-204D-851D-0E01AF7FDDA4}" srcOrd="3" destOrd="0" presId="urn:microsoft.com/office/officeart/2005/8/layout/hierarchy2"/>
    <dgm:cxn modelId="{23F599AF-B6BB-304D-9C37-32973FE220D3}" type="presParOf" srcId="{81F0C838-EAB3-204D-851D-0E01AF7FDDA4}" destId="{4EB6F30C-F4D7-264A-8750-5072D454AD2C}" srcOrd="0" destOrd="0" presId="urn:microsoft.com/office/officeart/2005/8/layout/hierarchy2"/>
    <dgm:cxn modelId="{F069E4F7-3281-024D-BDC6-784C284C1172}" type="presParOf" srcId="{81F0C838-EAB3-204D-851D-0E01AF7FDDA4}" destId="{D10815E2-DD1F-364F-A7DF-C5BAF76CDC0F}" srcOrd="1" destOrd="0" presId="urn:microsoft.com/office/officeart/2005/8/layout/hierarchy2"/>
    <dgm:cxn modelId="{DE27F3D3-9021-574F-BF17-9E34B63E9CF0}" type="presParOf" srcId="{D10815E2-DD1F-364F-A7DF-C5BAF76CDC0F}" destId="{12D671C2-C2CA-124C-9A1A-DC5C233C1E17}" srcOrd="0" destOrd="0" presId="urn:microsoft.com/office/officeart/2005/8/layout/hierarchy2"/>
    <dgm:cxn modelId="{A0A23D4D-1098-8E4F-BE59-545FF66A6C73}" type="presParOf" srcId="{12D671C2-C2CA-124C-9A1A-DC5C233C1E17}" destId="{5E11390F-DA0F-BF4F-969F-B127CD49A378}" srcOrd="0" destOrd="0" presId="urn:microsoft.com/office/officeart/2005/8/layout/hierarchy2"/>
    <dgm:cxn modelId="{48A49998-D2D0-9748-904A-2D21C956E8B6}" type="presParOf" srcId="{D10815E2-DD1F-364F-A7DF-C5BAF76CDC0F}" destId="{7B5F60BF-3E78-3644-A6F7-320E523D8CEF}" srcOrd="1" destOrd="0" presId="urn:microsoft.com/office/officeart/2005/8/layout/hierarchy2"/>
    <dgm:cxn modelId="{E50514B6-16AD-C342-ACDD-ADFD93323480}" type="presParOf" srcId="{7B5F60BF-3E78-3644-A6F7-320E523D8CEF}" destId="{2E4A56F7-6782-9A48-BD7B-2F83F5D97A01}" srcOrd="0" destOrd="0" presId="urn:microsoft.com/office/officeart/2005/8/layout/hierarchy2"/>
    <dgm:cxn modelId="{63844C19-15C5-B648-BFCB-9D9FE7B23547}" type="presParOf" srcId="{7B5F60BF-3E78-3644-A6F7-320E523D8CEF}" destId="{AC582968-A7DF-574F-A2D0-7760383F59CB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C72A496-F5F8-0748-B668-25F53E8A0EB6}" type="doc">
      <dgm:prSet loTypeId="urn:microsoft.com/office/officeart/2005/8/layout/hierarchy2" loCatId="hierarchy" qsTypeId="urn:microsoft.com/office/officeart/2005/8/quickstyle/3D1" qsCatId="3D" csTypeId="urn:microsoft.com/office/officeart/2005/8/colors/accent4_5" csCatId="accent4" phldr="1"/>
      <dgm:spPr/>
      <dgm:t>
        <a:bodyPr/>
        <a:lstStyle/>
        <a:p>
          <a:endParaRPr lang="en-US"/>
        </a:p>
      </dgm:t>
    </dgm:pt>
    <dgm:pt modelId="{41F5321B-DA9A-454D-A932-5780F46C82C3}">
      <dgm:prSet phldrT="[Text]"/>
      <dgm:spPr/>
      <dgm:t>
        <a:bodyPr/>
        <a:lstStyle/>
        <a:p>
          <a:r>
            <a:rPr lang="en-US" dirty="0" smtClean="0"/>
            <a:t>You identify the opportunity</a:t>
          </a:r>
          <a:endParaRPr lang="en-US" dirty="0"/>
        </a:p>
      </dgm:t>
    </dgm:pt>
    <dgm:pt modelId="{FB6D9B41-FFB4-8449-AEB3-F3758E07E9D9}" type="parTrans" cxnId="{C0C92934-DBBF-ED4E-9F40-A3172C4FE55B}">
      <dgm:prSet/>
      <dgm:spPr/>
      <dgm:t>
        <a:bodyPr/>
        <a:lstStyle/>
        <a:p>
          <a:endParaRPr lang="en-US"/>
        </a:p>
      </dgm:t>
    </dgm:pt>
    <dgm:pt modelId="{987BA79E-DE24-BD44-838D-9BAAD26AD2EF}" type="sibTrans" cxnId="{C0C92934-DBBF-ED4E-9F40-A3172C4FE55B}">
      <dgm:prSet/>
      <dgm:spPr/>
      <dgm:t>
        <a:bodyPr/>
        <a:lstStyle/>
        <a:p>
          <a:endParaRPr lang="en-US"/>
        </a:p>
      </dgm:t>
    </dgm:pt>
    <dgm:pt modelId="{94C10275-5DC2-624B-932A-75F4E3D525F7}" type="pres">
      <dgm:prSet presAssocID="{6C72A496-F5F8-0748-B668-25F53E8A0EB6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CFB21A40-6273-8045-8958-9281C8F77B71}" type="pres">
      <dgm:prSet presAssocID="{41F5321B-DA9A-454D-A932-5780F46C82C3}" presName="root1" presStyleCnt="0"/>
      <dgm:spPr/>
    </dgm:pt>
    <dgm:pt modelId="{67170108-7E0D-274A-A234-7FAC95A899BC}" type="pres">
      <dgm:prSet presAssocID="{41F5321B-DA9A-454D-A932-5780F46C82C3}" presName="LevelOneTextNode" presStyleLbl="node0" presStyleIdx="0" presStyleCnt="1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D3034BC9-B8DC-3247-826C-40B35F46F9B7}" type="pres">
      <dgm:prSet presAssocID="{41F5321B-DA9A-454D-A932-5780F46C82C3}" presName="level2hierChild" presStyleCnt="0"/>
      <dgm:spPr/>
    </dgm:pt>
  </dgm:ptLst>
  <dgm:cxnLst>
    <dgm:cxn modelId="{10B85101-B351-A04D-AA9E-26F2B1F1066C}" type="presOf" srcId="{41F5321B-DA9A-454D-A932-5780F46C82C3}" destId="{67170108-7E0D-274A-A234-7FAC95A899BC}" srcOrd="0" destOrd="0" presId="urn:microsoft.com/office/officeart/2005/8/layout/hierarchy2"/>
    <dgm:cxn modelId="{C0C92934-DBBF-ED4E-9F40-A3172C4FE55B}" srcId="{6C72A496-F5F8-0748-B668-25F53E8A0EB6}" destId="{41F5321B-DA9A-454D-A932-5780F46C82C3}" srcOrd="0" destOrd="0" parTransId="{FB6D9B41-FFB4-8449-AEB3-F3758E07E9D9}" sibTransId="{987BA79E-DE24-BD44-838D-9BAAD26AD2EF}"/>
    <dgm:cxn modelId="{73C49D0C-CACC-E54C-8D20-8A8637E4C62B}" type="presOf" srcId="{6C72A496-F5F8-0748-B668-25F53E8A0EB6}" destId="{94C10275-5DC2-624B-932A-75F4E3D525F7}" srcOrd="0" destOrd="0" presId="urn:microsoft.com/office/officeart/2005/8/layout/hierarchy2"/>
    <dgm:cxn modelId="{BFE9A8CB-95D8-A94A-9346-11443B2BACDE}" type="presParOf" srcId="{94C10275-5DC2-624B-932A-75F4E3D525F7}" destId="{CFB21A40-6273-8045-8958-9281C8F77B71}" srcOrd="0" destOrd="0" presId="urn:microsoft.com/office/officeart/2005/8/layout/hierarchy2"/>
    <dgm:cxn modelId="{9FA45A96-09BB-CC4F-B54A-BCF92A7DEC95}" type="presParOf" srcId="{CFB21A40-6273-8045-8958-9281C8F77B71}" destId="{67170108-7E0D-274A-A234-7FAC95A899BC}" srcOrd="0" destOrd="0" presId="urn:microsoft.com/office/officeart/2005/8/layout/hierarchy2"/>
    <dgm:cxn modelId="{EBBB671E-F6C7-3C46-86AD-E34534E6C224}" type="presParOf" srcId="{CFB21A40-6273-8045-8958-9281C8F77B71}" destId="{D3034BC9-B8DC-3247-826C-40B35F46F9B7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DB6EC5E-651C-D544-983E-195ED606C41F}" type="doc">
      <dgm:prSet loTypeId="urn:microsoft.com/office/officeart/2005/8/layout/hierarchy3" loCatId="hierarchy" qsTypeId="urn:microsoft.com/office/officeart/2005/8/quickstyle/3D1" qsCatId="3D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189795A1-1AD8-C346-AB90-3CD789BE3BB7}">
      <dgm:prSet phldrT="[Text]"/>
      <dgm:spPr/>
      <dgm:t>
        <a:bodyPr/>
        <a:lstStyle/>
        <a:p>
          <a:r>
            <a:rPr lang="en-US" dirty="0" smtClean="0">
              <a:latin typeface="Tw Cen MT"/>
              <a:cs typeface="Tw Cen MT"/>
            </a:rPr>
            <a:t>You may be held liable for persuading people to leave the firm</a:t>
          </a:r>
          <a:endParaRPr lang="en-US" dirty="0"/>
        </a:p>
      </dgm:t>
    </dgm:pt>
    <dgm:pt modelId="{6B49AB75-1C4D-9645-88D7-24118BC8689A}" type="parTrans" cxnId="{8F834538-4ABF-904A-AB61-C80DBCF4E22A}">
      <dgm:prSet/>
      <dgm:spPr/>
      <dgm:t>
        <a:bodyPr/>
        <a:lstStyle/>
        <a:p>
          <a:endParaRPr lang="en-US"/>
        </a:p>
      </dgm:t>
    </dgm:pt>
    <dgm:pt modelId="{BC825C6E-ACA5-5347-ACBD-A0C773A62270}" type="sibTrans" cxnId="{8F834538-4ABF-904A-AB61-C80DBCF4E22A}">
      <dgm:prSet/>
      <dgm:spPr/>
      <dgm:t>
        <a:bodyPr/>
        <a:lstStyle/>
        <a:p>
          <a:endParaRPr lang="en-US"/>
        </a:p>
      </dgm:t>
    </dgm:pt>
    <dgm:pt modelId="{51B656C7-CDAC-CD43-A19A-BB5A1FB04AFD}">
      <dgm:prSet phldrT="[Text]"/>
      <dgm:spPr/>
      <dgm:t>
        <a:bodyPr/>
        <a:lstStyle/>
        <a:p>
          <a:r>
            <a:rPr lang="en-US" dirty="0" smtClean="0"/>
            <a:t>Recruitment of workers</a:t>
          </a:r>
          <a:endParaRPr lang="en-US" dirty="0"/>
        </a:p>
      </dgm:t>
    </dgm:pt>
    <dgm:pt modelId="{2E0293BF-E3AC-BC42-9CC0-FAE089855F44}" type="parTrans" cxnId="{2E13DF39-871F-7A41-A1DC-250B08BC852F}">
      <dgm:prSet/>
      <dgm:spPr/>
      <dgm:t>
        <a:bodyPr/>
        <a:lstStyle/>
        <a:p>
          <a:endParaRPr lang="en-US"/>
        </a:p>
      </dgm:t>
    </dgm:pt>
    <dgm:pt modelId="{0C4A2344-76EF-4B42-AA93-119237D202C2}" type="sibTrans" cxnId="{2E13DF39-871F-7A41-A1DC-250B08BC852F}">
      <dgm:prSet/>
      <dgm:spPr/>
      <dgm:t>
        <a:bodyPr/>
        <a:lstStyle/>
        <a:p>
          <a:endParaRPr lang="en-US"/>
        </a:p>
      </dgm:t>
    </dgm:pt>
    <dgm:pt modelId="{D4AE748A-79D0-8547-A62E-AFDD215122AD}">
      <dgm:prSet phldrT="[Text]"/>
      <dgm:spPr/>
      <dgm:t>
        <a:bodyPr/>
        <a:lstStyle/>
        <a:p>
          <a:r>
            <a:rPr lang="en-US" dirty="0" smtClean="0">
              <a:latin typeface="Tw Cen MT"/>
              <a:cs typeface="Tw Cen MT"/>
            </a:rPr>
            <a:t>You may not be allowed to compete with your former employer</a:t>
          </a:r>
          <a:endParaRPr lang="en-US" dirty="0"/>
        </a:p>
      </dgm:t>
    </dgm:pt>
    <dgm:pt modelId="{E8596648-2A65-B74F-B6DD-4395B2FC6839}" type="parTrans" cxnId="{1AF4F645-8108-794B-B2D9-523D1D538491}">
      <dgm:prSet/>
      <dgm:spPr/>
      <dgm:t>
        <a:bodyPr/>
        <a:lstStyle/>
        <a:p>
          <a:endParaRPr lang="en-US"/>
        </a:p>
      </dgm:t>
    </dgm:pt>
    <dgm:pt modelId="{384B1572-EFFD-4B4F-84B7-F242137AA944}" type="sibTrans" cxnId="{1AF4F645-8108-794B-B2D9-523D1D538491}">
      <dgm:prSet/>
      <dgm:spPr/>
      <dgm:t>
        <a:bodyPr/>
        <a:lstStyle/>
        <a:p>
          <a:endParaRPr lang="en-US"/>
        </a:p>
      </dgm:t>
    </dgm:pt>
    <dgm:pt modelId="{56C13C96-EBF6-524A-8197-8EFE6F128661}">
      <dgm:prSet phldrT="[Text]"/>
      <dgm:spPr/>
      <dgm:t>
        <a:bodyPr/>
        <a:lstStyle/>
        <a:p>
          <a:r>
            <a:rPr lang="en-US" dirty="0" smtClean="0"/>
            <a:t>Non-compete</a:t>
          </a:r>
          <a:endParaRPr lang="en-US" dirty="0"/>
        </a:p>
      </dgm:t>
    </dgm:pt>
    <dgm:pt modelId="{80AEE29C-AA79-AB45-A916-A798BFBE809C}" type="parTrans" cxnId="{05909D8A-4D35-874B-8912-C376353C401E}">
      <dgm:prSet/>
      <dgm:spPr/>
      <dgm:t>
        <a:bodyPr/>
        <a:lstStyle/>
        <a:p>
          <a:endParaRPr lang="en-US"/>
        </a:p>
      </dgm:t>
    </dgm:pt>
    <dgm:pt modelId="{51559281-ECED-C64F-97D0-B0EA9C498AF9}" type="sibTrans" cxnId="{05909D8A-4D35-874B-8912-C376353C401E}">
      <dgm:prSet/>
      <dgm:spPr/>
      <dgm:t>
        <a:bodyPr/>
        <a:lstStyle/>
        <a:p>
          <a:endParaRPr lang="en-US"/>
        </a:p>
      </dgm:t>
    </dgm:pt>
    <dgm:pt modelId="{3582ED9F-5E27-2B49-9275-D5378967255E}">
      <dgm:prSet phldrT="[Text]"/>
      <dgm:spPr/>
      <dgm:t>
        <a:bodyPr/>
        <a:lstStyle/>
        <a:p>
          <a:r>
            <a:rPr lang="en-US" dirty="0" smtClean="0">
              <a:latin typeface="Tw Cen MT"/>
              <a:cs typeface="Tw Cen MT"/>
            </a:rPr>
            <a:t>Information you learned on the job is protected</a:t>
          </a:r>
          <a:endParaRPr lang="en-US" dirty="0"/>
        </a:p>
      </dgm:t>
    </dgm:pt>
    <dgm:pt modelId="{A58D3715-CBAC-9941-BDF5-1DCB95DAF9ED}" type="parTrans" cxnId="{7350A4ED-F2AB-9C4A-80B6-FDE533C543D7}">
      <dgm:prSet/>
      <dgm:spPr/>
      <dgm:t>
        <a:bodyPr/>
        <a:lstStyle/>
        <a:p>
          <a:endParaRPr lang="en-US"/>
        </a:p>
      </dgm:t>
    </dgm:pt>
    <dgm:pt modelId="{A9C4599E-EB8A-D748-9549-A4258AEA79A9}" type="sibTrans" cxnId="{7350A4ED-F2AB-9C4A-80B6-FDE533C543D7}">
      <dgm:prSet/>
      <dgm:spPr/>
      <dgm:t>
        <a:bodyPr/>
        <a:lstStyle/>
        <a:p>
          <a:endParaRPr lang="en-US"/>
        </a:p>
      </dgm:t>
    </dgm:pt>
    <dgm:pt modelId="{4CDDB270-2E85-874F-BE40-113F4132FBAB}">
      <dgm:prSet phldrT="[Text]"/>
      <dgm:spPr/>
      <dgm:t>
        <a:bodyPr/>
        <a:lstStyle/>
        <a:p>
          <a:r>
            <a:rPr lang="en-US" dirty="0" smtClean="0"/>
            <a:t>Proprietary information</a:t>
          </a:r>
          <a:endParaRPr lang="en-US" dirty="0"/>
        </a:p>
      </dgm:t>
    </dgm:pt>
    <dgm:pt modelId="{5091D187-0EDE-954E-9B27-A30171B05CBA}" type="parTrans" cxnId="{62A63975-D201-C941-B6D3-81280DAC96DC}">
      <dgm:prSet/>
      <dgm:spPr/>
      <dgm:t>
        <a:bodyPr/>
        <a:lstStyle/>
        <a:p>
          <a:endParaRPr lang="en-US"/>
        </a:p>
      </dgm:t>
    </dgm:pt>
    <dgm:pt modelId="{AA2A6A0B-AF51-AB48-B999-8967D61CB68A}" type="sibTrans" cxnId="{62A63975-D201-C941-B6D3-81280DAC96DC}">
      <dgm:prSet/>
      <dgm:spPr/>
      <dgm:t>
        <a:bodyPr/>
        <a:lstStyle/>
        <a:p>
          <a:endParaRPr lang="en-US"/>
        </a:p>
      </dgm:t>
    </dgm:pt>
    <dgm:pt modelId="{0F6DEC7F-BC6E-BE4C-B668-6C24A39BEFCD}" type="pres">
      <dgm:prSet presAssocID="{1DB6EC5E-651C-D544-983E-195ED606C41F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41912B51-3AA4-B14A-A3D9-58ED607D9B31}" type="pres">
      <dgm:prSet presAssocID="{189795A1-1AD8-C346-AB90-3CD789BE3BB7}" presName="root" presStyleCnt="0"/>
      <dgm:spPr/>
    </dgm:pt>
    <dgm:pt modelId="{D24C892D-A872-9740-B2B5-C42758640FF5}" type="pres">
      <dgm:prSet presAssocID="{189795A1-1AD8-C346-AB90-3CD789BE3BB7}" presName="rootComposite" presStyleCnt="0"/>
      <dgm:spPr/>
    </dgm:pt>
    <dgm:pt modelId="{EDB50C97-6988-634A-B9FC-E4AF4F8CAD91}" type="pres">
      <dgm:prSet presAssocID="{189795A1-1AD8-C346-AB90-3CD789BE3BB7}" presName="rootText" presStyleLbl="node1" presStyleIdx="0" presStyleCnt="3" custScaleX="108121" custScaleY="152570" custLinFactNeighborY="-6023"/>
      <dgm:spPr/>
      <dgm:t>
        <a:bodyPr/>
        <a:lstStyle/>
        <a:p>
          <a:endParaRPr lang="en-US"/>
        </a:p>
      </dgm:t>
    </dgm:pt>
    <dgm:pt modelId="{79B7AA56-A291-144A-BCE3-883E6B1686FC}" type="pres">
      <dgm:prSet presAssocID="{189795A1-1AD8-C346-AB90-3CD789BE3BB7}" presName="rootConnector" presStyleLbl="node1" presStyleIdx="0" presStyleCnt="3"/>
      <dgm:spPr/>
      <dgm:t>
        <a:bodyPr/>
        <a:lstStyle/>
        <a:p>
          <a:endParaRPr lang="en-US"/>
        </a:p>
      </dgm:t>
    </dgm:pt>
    <dgm:pt modelId="{479FE462-C4B3-6749-A2B4-2823229E2F43}" type="pres">
      <dgm:prSet presAssocID="{189795A1-1AD8-C346-AB90-3CD789BE3BB7}" presName="childShape" presStyleCnt="0"/>
      <dgm:spPr/>
    </dgm:pt>
    <dgm:pt modelId="{268C3703-9D8B-4940-816E-4797CFD70719}" type="pres">
      <dgm:prSet presAssocID="{2E0293BF-E3AC-BC42-9CC0-FAE089855F44}" presName="Name13" presStyleLbl="parChTrans1D2" presStyleIdx="0" presStyleCnt="3"/>
      <dgm:spPr/>
      <dgm:t>
        <a:bodyPr/>
        <a:lstStyle/>
        <a:p>
          <a:endParaRPr lang="en-US"/>
        </a:p>
      </dgm:t>
    </dgm:pt>
    <dgm:pt modelId="{D7273222-7274-E84F-874B-A6AAB66EC8E9}" type="pres">
      <dgm:prSet presAssocID="{51B656C7-CDAC-CD43-A19A-BB5A1FB04AFD}" presName="childText" presStyleLbl="bgAcc1" presStyleIdx="0" presStyleCnt="3" custScaleX="67953" custScaleY="55044" custLinFactNeighborY="2558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77580E1-BD69-9146-8B86-D83B16683296}" type="pres">
      <dgm:prSet presAssocID="{D4AE748A-79D0-8547-A62E-AFDD215122AD}" presName="root" presStyleCnt="0"/>
      <dgm:spPr/>
    </dgm:pt>
    <dgm:pt modelId="{BDCDD3F1-4ABA-3E4B-A1D4-F717EC1AA9E1}" type="pres">
      <dgm:prSet presAssocID="{D4AE748A-79D0-8547-A62E-AFDD215122AD}" presName="rootComposite" presStyleCnt="0"/>
      <dgm:spPr/>
    </dgm:pt>
    <dgm:pt modelId="{04881365-374F-434E-8A0C-5416AE4A6F7D}" type="pres">
      <dgm:prSet presAssocID="{D4AE748A-79D0-8547-A62E-AFDD215122AD}" presName="rootText" presStyleLbl="node1" presStyleIdx="1" presStyleCnt="3" custScaleX="108121" custScaleY="152570" custLinFactNeighborY="-6023"/>
      <dgm:spPr/>
      <dgm:t>
        <a:bodyPr/>
        <a:lstStyle/>
        <a:p>
          <a:endParaRPr lang="en-US"/>
        </a:p>
      </dgm:t>
    </dgm:pt>
    <dgm:pt modelId="{C4D37004-A721-5247-94E8-3293D174BAE9}" type="pres">
      <dgm:prSet presAssocID="{D4AE748A-79D0-8547-A62E-AFDD215122AD}" presName="rootConnector" presStyleLbl="node1" presStyleIdx="1" presStyleCnt="3"/>
      <dgm:spPr/>
      <dgm:t>
        <a:bodyPr/>
        <a:lstStyle/>
        <a:p>
          <a:endParaRPr lang="en-US"/>
        </a:p>
      </dgm:t>
    </dgm:pt>
    <dgm:pt modelId="{46ADEF5F-632E-A24A-B41A-7DEC9CF09B3F}" type="pres">
      <dgm:prSet presAssocID="{D4AE748A-79D0-8547-A62E-AFDD215122AD}" presName="childShape" presStyleCnt="0"/>
      <dgm:spPr/>
    </dgm:pt>
    <dgm:pt modelId="{E25F9C19-6F27-254A-A334-44FEB6ACDE01}" type="pres">
      <dgm:prSet presAssocID="{80AEE29C-AA79-AB45-A916-A798BFBE809C}" presName="Name13" presStyleLbl="parChTrans1D2" presStyleIdx="1" presStyleCnt="3"/>
      <dgm:spPr/>
      <dgm:t>
        <a:bodyPr/>
        <a:lstStyle/>
        <a:p>
          <a:endParaRPr lang="en-US"/>
        </a:p>
      </dgm:t>
    </dgm:pt>
    <dgm:pt modelId="{7D6EF0CB-28AF-184A-8D93-1E56FCBCA3DA}" type="pres">
      <dgm:prSet presAssocID="{56C13C96-EBF6-524A-8197-8EFE6F128661}" presName="childText" presStyleLbl="bgAcc1" presStyleIdx="1" presStyleCnt="3" custScaleX="67953" custScaleY="55044" custLinFactNeighborY="2558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9C61B08-3407-F245-951F-59712BACEA23}" type="pres">
      <dgm:prSet presAssocID="{3582ED9F-5E27-2B49-9275-D5378967255E}" presName="root" presStyleCnt="0"/>
      <dgm:spPr/>
    </dgm:pt>
    <dgm:pt modelId="{DDE7B80E-1E90-AB41-B0DB-2E78FC57B37C}" type="pres">
      <dgm:prSet presAssocID="{3582ED9F-5E27-2B49-9275-D5378967255E}" presName="rootComposite" presStyleCnt="0"/>
      <dgm:spPr/>
    </dgm:pt>
    <dgm:pt modelId="{C962A6AB-390E-1D4D-8781-4D3ED99CE568}" type="pres">
      <dgm:prSet presAssocID="{3582ED9F-5E27-2B49-9275-D5378967255E}" presName="rootText" presStyleLbl="node1" presStyleIdx="2" presStyleCnt="3" custScaleY="152570" custLinFactNeighborY="-6023"/>
      <dgm:spPr/>
      <dgm:t>
        <a:bodyPr/>
        <a:lstStyle/>
        <a:p>
          <a:endParaRPr lang="en-US"/>
        </a:p>
      </dgm:t>
    </dgm:pt>
    <dgm:pt modelId="{C89430C8-4CD3-8149-B4A9-0A27DD69DD96}" type="pres">
      <dgm:prSet presAssocID="{3582ED9F-5E27-2B49-9275-D5378967255E}" presName="rootConnector" presStyleLbl="node1" presStyleIdx="2" presStyleCnt="3"/>
      <dgm:spPr/>
      <dgm:t>
        <a:bodyPr/>
        <a:lstStyle/>
        <a:p>
          <a:endParaRPr lang="en-US"/>
        </a:p>
      </dgm:t>
    </dgm:pt>
    <dgm:pt modelId="{BAA08332-7197-B041-BD41-FCEFDEDE78C0}" type="pres">
      <dgm:prSet presAssocID="{3582ED9F-5E27-2B49-9275-D5378967255E}" presName="childShape" presStyleCnt="0"/>
      <dgm:spPr/>
    </dgm:pt>
    <dgm:pt modelId="{CBA9103E-4D44-6046-8330-B20D49AAB009}" type="pres">
      <dgm:prSet presAssocID="{5091D187-0EDE-954E-9B27-A30171B05CBA}" presName="Name13" presStyleLbl="parChTrans1D2" presStyleIdx="2" presStyleCnt="3"/>
      <dgm:spPr/>
      <dgm:t>
        <a:bodyPr/>
        <a:lstStyle/>
        <a:p>
          <a:endParaRPr lang="en-US"/>
        </a:p>
      </dgm:t>
    </dgm:pt>
    <dgm:pt modelId="{9927D37C-DD68-9246-9326-5A48F2AAE4D6}" type="pres">
      <dgm:prSet presAssocID="{4CDDB270-2E85-874F-BE40-113F4132FBAB}" presName="childText" presStyleLbl="bgAcc1" presStyleIdx="2" presStyleCnt="3" custScaleX="78944" custScaleY="55044" custLinFactNeighborY="2558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3F547CC9-08A5-E94F-A0DE-7954C76DA75A}" type="presOf" srcId="{D4AE748A-79D0-8547-A62E-AFDD215122AD}" destId="{04881365-374F-434E-8A0C-5416AE4A6F7D}" srcOrd="0" destOrd="0" presId="urn:microsoft.com/office/officeart/2005/8/layout/hierarchy3"/>
    <dgm:cxn modelId="{1AF4F645-8108-794B-B2D9-523D1D538491}" srcId="{1DB6EC5E-651C-D544-983E-195ED606C41F}" destId="{D4AE748A-79D0-8547-A62E-AFDD215122AD}" srcOrd="1" destOrd="0" parTransId="{E8596648-2A65-B74F-B6DD-4395B2FC6839}" sibTransId="{384B1572-EFFD-4B4F-84B7-F242137AA944}"/>
    <dgm:cxn modelId="{2E13DF39-871F-7A41-A1DC-250B08BC852F}" srcId="{189795A1-1AD8-C346-AB90-3CD789BE3BB7}" destId="{51B656C7-CDAC-CD43-A19A-BB5A1FB04AFD}" srcOrd="0" destOrd="0" parTransId="{2E0293BF-E3AC-BC42-9CC0-FAE089855F44}" sibTransId="{0C4A2344-76EF-4B42-AA93-119237D202C2}"/>
    <dgm:cxn modelId="{8741D589-5145-7C48-91EA-2C018EB1B1D7}" type="presOf" srcId="{1DB6EC5E-651C-D544-983E-195ED606C41F}" destId="{0F6DEC7F-BC6E-BE4C-B668-6C24A39BEFCD}" srcOrd="0" destOrd="0" presId="urn:microsoft.com/office/officeart/2005/8/layout/hierarchy3"/>
    <dgm:cxn modelId="{0731DE38-1F25-D346-A240-CCB697F1117E}" type="presOf" srcId="{3582ED9F-5E27-2B49-9275-D5378967255E}" destId="{C89430C8-4CD3-8149-B4A9-0A27DD69DD96}" srcOrd="1" destOrd="0" presId="urn:microsoft.com/office/officeart/2005/8/layout/hierarchy3"/>
    <dgm:cxn modelId="{906E43FF-7B28-964C-B7E2-E2546498F289}" type="presOf" srcId="{80AEE29C-AA79-AB45-A916-A798BFBE809C}" destId="{E25F9C19-6F27-254A-A334-44FEB6ACDE01}" srcOrd="0" destOrd="0" presId="urn:microsoft.com/office/officeart/2005/8/layout/hierarchy3"/>
    <dgm:cxn modelId="{4F4D4FC0-8747-0341-B53D-E53B0473403F}" type="presOf" srcId="{189795A1-1AD8-C346-AB90-3CD789BE3BB7}" destId="{79B7AA56-A291-144A-BCE3-883E6B1686FC}" srcOrd="1" destOrd="0" presId="urn:microsoft.com/office/officeart/2005/8/layout/hierarchy3"/>
    <dgm:cxn modelId="{849BD131-E659-0446-84C0-49935DF7988A}" type="presOf" srcId="{3582ED9F-5E27-2B49-9275-D5378967255E}" destId="{C962A6AB-390E-1D4D-8781-4D3ED99CE568}" srcOrd="0" destOrd="0" presId="urn:microsoft.com/office/officeart/2005/8/layout/hierarchy3"/>
    <dgm:cxn modelId="{62A63975-D201-C941-B6D3-81280DAC96DC}" srcId="{3582ED9F-5E27-2B49-9275-D5378967255E}" destId="{4CDDB270-2E85-874F-BE40-113F4132FBAB}" srcOrd="0" destOrd="0" parTransId="{5091D187-0EDE-954E-9B27-A30171B05CBA}" sibTransId="{AA2A6A0B-AF51-AB48-B999-8967D61CB68A}"/>
    <dgm:cxn modelId="{916A3450-DCAE-2345-88BF-B5D68CFCE4FE}" type="presOf" srcId="{189795A1-1AD8-C346-AB90-3CD789BE3BB7}" destId="{EDB50C97-6988-634A-B9FC-E4AF4F8CAD91}" srcOrd="0" destOrd="0" presId="urn:microsoft.com/office/officeart/2005/8/layout/hierarchy3"/>
    <dgm:cxn modelId="{05909D8A-4D35-874B-8912-C376353C401E}" srcId="{D4AE748A-79D0-8547-A62E-AFDD215122AD}" destId="{56C13C96-EBF6-524A-8197-8EFE6F128661}" srcOrd="0" destOrd="0" parTransId="{80AEE29C-AA79-AB45-A916-A798BFBE809C}" sibTransId="{51559281-ECED-C64F-97D0-B0EA9C498AF9}"/>
    <dgm:cxn modelId="{BB1417BD-61A0-3946-8030-E27E0A9B77E7}" type="presOf" srcId="{4CDDB270-2E85-874F-BE40-113F4132FBAB}" destId="{9927D37C-DD68-9246-9326-5A48F2AAE4D6}" srcOrd="0" destOrd="0" presId="urn:microsoft.com/office/officeart/2005/8/layout/hierarchy3"/>
    <dgm:cxn modelId="{14AEECB3-FF43-8844-A26A-9505AB878466}" type="presOf" srcId="{5091D187-0EDE-954E-9B27-A30171B05CBA}" destId="{CBA9103E-4D44-6046-8330-B20D49AAB009}" srcOrd="0" destOrd="0" presId="urn:microsoft.com/office/officeart/2005/8/layout/hierarchy3"/>
    <dgm:cxn modelId="{8F834538-4ABF-904A-AB61-C80DBCF4E22A}" srcId="{1DB6EC5E-651C-D544-983E-195ED606C41F}" destId="{189795A1-1AD8-C346-AB90-3CD789BE3BB7}" srcOrd="0" destOrd="0" parTransId="{6B49AB75-1C4D-9645-88D7-24118BC8689A}" sibTransId="{BC825C6E-ACA5-5347-ACBD-A0C773A62270}"/>
    <dgm:cxn modelId="{0502884E-00D7-2D48-8148-DB773E5EFB89}" type="presOf" srcId="{D4AE748A-79D0-8547-A62E-AFDD215122AD}" destId="{C4D37004-A721-5247-94E8-3293D174BAE9}" srcOrd="1" destOrd="0" presId="urn:microsoft.com/office/officeart/2005/8/layout/hierarchy3"/>
    <dgm:cxn modelId="{1A1EDD30-81E6-F74F-BAFF-ADDCCF43D4C0}" type="presOf" srcId="{2E0293BF-E3AC-BC42-9CC0-FAE089855F44}" destId="{268C3703-9D8B-4940-816E-4797CFD70719}" srcOrd="0" destOrd="0" presId="urn:microsoft.com/office/officeart/2005/8/layout/hierarchy3"/>
    <dgm:cxn modelId="{79710630-0509-354A-8249-FCC2C31C68C3}" type="presOf" srcId="{56C13C96-EBF6-524A-8197-8EFE6F128661}" destId="{7D6EF0CB-28AF-184A-8D93-1E56FCBCA3DA}" srcOrd="0" destOrd="0" presId="urn:microsoft.com/office/officeart/2005/8/layout/hierarchy3"/>
    <dgm:cxn modelId="{7350A4ED-F2AB-9C4A-80B6-FDE533C543D7}" srcId="{1DB6EC5E-651C-D544-983E-195ED606C41F}" destId="{3582ED9F-5E27-2B49-9275-D5378967255E}" srcOrd="2" destOrd="0" parTransId="{A58D3715-CBAC-9941-BDF5-1DCB95DAF9ED}" sibTransId="{A9C4599E-EB8A-D748-9549-A4258AEA79A9}"/>
    <dgm:cxn modelId="{A3DCAA4B-042F-C646-8DC3-7EC9397E3346}" type="presOf" srcId="{51B656C7-CDAC-CD43-A19A-BB5A1FB04AFD}" destId="{D7273222-7274-E84F-874B-A6AAB66EC8E9}" srcOrd="0" destOrd="0" presId="urn:microsoft.com/office/officeart/2005/8/layout/hierarchy3"/>
    <dgm:cxn modelId="{8C3756CE-5C9E-8D4F-AE86-65CBDD8EC0B6}" type="presParOf" srcId="{0F6DEC7F-BC6E-BE4C-B668-6C24A39BEFCD}" destId="{41912B51-3AA4-B14A-A3D9-58ED607D9B31}" srcOrd="0" destOrd="0" presId="urn:microsoft.com/office/officeart/2005/8/layout/hierarchy3"/>
    <dgm:cxn modelId="{573A01B8-52BA-704F-8EC4-073E2F1E1584}" type="presParOf" srcId="{41912B51-3AA4-B14A-A3D9-58ED607D9B31}" destId="{D24C892D-A872-9740-B2B5-C42758640FF5}" srcOrd="0" destOrd="0" presId="urn:microsoft.com/office/officeart/2005/8/layout/hierarchy3"/>
    <dgm:cxn modelId="{378B8A15-53B5-C44B-ADC7-1A483B9C5A0E}" type="presParOf" srcId="{D24C892D-A872-9740-B2B5-C42758640FF5}" destId="{EDB50C97-6988-634A-B9FC-E4AF4F8CAD91}" srcOrd="0" destOrd="0" presId="urn:microsoft.com/office/officeart/2005/8/layout/hierarchy3"/>
    <dgm:cxn modelId="{800D6DEA-5B9D-C34E-9F2D-3977286E850C}" type="presParOf" srcId="{D24C892D-A872-9740-B2B5-C42758640FF5}" destId="{79B7AA56-A291-144A-BCE3-883E6B1686FC}" srcOrd="1" destOrd="0" presId="urn:microsoft.com/office/officeart/2005/8/layout/hierarchy3"/>
    <dgm:cxn modelId="{2DFB478C-3B2E-0144-98E8-88EDC05A3632}" type="presParOf" srcId="{41912B51-3AA4-B14A-A3D9-58ED607D9B31}" destId="{479FE462-C4B3-6749-A2B4-2823229E2F43}" srcOrd="1" destOrd="0" presId="urn:microsoft.com/office/officeart/2005/8/layout/hierarchy3"/>
    <dgm:cxn modelId="{E715C13D-8453-B640-910F-4AC691E8A7D0}" type="presParOf" srcId="{479FE462-C4B3-6749-A2B4-2823229E2F43}" destId="{268C3703-9D8B-4940-816E-4797CFD70719}" srcOrd="0" destOrd="0" presId="urn:microsoft.com/office/officeart/2005/8/layout/hierarchy3"/>
    <dgm:cxn modelId="{F9C55AB8-08D6-664A-A6C1-F4BBC81AB657}" type="presParOf" srcId="{479FE462-C4B3-6749-A2B4-2823229E2F43}" destId="{D7273222-7274-E84F-874B-A6AAB66EC8E9}" srcOrd="1" destOrd="0" presId="urn:microsoft.com/office/officeart/2005/8/layout/hierarchy3"/>
    <dgm:cxn modelId="{178ADE0D-DD89-0740-9EAD-8D7E1A63D437}" type="presParOf" srcId="{0F6DEC7F-BC6E-BE4C-B668-6C24A39BEFCD}" destId="{D77580E1-BD69-9146-8B86-D83B16683296}" srcOrd="1" destOrd="0" presId="urn:microsoft.com/office/officeart/2005/8/layout/hierarchy3"/>
    <dgm:cxn modelId="{0CBED42E-A0FE-5343-B69B-A4C99D238964}" type="presParOf" srcId="{D77580E1-BD69-9146-8B86-D83B16683296}" destId="{BDCDD3F1-4ABA-3E4B-A1D4-F717EC1AA9E1}" srcOrd="0" destOrd="0" presId="urn:microsoft.com/office/officeart/2005/8/layout/hierarchy3"/>
    <dgm:cxn modelId="{ACA2DC1B-0498-F04D-BC96-DA16E8C73441}" type="presParOf" srcId="{BDCDD3F1-4ABA-3E4B-A1D4-F717EC1AA9E1}" destId="{04881365-374F-434E-8A0C-5416AE4A6F7D}" srcOrd="0" destOrd="0" presId="urn:microsoft.com/office/officeart/2005/8/layout/hierarchy3"/>
    <dgm:cxn modelId="{3C6362A4-8178-D14C-A7B3-9AC777DBAE7C}" type="presParOf" srcId="{BDCDD3F1-4ABA-3E4B-A1D4-F717EC1AA9E1}" destId="{C4D37004-A721-5247-94E8-3293D174BAE9}" srcOrd="1" destOrd="0" presId="urn:microsoft.com/office/officeart/2005/8/layout/hierarchy3"/>
    <dgm:cxn modelId="{C663972F-20B4-F94F-A880-E113C9961336}" type="presParOf" srcId="{D77580E1-BD69-9146-8B86-D83B16683296}" destId="{46ADEF5F-632E-A24A-B41A-7DEC9CF09B3F}" srcOrd="1" destOrd="0" presId="urn:microsoft.com/office/officeart/2005/8/layout/hierarchy3"/>
    <dgm:cxn modelId="{B28D722A-5C6D-B441-B61E-2A5F0FC49516}" type="presParOf" srcId="{46ADEF5F-632E-A24A-B41A-7DEC9CF09B3F}" destId="{E25F9C19-6F27-254A-A334-44FEB6ACDE01}" srcOrd="0" destOrd="0" presId="urn:microsoft.com/office/officeart/2005/8/layout/hierarchy3"/>
    <dgm:cxn modelId="{8965C93F-BA6C-E140-B43A-BA77018DB7CF}" type="presParOf" srcId="{46ADEF5F-632E-A24A-B41A-7DEC9CF09B3F}" destId="{7D6EF0CB-28AF-184A-8D93-1E56FCBCA3DA}" srcOrd="1" destOrd="0" presId="urn:microsoft.com/office/officeart/2005/8/layout/hierarchy3"/>
    <dgm:cxn modelId="{25ADE4D8-FF30-6A42-990D-3190AB8FCE5F}" type="presParOf" srcId="{0F6DEC7F-BC6E-BE4C-B668-6C24A39BEFCD}" destId="{C9C61B08-3407-F245-951F-59712BACEA23}" srcOrd="2" destOrd="0" presId="urn:microsoft.com/office/officeart/2005/8/layout/hierarchy3"/>
    <dgm:cxn modelId="{B3A8D560-55E0-1E42-9792-87CD0939EB18}" type="presParOf" srcId="{C9C61B08-3407-F245-951F-59712BACEA23}" destId="{DDE7B80E-1E90-AB41-B0DB-2E78FC57B37C}" srcOrd="0" destOrd="0" presId="urn:microsoft.com/office/officeart/2005/8/layout/hierarchy3"/>
    <dgm:cxn modelId="{9FD33CA3-21EB-DB48-80C6-ED4E1AFA0B3A}" type="presParOf" srcId="{DDE7B80E-1E90-AB41-B0DB-2E78FC57B37C}" destId="{C962A6AB-390E-1D4D-8781-4D3ED99CE568}" srcOrd="0" destOrd="0" presId="urn:microsoft.com/office/officeart/2005/8/layout/hierarchy3"/>
    <dgm:cxn modelId="{3FBE4D76-B516-DB46-B1FA-0658898229B6}" type="presParOf" srcId="{DDE7B80E-1E90-AB41-B0DB-2E78FC57B37C}" destId="{C89430C8-4CD3-8149-B4A9-0A27DD69DD96}" srcOrd="1" destOrd="0" presId="urn:microsoft.com/office/officeart/2005/8/layout/hierarchy3"/>
    <dgm:cxn modelId="{A9BB765E-7F14-AD4B-B0B0-EF8EAC0BB947}" type="presParOf" srcId="{C9C61B08-3407-F245-951F-59712BACEA23}" destId="{BAA08332-7197-B041-BD41-FCEFDEDE78C0}" srcOrd="1" destOrd="0" presId="urn:microsoft.com/office/officeart/2005/8/layout/hierarchy3"/>
    <dgm:cxn modelId="{0B093173-54A3-614B-A077-B68B20A77C18}" type="presParOf" srcId="{BAA08332-7197-B041-BD41-FCEFDEDE78C0}" destId="{CBA9103E-4D44-6046-8330-B20D49AAB009}" srcOrd="0" destOrd="0" presId="urn:microsoft.com/office/officeart/2005/8/layout/hierarchy3"/>
    <dgm:cxn modelId="{5A588FF7-1C92-B444-9585-04D34E26D2DF}" type="presParOf" srcId="{BAA08332-7197-B041-BD41-FCEFDEDE78C0}" destId="{9927D37C-DD68-9246-9326-5A48F2AAE4D6}" srcOrd="1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1D6FD41-F787-C44C-972E-121C4111CF73}" type="doc">
      <dgm:prSet loTypeId="urn:microsoft.com/office/officeart/2005/8/layout/vList6" loCatId="process" qsTypeId="urn:microsoft.com/office/officeart/2005/8/quickstyle/3D1" qsCatId="3D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7882EFC9-18F9-4A4A-9378-EA2BAC96C622}">
      <dgm:prSet phldrT="[Text]"/>
      <dgm:spPr/>
      <dgm:t>
        <a:bodyPr/>
        <a:lstStyle/>
        <a:p>
          <a:r>
            <a:rPr lang="en-US" dirty="0" smtClean="0"/>
            <a:t>Attorney</a:t>
          </a:r>
          <a:endParaRPr lang="en-US" dirty="0"/>
        </a:p>
      </dgm:t>
    </dgm:pt>
    <dgm:pt modelId="{4C23F760-DB47-484D-9178-56649EC88711}" type="parTrans" cxnId="{0B83523F-191F-4641-8882-344263931DF0}">
      <dgm:prSet/>
      <dgm:spPr/>
      <dgm:t>
        <a:bodyPr/>
        <a:lstStyle/>
        <a:p>
          <a:endParaRPr lang="en-US"/>
        </a:p>
      </dgm:t>
    </dgm:pt>
    <dgm:pt modelId="{2C03DECB-FC00-B143-9204-798E4F70667D}" type="sibTrans" cxnId="{0B83523F-191F-4641-8882-344263931DF0}">
      <dgm:prSet/>
      <dgm:spPr/>
      <dgm:t>
        <a:bodyPr/>
        <a:lstStyle/>
        <a:p>
          <a:endParaRPr lang="en-US"/>
        </a:p>
      </dgm:t>
    </dgm:pt>
    <dgm:pt modelId="{E01F70F1-C3C4-B343-80CA-6BAF12418678}">
      <dgm:prSet phldrT="[Text]"/>
      <dgm:spPr/>
      <dgm:t>
        <a:bodyPr/>
        <a:lstStyle/>
        <a:p>
          <a:r>
            <a:rPr lang="en-US" dirty="0" smtClean="0"/>
            <a:t>Choose specialized</a:t>
          </a:r>
          <a:endParaRPr lang="en-US" dirty="0"/>
        </a:p>
      </dgm:t>
    </dgm:pt>
    <dgm:pt modelId="{2AD980D0-0FA5-6D45-930A-BE59AF2A2C0F}" type="parTrans" cxnId="{211DA8BA-592C-D841-B826-540FE529B0F9}">
      <dgm:prSet/>
      <dgm:spPr/>
      <dgm:t>
        <a:bodyPr/>
        <a:lstStyle/>
        <a:p>
          <a:endParaRPr lang="en-US"/>
        </a:p>
      </dgm:t>
    </dgm:pt>
    <dgm:pt modelId="{59F46CEA-24C5-6443-8B75-FE1DD95E6315}" type="sibTrans" cxnId="{211DA8BA-592C-D841-B826-540FE529B0F9}">
      <dgm:prSet/>
      <dgm:spPr/>
      <dgm:t>
        <a:bodyPr/>
        <a:lstStyle/>
        <a:p>
          <a:endParaRPr lang="en-US"/>
        </a:p>
      </dgm:t>
    </dgm:pt>
    <dgm:pt modelId="{B94421DF-3D4A-D048-B126-C131F6B4B21A}">
      <dgm:prSet phldrT="[Text]"/>
      <dgm:spPr/>
      <dgm:t>
        <a:bodyPr/>
        <a:lstStyle/>
        <a:p>
          <a:r>
            <a:rPr lang="en-US" dirty="0" smtClean="0"/>
            <a:t>Accountant</a:t>
          </a:r>
          <a:endParaRPr lang="en-US" dirty="0"/>
        </a:p>
      </dgm:t>
    </dgm:pt>
    <dgm:pt modelId="{B9402BE9-26BB-8A4D-8BAA-D930C6DB7849}" type="parTrans" cxnId="{EEAFFDEB-59A3-C74C-977D-F07607154C3B}">
      <dgm:prSet/>
      <dgm:spPr/>
      <dgm:t>
        <a:bodyPr/>
        <a:lstStyle/>
        <a:p>
          <a:endParaRPr lang="en-US"/>
        </a:p>
      </dgm:t>
    </dgm:pt>
    <dgm:pt modelId="{58A1A966-89F7-754A-9455-746887E7B6C9}" type="sibTrans" cxnId="{EEAFFDEB-59A3-C74C-977D-F07607154C3B}">
      <dgm:prSet/>
      <dgm:spPr/>
      <dgm:t>
        <a:bodyPr/>
        <a:lstStyle/>
        <a:p>
          <a:endParaRPr lang="en-US"/>
        </a:p>
      </dgm:t>
    </dgm:pt>
    <dgm:pt modelId="{E04E508F-158E-0D4D-8A25-87976F0B2EBF}">
      <dgm:prSet phldrT="[Text]"/>
      <dgm:spPr/>
      <dgm:t>
        <a:bodyPr/>
        <a:lstStyle/>
        <a:p>
          <a:r>
            <a:rPr lang="en-US" dirty="0" smtClean="0"/>
            <a:t>Hire early</a:t>
          </a:r>
          <a:endParaRPr lang="en-US" dirty="0"/>
        </a:p>
      </dgm:t>
    </dgm:pt>
    <dgm:pt modelId="{C35F1A2E-D125-9444-B1B5-A2245BE9A94D}" type="parTrans" cxnId="{2564F549-1011-7446-9119-1B648FE05DB1}">
      <dgm:prSet/>
      <dgm:spPr/>
      <dgm:t>
        <a:bodyPr/>
        <a:lstStyle/>
        <a:p>
          <a:endParaRPr lang="en-US"/>
        </a:p>
      </dgm:t>
    </dgm:pt>
    <dgm:pt modelId="{A2159B23-FB98-ED45-AA66-EA75F118895B}" type="sibTrans" cxnId="{2564F549-1011-7446-9119-1B648FE05DB1}">
      <dgm:prSet/>
      <dgm:spPr/>
      <dgm:t>
        <a:bodyPr/>
        <a:lstStyle/>
        <a:p>
          <a:endParaRPr lang="en-US"/>
        </a:p>
      </dgm:t>
    </dgm:pt>
    <dgm:pt modelId="{06CE4909-7652-A648-88CB-88E0E83DA7D9}">
      <dgm:prSet phldrT="[Text]"/>
      <dgm:spPr/>
      <dgm:t>
        <a:bodyPr/>
        <a:lstStyle/>
        <a:p>
          <a:r>
            <a:rPr lang="en-US" dirty="0" smtClean="0"/>
            <a:t>Choose local</a:t>
          </a:r>
          <a:endParaRPr lang="en-US" dirty="0"/>
        </a:p>
      </dgm:t>
    </dgm:pt>
    <dgm:pt modelId="{1BD45E95-F8F4-7D4C-A371-FE2FC5F7814E}" type="parTrans" cxnId="{04FEA438-E839-564F-AD6A-901F6F6CF630}">
      <dgm:prSet/>
      <dgm:spPr/>
      <dgm:t>
        <a:bodyPr/>
        <a:lstStyle/>
        <a:p>
          <a:endParaRPr lang="en-US"/>
        </a:p>
      </dgm:t>
    </dgm:pt>
    <dgm:pt modelId="{AE6C0B55-EE6D-4045-80E2-F4BE0098A666}" type="sibTrans" cxnId="{04FEA438-E839-564F-AD6A-901F6F6CF630}">
      <dgm:prSet/>
      <dgm:spPr/>
      <dgm:t>
        <a:bodyPr/>
        <a:lstStyle/>
        <a:p>
          <a:endParaRPr lang="en-US"/>
        </a:p>
      </dgm:t>
    </dgm:pt>
    <dgm:pt modelId="{F0992A93-8022-C743-9B09-E8E9B21A1224}" type="pres">
      <dgm:prSet presAssocID="{D1D6FD41-F787-C44C-972E-121C4111CF73}" presName="Name0" presStyleCnt="0">
        <dgm:presLayoutVars>
          <dgm:dir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05F6F4C0-167E-0342-B12C-A2EDCFE6FD88}" type="pres">
      <dgm:prSet presAssocID="{7882EFC9-18F9-4A4A-9378-EA2BAC96C622}" presName="linNode" presStyleCnt="0"/>
      <dgm:spPr/>
    </dgm:pt>
    <dgm:pt modelId="{BBD82465-5BC7-3D4E-8AF6-277DDAD3EA7A}" type="pres">
      <dgm:prSet presAssocID="{7882EFC9-18F9-4A4A-9378-EA2BAC96C622}" presName="parentShp" presStyleLbl="node1" presStyleIdx="0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8A8B9CA-D4D5-974C-BC54-3D59B0AF492B}" type="pres">
      <dgm:prSet presAssocID="{7882EFC9-18F9-4A4A-9378-EA2BAC96C622}" presName="childShp" presStyleLbl="bgAccFollowNode1" presStyleIdx="0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4C94BA3-C751-9945-BEF5-0DE9E5FAD19B}" type="pres">
      <dgm:prSet presAssocID="{2C03DECB-FC00-B143-9204-798E4F70667D}" presName="spacing" presStyleCnt="0"/>
      <dgm:spPr/>
    </dgm:pt>
    <dgm:pt modelId="{0620B67E-7C28-5A4C-AD54-BFDAD0AC487F}" type="pres">
      <dgm:prSet presAssocID="{B94421DF-3D4A-D048-B126-C131F6B4B21A}" presName="linNode" presStyleCnt="0"/>
      <dgm:spPr/>
    </dgm:pt>
    <dgm:pt modelId="{4C3F5A7C-5C13-D648-8831-AEB783A33C5A}" type="pres">
      <dgm:prSet presAssocID="{B94421DF-3D4A-D048-B126-C131F6B4B21A}" presName="parentShp" presStyleLbl="node1" presStyleIdx="1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4B6ECAC-AEC1-BD4C-82D1-DCFB4FE5072B}" type="pres">
      <dgm:prSet presAssocID="{B94421DF-3D4A-D048-B126-C131F6B4B21A}" presName="childShp" presStyleLbl="bgAccFollowNode1" presStyleIdx="1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211DA8BA-592C-D841-B826-540FE529B0F9}" srcId="{7882EFC9-18F9-4A4A-9378-EA2BAC96C622}" destId="{E01F70F1-C3C4-B343-80CA-6BAF12418678}" srcOrd="0" destOrd="0" parTransId="{2AD980D0-0FA5-6D45-930A-BE59AF2A2C0F}" sibTransId="{59F46CEA-24C5-6443-8B75-FE1DD95E6315}"/>
    <dgm:cxn modelId="{EC0CED52-F7D9-C24D-A4BD-D16FCA13D982}" type="presOf" srcId="{B94421DF-3D4A-D048-B126-C131F6B4B21A}" destId="{4C3F5A7C-5C13-D648-8831-AEB783A33C5A}" srcOrd="0" destOrd="0" presId="urn:microsoft.com/office/officeart/2005/8/layout/vList6"/>
    <dgm:cxn modelId="{BF696CDE-34AB-4E40-8520-4C3175A94105}" type="presOf" srcId="{E01F70F1-C3C4-B343-80CA-6BAF12418678}" destId="{68A8B9CA-D4D5-974C-BC54-3D59B0AF492B}" srcOrd="0" destOrd="0" presId="urn:microsoft.com/office/officeart/2005/8/layout/vList6"/>
    <dgm:cxn modelId="{2F239B5D-F0B2-064D-8150-6470DBCE8E9A}" type="presOf" srcId="{D1D6FD41-F787-C44C-972E-121C4111CF73}" destId="{F0992A93-8022-C743-9B09-E8E9B21A1224}" srcOrd="0" destOrd="0" presId="urn:microsoft.com/office/officeart/2005/8/layout/vList6"/>
    <dgm:cxn modelId="{4BAB8676-55CC-2845-84B4-80EE782C36CC}" type="presOf" srcId="{06CE4909-7652-A648-88CB-88E0E83DA7D9}" destId="{E4B6ECAC-AEC1-BD4C-82D1-DCFB4FE5072B}" srcOrd="0" destOrd="1" presId="urn:microsoft.com/office/officeart/2005/8/layout/vList6"/>
    <dgm:cxn modelId="{04FEA438-E839-564F-AD6A-901F6F6CF630}" srcId="{B94421DF-3D4A-D048-B126-C131F6B4B21A}" destId="{06CE4909-7652-A648-88CB-88E0E83DA7D9}" srcOrd="1" destOrd="0" parTransId="{1BD45E95-F8F4-7D4C-A371-FE2FC5F7814E}" sibTransId="{AE6C0B55-EE6D-4045-80E2-F4BE0098A666}"/>
    <dgm:cxn modelId="{87EC3638-29DD-C34D-A921-6E098DA907C1}" type="presOf" srcId="{E04E508F-158E-0D4D-8A25-87976F0B2EBF}" destId="{E4B6ECAC-AEC1-BD4C-82D1-DCFB4FE5072B}" srcOrd="0" destOrd="0" presId="urn:microsoft.com/office/officeart/2005/8/layout/vList6"/>
    <dgm:cxn modelId="{EEAFFDEB-59A3-C74C-977D-F07607154C3B}" srcId="{D1D6FD41-F787-C44C-972E-121C4111CF73}" destId="{B94421DF-3D4A-D048-B126-C131F6B4B21A}" srcOrd="1" destOrd="0" parTransId="{B9402BE9-26BB-8A4D-8BAA-D930C6DB7849}" sibTransId="{58A1A966-89F7-754A-9455-746887E7B6C9}"/>
    <dgm:cxn modelId="{2564F549-1011-7446-9119-1B648FE05DB1}" srcId="{B94421DF-3D4A-D048-B126-C131F6B4B21A}" destId="{E04E508F-158E-0D4D-8A25-87976F0B2EBF}" srcOrd="0" destOrd="0" parTransId="{C35F1A2E-D125-9444-B1B5-A2245BE9A94D}" sibTransId="{A2159B23-FB98-ED45-AA66-EA75F118895B}"/>
    <dgm:cxn modelId="{0B83523F-191F-4641-8882-344263931DF0}" srcId="{D1D6FD41-F787-C44C-972E-121C4111CF73}" destId="{7882EFC9-18F9-4A4A-9378-EA2BAC96C622}" srcOrd="0" destOrd="0" parTransId="{4C23F760-DB47-484D-9178-56649EC88711}" sibTransId="{2C03DECB-FC00-B143-9204-798E4F70667D}"/>
    <dgm:cxn modelId="{196C37DB-6DC1-9C4E-A08B-DAE3FF2958B9}" type="presOf" srcId="{7882EFC9-18F9-4A4A-9378-EA2BAC96C622}" destId="{BBD82465-5BC7-3D4E-8AF6-277DDAD3EA7A}" srcOrd="0" destOrd="0" presId="urn:microsoft.com/office/officeart/2005/8/layout/vList6"/>
    <dgm:cxn modelId="{F163D8E2-6C8E-4A48-92D4-2AF5FFE0EF09}" type="presParOf" srcId="{F0992A93-8022-C743-9B09-E8E9B21A1224}" destId="{05F6F4C0-167E-0342-B12C-A2EDCFE6FD88}" srcOrd="0" destOrd="0" presId="urn:microsoft.com/office/officeart/2005/8/layout/vList6"/>
    <dgm:cxn modelId="{D520B4EB-9271-B347-9BB0-9531631AC2F3}" type="presParOf" srcId="{05F6F4C0-167E-0342-B12C-A2EDCFE6FD88}" destId="{BBD82465-5BC7-3D4E-8AF6-277DDAD3EA7A}" srcOrd="0" destOrd="0" presId="urn:microsoft.com/office/officeart/2005/8/layout/vList6"/>
    <dgm:cxn modelId="{29341945-7850-504F-882F-5A625A2DBA05}" type="presParOf" srcId="{05F6F4C0-167E-0342-B12C-A2EDCFE6FD88}" destId="{68A8B9CA-D4D5-974C-BC54-3D59B0AF492B}" srcOrd="1" destOrd="0" presId="urn:microsoft.com/office/officeart/2005/8/layout/vList6"/>
    <dgm:cxn modelId="{A8E88E7F-EDAA-3841-B223-D13C891D13BF}" type="presParOf" srcId="{F0992A93-8022-C743-9B09-E8E9B21A1224}" destId="{44C94BA3-C751-9945-BEF5-0DE9E5FAD19B}" srcOrd="1" destOrd="0" presId="urn:microsoft.com/office/officeart/2005/8/layout/vList6"/>
    <dgm:cxn modelId="{F5DDC2E5-E7E0-B648-85CC-9578AE626B01}" type="presParOf" srcId="{F0992A93-8022-C743-9B09-E8E9B21A1224}" destId="{0620B67E-7C28-5A4C-AD54-BFDAD0AC487F}" srcOrd="2" destOrd="0" presId="urn:microsoft.com/office/officeart/2005/8/layout/vList6"/>
    <dgm:cxn modelId="{44CE1ED7-9880-5849-A554-A92CCB5E42C0}" type="presParOf" srcId="{0620B67E-7C28-5A4C-AD54-BFDAD0AC487F}" destId="{4C3F5A7C-5C13-D648-8831-AEB783A33C5A}" srcOrd="0" destOrd="0" presId="urn:microsoft.com/office/officeart/2005/8/layout/vList6"/>
    <dgm:cxn modelId="{50649B1C-15DB-B041-8A5D-DE77684565F4}" type="presParOf" srcId="{0620B67E-7C28-5A4C-AD54-BFDAD0AC487F}" destId="{E4B6ECAC-AEC1-BD4C-82D1-DCFB4FE5072B}" srcOrd="1" destOrd="0" presId="urn:microsoft.com/office/officeart/2005/8/layout/vList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FCFBF8FF-E3A5-EC45-9B6F-306E21192CD3}" type="doc">
      <dgm:prSet loTypeId="urn:microsoft.com/office/officeart/2005/8/layout/matrix1" loCatId="matrix" qsTypeId="urn:microsoft.com/office/officeart/2005/8/quickstyle/3D1" qsCatId="3D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5FC9C256-A883-934C-A5F2-4A548562941D}">
      <dgm:prSet phldrT="[Text]"/>
      <dgm:spPr/>
      <dgm:t>
        <a:bodyPr/>
        <a:lstStyle/>
        <a:p>
          <a:r>
            <a:rPr lang="en-US" dirty="0" smtClean="0"/>
            <a:t>Agreements</a:t>
          </a:r>
          <a:endParaRPr lang="en-US" dirty="0"/>
        </a:p>
      </dgm:t>
    </dgm:pt>
    <dgm:pt modelId="{988FC76F-D41F-8B4D-B255-9C849261B98C}" type="parTrans" cxnId="{5DBD73DB-4354-134F-B747-C2261FE32220}">
      <dgm:prSet/>
      <dgm:spPr/>
      <dgm:t>
        <a:bodyPr/>
        <a:lstStyle/>
        <a:p>
          <a:endParaRPr lang="en-US"/>
        </a:p>
      </dgm:t>
    </dgm:pt>
    <dgm:pt modelId="{B6F190DF-40B7-334F-99F6-C108480C7B0C}" type="sibTrans" cxnId="{5DBD73DB-4354-134F-B747-C2261FE32220}">
      <dgm:prSet/>
      <dgm:spPr/>
      <dgm:t>
        <a:bodyPr/>
        <a:lstStyle/>
        <a:p>
          <a:endParaRPr lang="en-US"/>
        </a:p>
      </dgm:t>
    </dgm:pt>
    <dgm:pt modelId="{DB33F2B7-4B42-FA43-9429-29884C594AC9}">
      <dgm:prSet phldrT="[Text]"/>
      <dgm:spPr/>
      <dgm:t>
        <a:bodyPr/>
        <a:lstStyle/>
        <a:p>
          <a:r>
            <a:rPr lang="en-US" dirty="0" smtClean="0"/>
            <a:t>Negotiating employment terms </a:t>
          </a:r>
          <a:endParaRPr lang="en-US" dirty="0"/>
        </a:p>
      </dgm:t>
    </dgm:pt>
    <dgm:pt modelId="{A209E390-691D-E945-95A1-646CC6F5F964}" type="parTrans" cxnId="{DAA53D66-809B-614A-B9F1-6DF0032477FB}">
      <dgm:prSet/>
      <dgm:spPr/>
      <dgm:t>
        <a:bodyPr/>
        <a:lstStyle/>
        <a:p>
          <a:endParaRPr lang="en-US"/>
        </a:p>
      </dgm:t>
    </dgm:pt>
    <dgm:pt modelId="{0B7EF07C-BFDA-0344-8E37-2C5E5976FAA0}" type="sibTrans" cxnId="{DAA53D66-809B-614A-B9F1-6DF0032477FB}">
      <dgm:prSet/>
      <dgm:spPr/>
      <dgm:t>
        <a:bodyPr/>
        <a:lstStyle/>
        <a:p>
          <a:endParaRPr lang="en-US"/>
        </a:p>
      </dgm:t>
    </dgm:pt>
    <dgm:pt modelId="{C6E53852-3A70-2442-A360-851A90A42073}">
      <dgm:prSet phldrT="[Text]"/>
      <dgm:spPr/>
      <dgm:t>
        <a:bodyPr/>
        <a:lstStyle/>
        <a:p>
          <a:r>
            <a:rPr lang="en-US" dirty="0" smtClean="0"/>
            <a:t>Disposition of equity interests</a:t>
          </a:r>
          <a:endParaRPr lang="en-US" dirty="0"/>
        </a:p>
      </dgm:t>
    </dgm:pt>
    <dgm:pt modelId="{33C01471-D9C6-FF49-A129-FBED287A2EE0}" type="parTrans" cxnId="{E60C4133-FA0B-B143-B377-F3B5D052CB29}">
      <dgm:prSet/>
      <dgm:spPr/>
      <dgm:t>
        <a:bodyPr/>
        <a:lstStyle/>
        <a:p>
          <a:endParaRPr lang="en-US"/>
        </a:p>
      </dgm:t>
    </dgm:pt>
    <dgm:pt modelId="{C6626E7B-52DA-FE40-B6BC-F010DA048EFA}" type="sibTrans" cxnId="{E60C4133-FA0B-B143-B377-F3B5D052CB29}">
      <dgm:prSet/>
      <dgm:spPr/>
      <dgm:t>
        <a:bodyPr/>
        <a:lstStyle/>
        <a:p>
          <a:endParaRPr lang="en-US"/>
        </a:p>
      </dgm:t>
    </dgm:pt>
    <dgm:pt modelId="{B05EE9D3-479B-AE4B-AD45-7B5ECAE7A9D5}">
      <dgm:prSet phldrT="[Text]"/>
      <dgm:spPr/>
      <dgm:t>
        <a:bodyPr/>
        <a:lstStyle/>
        <a:p>
          <a:r>
            <a:rPr lang="en-US" dirty="0" smtClean="0"/>
            <a:t>Distribution of company profits</a:t>
          </a:r>
          <a:endParaRPr lang="en-US" dirty="0"/>
        </a:p>
      </dgm:t>
    </dgm:pt>
    <dgm:pt modelId="{C7E72F70-4D89-0648-94CF-B7D028F32F48}" type="parTrans" cxnId="{161F5D51-70F7-974A-8791-1598BD3DE5BD}">
      <dgm:prSet/>
      <dgm:spPr/>
      <dgm:t>
        <a:bodyPr/>
        <a:lstStyle/>
        <a:p>
          <a:endParaRPr lang="en-US"/>
        </a:p>
      </dgm:t>
    </dgm:pt>
    <dgm:pt modelId="{DD388804-F3CA-F348-A6E0-06A777A0A71E}" type="sibTrans" cxnId="{161F5D51-70F7-974A-8791-1598BD3DE5BD}">
      <dgm:prSet/>
      <dgm:spPr/>
      <dgm:t>
        <a:bodyPr/>
        <a:lstStyle/>
        <a:p>
          <a:endParaRPr lang="en-US"/>
        </a:p>
      </dgm:t>
    </dgm:pt>
    <dgm:pt modelId="{504655E0-613A-E348-B621-7ABC252AB6F7}">
      <dgm:prSet phldrT="[Text]"/>
      <dgm:spPr/>
      <dgm:t>
        <a:bodyPr/>
        <a:lstStyle/>
        <a:p>
          <a:r>
            <a:rPr lang="en-US" dirty="0" smtClean="0"/>
            <a:t>Redemption provisions</a:t>
          </a:r>
          <a:endParaRPr lang="en-US" dirty="0"/>
        </a:p>
      </dgm:t>
    </dgm:pt>
    <dgm:pt modelId="{F8DCA143-E252-BD4B-BE03-6F5812C955A8}" type="parTrans" cxnId="{130AD81D-D675-F642-A73F-DE111BFE5595}">
      <dgm:prSet/>
      <dgm:spPr/>
      <dgm:t>
        <a:bodyPr/>
        <a:lstStyle/>
        <a:p>
          <a:endParaRPr lang="en-US"/>
        </a:p>
      </dgm:t>
    </dgm:pt>
    <dgm:pt modelId="{368CFE73-64FD-3E4B-8884-4C74EDC770E6}" type="sibTrans" cxnId="{130AD81D-D675-F642-A73F-DE111BFE5595}">
      <dgm:prSet/>
      <dgm:spPr/>
      <dgm:t>
        <a:bodyPr/>
        <a:lstStyle/>
        <a:p>
          <a:endParaRPr lang="en-US"/>
        </a:p>
      </dgm:t>
    </dgm:pt>
    <dgm:pt modelId="{3AB6BACA-E6C2-5E47-AD9D-D4F89099C833}" type="pres">
      <dgm:prSet presAssocID="{FCFBF8FF-E3A5-EC45-9B6F-306E21192CD3}" presName="diagram" presStyleCnt="0">
        <dgm:presLayoutVars>
          <dgm:chMax val="1"/>
          <dgm:dir/>
          <dgm:animLvl val="ctr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FA00B960-D161-F94A-BE5D-5AD3F9691F66}" type="pres">
      <dgm:prSet presAssocID="{FCFBF8FF-E3A5-EC45-9B6F-306E21192CD3}" presName="matrix" presStyleCnt="0"/>
      <dgm:spPr/>
    </dgm:pt>
    <dgm:pt modelId="{FE6BEF08-00FE-EF4C-B577-47F691706F66}" type="pres">
      <dgm:prSet presAssocID="{FCFBF8FF-E3A5-EC45-9B6F-306E21192CD3}" presName="tile1" presStyleLbl="node1" presStyleIdx="0" presStyleCnt="4" custLinFactNeighborX="-2500"/>
      <dgm:spPr/>
      <dgm:t>
        <a:bodyPr/>
        <a:lstStyle/>
        <a:p>
          <a:endParaRPr lang="en-US"/>
        </a:p>
      </dgm:t>
    </dgm:pt>
    <dgm:pt modelId="{AA4D32ED-ED5A-EF40-B3D5-9992AFC60834}" type="pres">
      <dgm:prSet presAssocID="{FCFBF8FF-E3A5-EC45-9B6F-306E21192CD3}" presName="tile1text" presStyleLbl="node1" presStyleIdx="0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E3B576B-0937-CC47-AA96-0CE57CF22AFE}" type="pres">
      <dgm:prSet presAssocID="{FCFBF8FF-E3A5-EC45-9B6F-306E21192CD3}" presName="tile2" presStyleLbl="node1" presStyleIdx="1" presStyleCnt="4"/>
      <dgm:spPr/>
      <dgm:t>
        <a:bodyPr/>
        <a:lstStyle/>
        <a:p>
          <a:endParaRPr lang="en-US"/>
        </a:p>
      </dgm:t>
    </dgm:pt>
    <dgm:pt modelId="{0E50A631-C04F-1143-911A-82B9D8454C78}" type="pres">
      <dgm:prSet presAssocID="{FCFBF8FF-E3A5-EC45-9B6F-306E21192CD3}" presName="tile2text" presStyleLbl="node1" presStyleIdx="1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BAC9CD8-C4B5-AE4D-97AE-DF79EA150C7B}" type="pres">
      <dgm:prSet presAssocID="{FCFBF8FF-E3A5-EC45-9B6F-306E21192CD3}" presName="tile3" presStyleLbl="node1" presStyleIdx="2" presStyleCnt="4"/>
      <dgm:spPr/>
      <dgm:t>
        <a:bodyPr/>
        <a:lstStyle/>
        <a:p>
          <a:endParaRPr lang="en-US"/>
        </a:p>
      </dgm:t>
    </dgm:pt>
    <dgm:pt modelId="{19B8E595-EADE-5949-B246-9448A97CF2B3}" type="pres">
      <dgm:prSet presAssocID="{FCFBF8FF-E3A5-EC45-9B6F-306E21192CD3}" presName="tile3text" presStyleLbl="node1" presStyleIdx="2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C643B5E-10DA-BF40-9210-2176EE650AA0}" type="pres">
      <dgm:prSet presAssocID="{FCFBF8FF-E3A5-EC45-9B6F-306E21192CD3}" presName="tile4" presStyleLbl="node1" presStyleIdx="3" presStyleCnt="4"/>
      <dgm:spPr/>
      <dgm:t>
        <a:bodyPr/>
        <a:lstStyle/>
        <a:p>
          <a:endParaRPr lang="en-US"/>
        </a:p>
      </dgm:t>
    </dgm:pt>
    <dgm:pt modelId="{AE3D6C90-3F09-8948-A65B-45F499E6616B}" type="pres">
      <dgm:prSet presAssocID="{FCFBF8FF-E3A5-EC45-9B6F-306E21192CD3}" presName="tile4text" presStyleLbl="node1" presStyleIdx="3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49798F9-4CB9-6843-8819-3495F8C82D4E}" type="pres">
      <dgm:prSet presAssocID="{FCFBF8FF-E3A5-EC45-9B6F-306E21192CD3}" presName="centerTile" presStyleLbl="fgShp" presStyleIdx="0" presStyleCnt="1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</dgm:ptLst>
  <dgm:cxnLst>
    <dgm:cxn modelId="{C43AFCFA-2F7F-3D44-8735-FD09730DD153}" type="presOf" srcId="{C6E53852-3A70-2442-A360-851A90A42073}" destId="{5E3B576B-0937-CC47-AA96-0CE57CF22AFE}" srcOrd="0" destOrd="0" presId="urn:microsoft.com/office/officeart/2005/8/layout/matrix1"/>
    <dgm:cxn modelId="{5DBD73DB-4354-134F-B747-C2261FE32220}" srcId="{FCFBF8FF-E3A5-EC45-9B6F-306E21192CD3}" destId="{5FC9C256-A883-934C-A5F2-4A548562941D}" srcOrd="0" destOrd="0" parTransId="{988FC76F-D41F-8B4D-B255-9C849261B98C}" sibTransId="{B6F190DF-40B7-334F-99F6-C108480C7B0C}"/>
    <dgm:cxn modelId="{130AD81D-D675-F642-A73F-DE111BFE5595}" srcId="{5FC9C256-A883-934C-A5F2-4A548562941D}" destId="{504655E0-613A-E348-B621-7ABC252AB6F7}" srcOrd="3" destOrd="0" parTransId="{F8DCA143-E252-BD4B-BE03-6F5812C955A8}" sibTransId="{368CFE73-64FD-3E4B-8884-4C74EDC770E6}"/>
    <dgm:cxn modelId="{E8FA356C-6A5A-794F-A5AF-848C87150FCC}" type="presOf" srcId="{C6E53852-3A70-2442-A360-851A90A42073}" destId="{0E50A631-C04F-1143-911A-82B9D8454C78}" srcOrd="1" destOrd="0" presId="urn:microsoft.com/office/officeart/2005/8/layout/matrix1"/>
    <dgm:cxn modelId="{E683DA03-43D2-7044-B87C-605D37C34967}" type="presOf" srcId="{504655E0-613A-E348-B621-7ABC252AB6F7}" destId="{6C643B5E-10DA-BF40-9210-2176EE650AA0}" srcOrd="0" destOrd="0" presId="urn:microsoft.com/office/officeart/2005/8/layout/matrix1"/>
    <dgm:cxn modelId="{DAA53D66-809B-614A-B9F1-6DF0032477FB}" srcId="{5FC9C256-A883-934C-A5F2-4A548562941D}" destId="{DB33F2B7-4B42-FA43-9429-29884C594AC9}" srcOrd="0" destOrd="0" parTransId="{A209E390-691D-E945-95A1-646CC6F5F964}" sibTransId="{0B7EF07C-BFDA-0344-8E37-2C5E5976FAA0}"/>
    <dgm:cxn modelId="{A2ED5FA6-EBCD-0E44-BAA0-C5F51762E659}" type="presOf" srcId="{504655E0-613A-E348-B621-7ABC252AB6F7}" destId="{AE3D6C90-3F09-8948-A65B-45F499E6616B}" srcOrd="1" destOrd="0" presId="urn:microsoft.com/office/officeart/2005/8/layout/matrix1"/>
    <dgm:cxn modelId="{161F5D51-70F7-974A-8791-1598BD3DE5BD}" srcId="{5FC9C256-A883-934C-A5F2-4A548562941D}" destId="{B05EE9D3-479B-AE4B-AD45-7B5ECAE7A9D5}" srcOrd="2" destOrd="0" parTransId="{C7E72F70-4D89-0648-94CF-B7D028F32F48}" sibTransId="{DD388804-F3CA-F348-A6E0-06A777A0A71E}"/>
    <dgm:cxn modelId="{CC4A2560-1B44-E841-96E7-22654AA0982F}" type="presOf" srcId="{DB33F2B7-4B42-FA43-9429-29884C594AC9}" destId="{FE6BEF08-00FE-EF4C-B577-47F691706F66}" srcOrd="0" destOrd="0" presId="urn:microsoft.com/office/officeart/2005/8/layout/matrix1"/>
    <dgm:cxn modelId="{E60C4133-FA0B-B143-B377-F3B5D052CB29}" srcId="{5FC9C256-A883-934C-A5F2-4A548562941D}" destId="{C6E53852-3A70-2442-A360-851A90A42073}" srcOrd="1" destOrd="0" parTransId="{33C01471-D9C6-FF49-A129-FBED287A2EE0}" sibTransId="{C6626E7B-52DA-FE40-B6BC-F010DA048EFA}"/>
    <dgm:cxn modelId="{553E48D4-E06A-6C40-B2B0-DB37FD24D276}" type="presOf" srcId="{DB33F2B7-4B42-FA43-9429-29884C594AC9}" destId="{AA4D32ED-ED5A-EF40-B3D5-9992AFC60834}" srcOrd="1" destOrd="0" presId="urn:microsoft.com/office/officeart/2005/8/layout/matrix1"/>
    <dgm:cxn modelId="{1FA97EEB-FC04-5D4B-A9AF-C2B9F73CD9FF}" type="presOf" srcId="{B05EE9D3-479B-AE4B-AD45-7B5ECAE7A9D5}" destId="{7BAC9CD8-C4B5-AE4D-97AE-DF79EA150C7B}" srcOrd="0" destOrd="0" presId="urn:microsoft.com/office/officeart/2005/8/layout/matrix1"/>
    <dgm:cxn modelId="{21919E19-F559-CF43-AE1C-0FD79B313417}" type="presOf" srcId="{FCFBF8FF-E3A5-EC45-9B6F-306E21192CD3}" destId="{3AB6BACA-E6C2-5E47-AD9D-D4F89099C833}" srcOrd="0" destOrd="0" presId="urn:microsoft.com/office/officeart/2005/8/layout/matrix1"/>
    <dgm:cxn modelId="{B4EEBA45-6CD6-A041-A081-43C06EBCCCEC}" type="presOf" srcId="{B05EE9D3-479B-AE4B-AD45-7B5ECAE7A9D5}" destId="{19B8E595-EADE-5949-B246-9448A97CF2B3}" srcOrd="1" destOrd="0" presId="urn:microsoft.com/office/officeart/2005/8/layout/matrix1"/>
    <dgm:cxn modelId="{2664A45F-7923-7540-8391-91E8D71CFE30}" type="presOf" srcId="{5FC9C256-A883-934C-A5F2-4A548562941D}" destId="{949798F9-4CB9-6843-8819-3495F8C82D4E}" srcOrd="0" destOrd="0" presId="urn:microsoft.com/office/officeart/2005/8/layout/matrix1"/>
    <dgm:cxn modelId="{4CADA8A5-24C8-284D-BD05-3B23D4A198FD}" type="presParOf" srcId="{3AB6BACA-E6C2-5E47-AD9D-D4F89099C833}" destId="{FA00B960-D161-F94A-BE5D-5AD3F9691F66}" srcOrd="0" destOrd="0" presId="urn:microsoft.com/office/officeart/2005/8/layout/matrix1"/>
    <dgm:cxn modelId="{148ED86E-AEEF-424C-ACE7-C5A066849C1E}" type="presParOf" srcId="{FA00B960-D161-F94A-BE5D-5AD3F9691F66}" destId="{FE6BEF08-00FE-EF4C-B577-47F691706F66}" srcOrd="0" destOrd="0" presId="urn:microsoft.com/office/officeart/2005/8/layout/matrix1"/>
    <dgm:cxn modelId="{5D8677DC-E2C7-3B48-AB4E-D76C8318E50C}" type="presParOf" srcId="{FA00B960-D161-F94A-BE5D-5AD3F9691F66}" destId="{AA4D32ED-ED5A-EF40-B3D5-9992AFC60834}" srcOrd="1" destOrd="0" presId="urn:microsoft.com/office/officeart/2005/8/layout/matrix1"/>
    <dgm:cxn modelId="{C77AB07B-7A63-BA43-B200-82A9EDE769A2}" type="presParOf" srcId="{FA00B960-D161-F94A-BE5D-5AD3F9691F66}" destId="{5E3B576B-0937-CC47-AA96-0CE57CF22AFE}" srcOrd="2" destOrd="0" presId="urn:microsoft.com/office/officeart/2005/8/layout/matrix1"/>
    <dgm:cxn modelId="{0F484117-156B-C948-93D8-D7B0916F17E8}" type="presParOf" srcId="{FA00B960-D161-F94A-BE5D-5AD3F9691F66}" destId="{0E50A631-C04F-1143-911A-82B9D8454C78}" srcOrd="3" destOrd="0" presId="urn:microsoft.com/office/officeart/2005/8/layout/matrix1"/>
    <dgm:cxn modelId="{B2A1EC38-E551-8D44-B183-614F6B602906}" type="presParOf" srcId="{FA00B960-D161-F94A-BE5D-5AD3F9691F66}" destId="{7BAC9CD8-C4B5-AE4D-97AE-DF79EA150C7B}" srcOrd="4" destOrd="0" presId="urn:microsoft.com/office/officeart/2005/8/layout/matrix1"/>
    <dgm:cxn modelId="{115525EA-DE0F-8641-86E0-BB5F70E72264}" type="presParOf" srcId="{FA00B960-D161-F94A-BE5D-5AD3F9691F66}" destId="{19B8E595-EADE-5949-B246-9448A97CF2B3}" srcOrd="5" destOrd="0" presId="urn:microsoft.com/office/officeart/2005/8/layout/matrix1"/>
    <dgm:cxn modelId="{96338153-6599-9546-AE8B-630363F59013}" type="presParOf" srcId="{FA00B960-D161-F94A-BE5D-5AD3F9691F66}" destId="{6C643B5E-10DA-BF40-9210-2176EE650AA0}" srcOrd="6" destOrd="0" presId="urn:microsoft.com/office/officeart/2005/8/layout/matrix1"/>
    <dgm:cxn modelId="{7306328B-C80A-0F4F-A4FB-2B8C63DF09BE}" type="presParOf" srcId="{FA00B960-D161-F94A-BE5D-5AD3F9691F66}" destId="{AE3D6C90-3F09-8948-A65B-45F499E6616B}" srcOrd="7" destOrd="0" presId="urn:microsoft.com/office/officeart/2005/8/layout/matrix1"/>
    <dgm:cxn modelId="{215039B9-6923-2F49-B58D-B0E674B59C4E}" type="presParOf" srcId="{3AB6BACA-E6C2-5E47-AD9D-D4F89099C833}" destId="{949798F9-4CB9-6843-8819-3495F8C82D4E}" srcOrd="1" destOrd="0" presId="urn:microsoft.com/office/officeart/2005/8/layout/matrix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A8D65CE8-5A12-F84B-94F5-9BD2CA1AC984}" type="doc">
      <dgm:prSet loTypeId="urn:microsoft.com/office/officeart/2005/8/layout/pyramid1" loCatId="pyramid" qsTypeId="urn:microsoft.com/office/officeart/2005/8/quickstyle/3D1" qsCatId="3D" csTypeId="urn:microsoft.com/office/officeart/2005/8/colors/colorful4" csCatId="colorful" phldr="1"/>
      <dgm:spPr/>
    </dgm:pt>
    <dgm:pt modelId="{CE462DF8-562A-E747-A652-BC25524BE550}">
      <dgm:prSet phldrT="[Text]" custT="1"/>
      <dgm:spPr/>
      <dgm:t>
        <a:bodyPr/>
        <a:lstStyle/>
        <a:p>
          <a:endParaRPr lang="en-US" sz="2600" b="1" dirty="0" smtClean="0">
            <a:solidFill>
              <a:schemeClr val="bg1"/>
            </a:solidFill>
          </a:endParaRPr>
        </a:p>
        <a:p>
          <a:r>
            <a:rPr lang="en-US" sz="2600" b="1" dirty="0" smtClean="0">
              <a:solidFill>
                <a:schemeClr val="bg1"/>
              </a:solidFill>
            </a:rPr>
            <a:t>Property</a:t>
          </a:r>
          <a:endParaRPr lang="en-US" sz="2600" b="1" dirty="0">
            <a:solidFill>
              <a:schemeClr val="bg1"/>
            </a:solidFill>
          </a:endParaRPr>
        </a:p>
      </dgm:t>
    </dgm:pt>
    <dgm:pt modelId="{AC177E98-50DF-8849-A37D-6441F7E86AAB}" type="parTrans" cxnId="{F62185BF-94E9-A64D-BE24-1984FA433BF1}">
      <dgm:prSet/>
      <dgm:spPr/>
      <dgm:t>
        <a:bodyPr/>
        <a:lstStyle/>
        <a:p>
          <a:endParaRPr lang="en-US"/>
        </a:p>
      </dgm:t>
    </dgm:pt>
    <dgm:pt modelId="{D3DE4036-BDC7-244D-BD23-EE5A2CCAC137}" type="sibTrans" cxnId="{F62185BF-94E9-A64D-BE24-1984FA433BF1}">
      <dgm:prSet/>
      <dgm:spPr/>
      <dgm:t>
        <a:bodyPr/>
        <a:lstStyle/>
        <a:p>
          <a:endParaRPr lang="en-US"/>
        </a:p>
      </dgm:t>
    </dgm:pt>
    <dgm:pt modelId="{AC6E8474-3645-0B41-97E6-C22A564D4077}">
      <dgm:prSet phldrT="[Text]" custT="1"/>
      <dgm:spPr/>
      <dgm:t>
        <a:bodyPr/>
        <a:lstStyle/>
        <a:p>
          <a:r>
            <a:rPr lang="en-US" sz="2600" b="1" dirty="0" smtClean="0">
              <a:solidFill>
                <a:schemeClr val="bg1"/>
              </a:solidFill>
            </a:rPr>
            <a:t>Liability</a:t>
          </a:r>
          <a:endParaRPr lang="en-US" sz="2600" b="1" dirty="0">
            <a:solidFill>
              <a:schemeClr val="bg1"/>
            </a:solidFill>
          </a:endParaRPr>
        </a:p>
      </dgm:t>
    </dgm:pt>
    <dgm:pt modelId="{0D9A24FF-1450-E049-87D0-935F46FADEC6}" type="parTrans" cxnId="{37DFEEA9-7B0C-5543-B6B1-02081FD553EE}">
      <dgm:prSet/>
      <dgm:spPr/>
      <dgm:t>
        <a:bodyPr/>
        <a:lstStyle/>
        <a:p>
          <a:endParaRPr lang="en-US"/>
        </a:p>
      </dgm:t>
    </dgm:pt>
    <dgm:pt modelId="{80617118-7D70-5D4C-A399-C540FAEED3A0}" type="sibTrans" cxnId="{37DFEEA9-7B0C-5543-B6B1-02081FD553EE}">
      <dgm:prSet/>
      <dgm:spPr/>
      <dgm:t>
        <a:bodyPr/>
        <a:lstStyle/>
        <a:p>
          <a:endParaRPr lang="en-US"/>
        </a:p>
      </dgm:t>
    </dgm:pt>
    <dgm:pt modelId="{77448E1F-FBBC-294A-B233-FFCBFA0E4CE4}">
      <dgm:prSet custT="1"/>
      <dgm:spPr/>
      <dgm:t>
        <a:bodyPr/>
        <a:lstStyle/>
        <a:p>
          <a:r>
            <a:rPr lang="en-US" sz="2600" b="1" dirty="0" smtClean="0">
              <a:solidFill>
                <a:schemeClr val="bg1"/>
              </a:solidFill>
            </a:rPr>
            <a:t>Key person life</a:t>
          </a:r>
          <a:endParaRPr lang="en-US" sz="2600" b="1" dirty="0">
            <a:solidFill>
              <a:schemeClr val="bg1"/>
            </a:solidFill>
          </a:endParaRPr>
        </a:p>
      </dgm:t>
    </dgm:pt>
    <dgm:pt modelId="{79952ACC-6DE9-C844-9329-B8EC33B133A2}" type="parTrans" cxnId="{8568E373-0BAB-EB46-BD0F-25A2B0E33463}">
      <dgm:prSet/>
      <dgm:spPr/>
      <dgm:t>
        <a:bodyPr/>
        <a:lstStyle/>
        <a:p>
          <a:endParaRPr lang="en-US"/>
        </a:p>
      </dgm:t>
    </dgm:pt>
    <dgm:pt modelId="{98976446-EF41-164A-8911-A17E7683C5A2}" type="sibTrans" cxnId="{8568E373-0BAB-EB46-BD0F-25A2B0E33463}">
      <dgm:prSet/>
      <dgm:spPr/>
      <dgm:t>
        <a:bodyPr/>
        <a:lstStyle/>
        <a:p>
          <a:endParaRPr lang="en-US"/>
        </a:p>
      </dgm:t>
    </dgm:pt>
    <dgm:pt modelId="{23B34AA4-9593-7B47-BCCD-739B00719D4D}">
      <dgm:prSet custT="1"/>
      <dgm:spPr/>
      <dgm:t>
        <a:bodyPr/>
        <a:lstStyle/>
        <a:p>
          <a:r>
            <a:rPr lang="en-US" sz="2600" b="1" i="0" dirty="0" smtClean="0">
              <a:solidFill>
                <a:schemeClr val="bg1"/>
              </a:solidFill>
            </a:rPr>
            <a:t>Group life, disability and life insurance for employees </a:t>
          </a:r>
          <a:endParaRPr lang="en-US" sz="2600" b="1" i="0" dirty="0">
            <a:solidFill>
              <a:schemeClr val="bg1"/>
            </a:solidFill>
          </a:endParaRPr>
        </a:p>
      </dgm:t>
    </dgm:pt>
    <dgm:pt modelId="{F7B481FD-76BF-114B-A95F-818407523C90}" type="parTrans" cxnId="{46AB7BD1-78A9-B740-9855-8D7F70AFD2E0}">
      <dgm:prSet/>
      <dgm:spPr/>
      <dgm:t>
        <a:bodyPr/>
        <a:lstStyle/>
        <a:p>
          <a:endParaRPr lang="en-US"/>
        </a:p>
      </dgm:t>
    </dgm:pt>
    <dgm:pt modelId="{A9996F63-5986-E24E-A239-A322BBBDE83E}" type="sibTrans" cxnId="{46AB7BD1-78A9-B740-9855-8D7F70AFD2E0}">
      <dgm:prSet/>
      <dgm:spPr/>
      <dgm:t>
        <a:bodyPr/>
        <a:lstStyle/>
        <a:p>
          <a:endParaRPr lang="en-US"/>
        </a:p>
      </dgm:t>
    </dgm:pt>
    <dgm:pt modelId="{E0DE69EB-9014-8A4D-B866-C668434517DB}" type="pres">
      <dgm:prSet presAssocID="{A8D65CE8-5A12-F84B-94F5-9BD2CA1AC984}" presName="Name0" presStyleCnt="0">
        <dgm:presLayoutVars>
          <dgm:dir/>
          <dgm:animLvl val="lvl"/>
          <dgm:resizeHandles val="exact"/>
        </dgm:presLayoutVars>
      </dgm:prSet>
      <dgm:spPr/>
    </dgm:pt>
    <dgm:pt modelId="{D45E5E2B-42B0-E446-9621-F473545ABA8D}" type="pres">
      <dgm:prSet presAssocID="{CE462DF8-562A-E747-A652-BC25524BE550}" presName="Name8" presStyleCnt="0"/>
      <dgm:spPr/>
    </dgm:pt>
    <dgm:pt modelId="{B26EA275-6679-4342-8922-6824153C2669}" type="pres">
      <dgm:prSet presAssocID="{CE462DF8-562A-E747-A652-BC25524BE550}" presName="level" presStyleLbl="node1" presStyleIdx="0" presStyleCnt="4" custLinFactNeighborX="495" custLinFactNeighborY="0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CF10640-63B3-4D40-96EC-819F64912CDE}" type="pres">
      <dgm:prSet presAssocID="{CE462DF8-562A-E747-A652-BC25524BE550}" presName="levelTx" presStyleLbl="revTx" presStyleIdx="0" presStyleCnt="0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9BF85FA-4BF8-3847-8B78-B3529606B799}" type="pres">
      <dgm:prSet presAssocID="{AC6E8474-3645-0B41-97E6-C22A564D4077}" presName="Name8" presStyleCnt="0"/>
      <dgm:spPr/>
    </dgm:pt>
    <dgm:pt modelId="{F03B493A-2BAE-914D-B210-33F0DBA5D4AA}" type="pres">
      <dgm:prSet presAssocID="{AC6E8474-3645-0B41-97E6-C22A564D4077}" presName="level" presStyleLbl="node1" presStyleIdx="1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05B26D9-A3A7-8040-92FD-4B56BB386849}" type="pres">
      <dgm:prSet presAssocID="{AC6E8474-3645-0B41-97E6-C22A564D4077}" presName="levelTx" presStyleLbl="revTx" presStyleIdx="0" presStyleCnt="0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63F62C8-0C57-C749-9562-2F75AA59B16E}" type="pres">
      <dgm:prSet presAssocID="{77448E1F-FBBC-294A-B233-FFCBFA0E4CE4}" presName="Name8" presStyleCnt="0"/>
      <dgm:spPr/>
    </dgm:pt>
    <dgm:pt modelId="{67E7D569-B4E6-E346-9BF7-578BCF3103CA}" type="pres">
      <dgm:prSet presAssocID="{77448E1F-FBBC-294A-B233-FFCBFA0E4CE4}" presName="level" presStyleLbl="node1" presStyleIdx="2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9C35A2F-6F8A-744B-82DB-E50776721FF2}" type="pres">
      <dgm:prSet presAssocID="{77448E1F-FBBC-294A-B233-FFCBFA0E4CE4}" presName="levelTx" presStyleLbl="revTx" presStyleIdx="0" presStyleCnt="0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0D768B2-A188-AE47-A707-0DCB8D9B4401}" type="pres">
      <dgm:prSet presAssocID="{23B34AA4-9593-7B47-BCCD-739B00719D4D}" presName="Name8" presStyleCnt="0"/>
      <dgm:spPr/>
    </dgm:pt>
    <dgm:pt modelId="{C4CB1418-942B-FF40-BE03-C8AB885BF7E7}" type="pres">
      <dgm:prSet presAssocID="{23B34AA4-9593-7B47-BCCD-739B00719D4D}" presName="level" presStyleLbl="node1" presStyleIdx="3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FE91381-CB44-D94A-B392-6BA73975949B}" type="pres">
      <dgm:prSet presAssocID="{23B34AA4-9593-7B47-BCCD-739B00719D4D}" presName="levelTx" presStyleLbl="revTx" presStyleIdx="0" presStyleCnt="0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37DFEEA9-7B0C-5543-B6B1-02081FD553EE}" srcId="{A8D65CE8-5A12-F84B-94F5-9BD2CA1AC984}" destId="{AC6E8474-3645-0B41-97E6-C22A564D4077}" srcOrd="1" destOrd="0" parTransId="{0D9A24FF-1450-E049-87D0-935F46FADEC6}" sibTransId="{80617118-7D70-5D4C-A399-C540FAEED3A0}"/>
    <dgm:cxn modelId="{D486DD2E-9665-584E-9F1C-452E690BF6F4}" type="presOf" srcId="{23B34AA4-9593-7B47-BCCD-739B00719D4D}" destId="{5FE91381-CB44-D94A-B392-6BA73975949B}" srcOrd="1" destOrd="0" presId="urn:microsoft.com/office/officeart/2005/8/layout/pyramid1"/>
    <dgm:cxn modelId="{8568E373-0BAB-EB46-BD0F-25A2B0E33463}" srcId="{A8D65CE8-5A12-F84B-94F5-9BD2CA1AC984}" destId="{77448E1F-FBBC-294A-B233-FFCBFA0E4CE4}" srcOrd="2" destOrd="0" parTransId="{79952ACC-6DE9-C844-9329-B8EC33B133A2}" sibTransId="{98976446-EF41-164A-8911-A17E7683C5A2}"/>
    <dgm:cxn modelId="{197C5289-40DC-0047-BC98-BF56F2B06D5F}" type="presOf" srcId="{CE462DF8-562A-E747-A652-BC25524BE550}" destId="{BCF10640-63B3-4D40-96EC-819F64912CDE}" srcOrd="1" destOrd="0" presId="urn:microsoft.com/office/officeart/2005/8/layout/pyramid1"/>
    <dgm:cxn modelId="{9AF713E4-B9DE-1F47-8252-4E8239D6FAF0}" type="presOf" srcId="{23B34AA4-9593-7B47-BCCD-739B00719D4D}" destId="{C4CB1418-942B-FF40-BE03-C8AB885BF7E7}" srcOrd="0" destOrd="0" presId="urn:microsoft.com/office/officeart/2005/8/layout/pyramid1"/>
    <dgm:cxn modelId="{7568D45C-0212-2348-9DED-F325A7F0C365}" type="presOf" srcId="{77448E1F-FBBC-294A-B233-FFCBFA0E4CE4}" destId="{69C35A2F-6F8A-744B-82DB-E50776721FF2}" srcOrd="1" destOrd="0" presId="urn:microsoft.com/office/officeart/2005/8/layout/pyramid1"/>
    <dgm:cxn modelId="{5DD1D15B-2508-8749-92F0-BEABE00D68FC}" type="presOf" srcId="{77448E1F-FBBC-294A-B233-FFCBFA0E4CE4}" destId="{67E7D569-B4E6-E346-9BF7-578BCF3103CA}" srcOrd="0" destOrd="0" presId="urn:microsoft.com/office/officeart/2005/8/layout/pyramid1"/>
    <dgm:cxn modelId="{D3431D78-964F-234B-9D35-B6DFB48EE3B7}" type="presOf" srcId="{A8D65CE8-5A12-F84B-94F5-9BD2CA1AC984}" destId="{E0DE69EB-9014-8A4D-B866-C668434517DB}" srcOrd="0" destOrd="0" presId="urn:microsoft.com/office/officeart/2005/8/layout/pyramid1"/>
    <dgm:cxn modelId="{720BDDAD-6A1E-8A44-B2F6-850B89E05D9A}" type="presOf" srcId="{AC6E8474-3645-0B41-97E6-C22A564D4077}" destId="{705B26D9-A3A7-8040-92FD-4B56BB386849}" srcOrd="1" destOrd="0" presId="urn:microsoft.com/office/officeart/2005/8/layout/pyramid1"/>
    <dgm:cxn modelId="{46AB7BD1-78A9-B740-9855-8D7F70AFD2E0}" srcId="{A8D65CE8-5A12-F84B-94F5-9BD2CA1AC984}" destId="{23B34AA4-9593-7B47-BCCD-739B00719D4D}" srcOrd="3" destOrd="0" parTransId="{F7B481FD-76BF-114B-A95F-818407523C90}" sibTransId="{A9996F63-5986-E24E-A239-A322BBBDE83E}"/>
    <dgm:cxn modelId="{8A2EEF0C-3751-9344-A643-22B127FF605D}" type="presOf" srcId="{AC6E8474-3645-0B41-97E6-C22A564D4077}" destId="{F03B493A-2BAE-914D-B210-33F0DBA5D4AA}" srcOrd="0" destOrd="0" presId="urn:microsoft.com/office/officeart/2005/8/layout/pyramid1"/>
    <dgm:cxn modelId="{F62185BF-94E9-A64D-BE24-1984FA433BF1}" srcId="{A8D65CE8-5A12-F84B-94F5-9BD2CA1AC984}" destId="{CE462DF8-562A-E747-A652-BC25524BE550}" srcOrd="0" destOrd="0" parTransId="{AC177E98-50DF-8849-A37D-6441F7E86AAB}" sibTransId="{D3DE4036-BDC7-244D-BD23-EE5A2CCAC137}"/>
    <dgm:cxn modelId="{98B99D1B-BB6A-184F-8947-7A5AE60AFAF9}" type="presOf" srcId="{CE462DF8-562A-E747-A652-BC25524BE550}" destId="{B26EA275-6679-4342-8922-6824153C2669}" srcOrd="0" destOrd="0" presId="urn:microsoft.com/office/officeart/2005/8/layout/pyramid1"/>
    <dgm:cxn modelId="{4B06D5B0-9698-8540-9C99-4F32D20442A2}" type="presParOf" srcId="{E0DE69EB-9014-8A4D-B866-C668434517DB}" destId="{D45E5E2B-42B0-E446-9621-F473545ABA8D}" srcOrd="0" destOrd="0" presId="urn:microsoft.com/office/officeart/2005/8/layout/pyramid1"/>
    <dgm:cxn modelId="{80542734-51B8-7C4A-A9F0-146EC1B2AB8E}" type="presParOf" srcId="{D45E5E2B-42B0-E446-9621-F473545ABA8D}" destId="{B26EA275-6679-4342-8922-6824153C2669}" srcOrd="0" destOrd="0" presId="urn:microsoft.com/office/officeart/2005/8/layout/pyramid1"/>
    <dgm:cxn modelId="{2472C9F1-527D-874C-A73A-521E8C875D57}" type="presParOf" srcId="{D45E5E2B-42B0-E446-9621-F473545ABA8D}" destId="{BCF10640-63B3-4D40-96EC-819F64912CDE}" srcOrd="1" destOrd="0" presId="urn:microsoft.com/office/officeart/2005/8/layout/pyramid1"/>
    <dgm:cxn modelId="{E55D7960-9152-C343-B566-737B19669684}" type="presParOf" srcId="{E0DE69EB-9014-8A4D-B866-C668434517DB}" destId="{79BF85FA-4BF8-3847-8B78-B3529606B799}" srcOrd="1" destOrd="0" presId="urn:microsoft.com/office/officeart/2005/8/layout/pyramid1"/>
    <dgm:cxn modelId="{3543986B-9A3C-824C-930C-045FE43BD10B}" type="presParOf" srcId="{79BF85FA-4BF8-3847-8B78-B3529606B799}" destId="{F03B493A-2BAE-914D-B210-33F0DBA5D4AA}" srcOrd="0" destOrd="0" presId="urn:microsoft.com/office/officeart/2005/8/layout/pyramid1"/>
    <dgm:cxn modelId="{E22B3388-FF8B-294B-B357-8FE3E3D5EED0}" type="presParOf" srcId="{79BF85FA-4BF8-3847-8B78-B3529606B799}" destId="{705B26D9-A3A7-8040-92FD-4B56BB386849}" srcOrd="1" destOrd="0" presId="urn:microsoft.com/office/officeart/2005/8/layout/pyramid1"/>
    <dgm:cxn modelId="{73EE5795-8794-DB48-9DD5-301BBFED706F}" type="presParOf" srcId="{E0DE69EB-9014-8A4D-B866-C668434517DB}" destId="{E63F62C8-0C57-C749-9562-2F75AA59B16E}" srcOrd="2" destOrd="0" presId="urn:microsoft.com/office/officeart/2005/8/layout/pyramid1"/>
    <dgm:cxn modelId="{520C916D-2A26-AB4B-A6C1-E0855EB4268A}" type="presParOf" srcId="{E63F62C8-0C57-C749-9562-2F75AA59B16E}" destId="{67E7D569-B4E6-E346-9BF7-578BCF3103CA}" srcOrd="0" destOrd="0" presId="urn:microsoft.com/office/officeart/2005/8/layout/pyramid1"/>
    <dgm:cxn modelId="{62E5E0AE-F596-A343-A7CE-859BAFD7967E}" type="presParOf" srcId="{E63F62C8-0C57-C749-9562-2F75AA59B16E}" destId="{69C35A2F-6F8A-744B-82DB-E50776721FF2}" srcOrd="1" destOrd="0" presId="urn:microsoft.com/office/officeart/2005/8/layout/pyramid1"/>
    <dgm:cxn modelId="{450B5B2B-43FE-4B4D-BE9A-4EF40CB073F6}" type="presParOf" srcId="{E0DE69EB-9014-8A4D-B866-C668434517DB}" destId="{40D768B2-A188-AE47-A707-0DCB8D9B4401}" srcOrd="3" destOrd="0" presId="urn:microsoft.com/office/officeart/2005/8/layout/pyramid1"/>
    <dgm:cxn modelId="{CADB232E-5510-1546-8546-29D608D08192}" type="presParOf" srcId="{40D768B2-A188-AE47-A707-0DCB8D9B4401}" destId="{C4CB1418-942B-FF40-BE03-C8AB885BF7E7}" srcOrd="0" destOrd="0" presId="urn:microsoft.com/office/officeart/2005/8/layout/pyramid1"/>
    <dgm:cxn modelId="{914A9B64-21E0-4749-A816-6D0564EBF3DC}" type="presParOf" srcId="{40D768B2-A188-AE47-A707-0DCB8D9B4401}" destId="{5FE91381-CB44-D94A-B392-6BA73975949B}" srcOrd="1" destOrd="0" presId="urn:microsoft.com/office/officeart/2005/8/layout/pyramid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C2F77D1C-95E4-F540-B592-FF91AAE7A09E}" type="doc">
      <dgm:prSet loTypeId="urn:microsoft.com/office/officeart/2005/8/layout/orgChart1" loCatId="hierarchy" qsTypeId="urn:microsoft.com/office/officeart/2005/8/quickstyle/3D1" qsCatId="3D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D27DDB84-133E-B34A-913C-0653767A83D7}">
      <dgm:prSet phldrT="[Text]"/>
      <dgm:spPr/>
      <dgm:t>
        <a:bodyPr/>
        <a:lstStyle/>
        <a:p>
          <a:r>
            <a:rPr lang="en-US" dirty="0" smtClean="0">
              <a:latin typeface="+mn-lt"/>
            </a:rPr>
            <a:t>Two securities offerings that don’t have to be registered with the government</a:t>
          </a:r>
          <a:endParaRPr lang="en-US" dirty="0"/>
        </a:p>
      </dgm:t>
    </dgm:pt>
    <dgm:pt modelId="{CE85D421-D5E8-8842-941B-B39F9B31B16E}" type="parTrans" cxnId="{151A5418-F762-9A46-B1BF-0AD91F252969}">
      <dgm:prSet/>
      <dgm:spPr/>
      <dgm:t>
        <a:bodyPr/>
        <a:lstStyle/>
        <a:p>
          <a:endParaRPr lang="en-US"/>
        </a:p>
      </dgm:t>
    </dgm:pt>
    <dgm:pt modelId="{56267C44-F8A5-A142-918D-34E9085A3092}" type="sibTrans" cxnId="{151A5418-F762-9A46-B1BF-0AD91F252969}">
      <dgm:prSet/>
      <dgm:spPr/>
      <dgm:t>
        <a:bodyPr/>
        <a:lstStyle/>
        <a:p>
          <a:endParaRPr lang="en-US"/>
        </a:p>
      </dgm:t>
    </dgm:pt>
    <dgm:pt modelId="{47C30E46-AF6D-FF40-BB28-5703D8CBEECD}">
      <dgm:prSet phldrT="[Text]"/>
      <dgm:spPr/>
      <dgm:t>
        <a:bodyPr/>
        <a:lstStyle/>
        <a:p>
          <a:r>
            <a:rPr lang="en-US" dirty="0" smtClean="0"/>
            <a:t>Offering under $1,000,000</a:t>
          </a:r>
          <a:endParaRPr lang="en-US" dirty="0"/>
        </a:p>
      </dgm:t>
    </dgm:pt>
    <dgm:pt modelId="{B3580A47-AD1A-0646-A2A6-21E043FB332D}" type="parTrans" cxnId="{ABE543A3-425F-A141-819E-78E96981CEE9}">
      <dgm:prSet/>
      <dgm:spPr/>
      <dgm:t>
        <a:bodyPr/>
        <a:lstStyle/>
        <a:p>
          <a:endParaRPr lang="en-US"/>
        </a:p>
      </dgm:t>
    </dgm:pt>
    <dgm:pt modelId="{BB4549BB-4B32-F64A-9949-8C1C0D744739}" type="sibTrans" cxnId="{ABE543A3-425F-A141-819E-78E96981CEE9}">
      <dgm:prSet/>
      <dgm:spPr/>
      <dgm:t>
        <a:bodyPr/>
        <a:lstStyle/>
        <a:p>
          <a:endParaRPr lang="en-US"/>
        </a:p>
      </dgm:t>
    </dgm:pt>
    <dgm:pt modelId="{914E354F-D549-7F48-B337-AFC0ECE10735}">
      <dgm:prSet phldrT="[Text]"/>
      <dgm:spPr/>
      <dgm:t>
        <a:bodyPr/>
        <a:lstStyle/>
        <a:p>
          <a:r>
            <a:rPr lang="en-US" dirty="0" smtClean="0"/>
            <a:t>Intra-state offering exemption</a:t>
          </a:r>
          <a:endParaRPr lang="en-US" dirty="0"/>
        </a:p>
      </dgm:t>
    </dgm:pt>
    <dgm:pt modelId="{3457EAC2-FFA1-D140-B734-9C344F132FFE}" type="parTrans" cxnId="{A2CB7ACA-CFD9-824C-87E4-9B8896FAE134}">
      <dgm:prSet/>
      <dgm:spPr/>
      <dgm:t>
        <a:bodyPr/>
        <a:lstStyle/>
        <a:p>
          <a:endParaRPr lang="en-US"/>
        </a:p>
      </dgm:t>
    </dgm:pt>
    <dgm:pt modelId="{18C4599E-1C94-354A-A9EE-F10B5B39A3B6}" type="sibTrans" cxnId="{A2CB7ACA-CFD9-824C-87E4-9B8896FAE134}">
      <dgm:prSet/>
      <dgm:spPr/>
      <dgm:t>
        <a:bodyPr/>
        <a:lstStyle/>
        <a:p>
          <a:endParaRPr lang="en-US"/>
        </a:p>
      </dgm:t>
    </dgm:pt>
    <dgm:pt modelId="{FD658121-77D5-DE45-A3D1-3C93DC5E0BBC}" type="pres">
      <dgm:prSet presAssocID="{C2F77D1C-95E4-F540-B592-FF91AAE7A09E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8DF173B3-C44C-9A4F-AD0F-74CDCBBFE641}" type="pres">
      <dgm:prSet presAssocID="{D27DDB84-133E-B34A-913C-0653767A83D7}" presName="hierRoot1" presStyleCnt="0">
        <dgm:presLayoutVars>
          <dgm:hierBranch val="init"/>
        </dgm:presLayoutVars>
      </dgm:prSet>
      <dgm:spPr/>
    </dgm:pt>
    <dgm:pt modelId="{A5E3F802-763D-4644-9665-E1FEA00B5802}" type="pres">
      <dgm:prSet presAssocID="{D27DDB84-133E-B34A-913C-0653767A83D7}" presName="rootComposite1" presStyleCnt="0"/>
      <dgm:spPr/>
    </dgm:pt>
    <dgm:pt modelId="{5334D9B5-76D2-2444-A7D2-BC8317B9F605}" type="pres">
      <dgm:prSet presAssocID="{D27DDB84-133E-B34A-913C-0653767A83D7}" presName="rootText1" presStyleLbl="node0" presStyleIdx="0" presStyleCnt="1" custScaleX="116081" custScaleY="11964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F21652EC-BDBC-E946-AF84-C831CA3E3905}" type="pres">
      <dgm:prSet presAssocID="{D27DDB84-133E-B34A-913C-0653767A83D7}" presName="rootConnector1" presStyleLbl="node1" presStyleIdx="0" presStyleCnt="0"/>
      <dgm:spPr/>
      <dgm:t>
        <a:bodyPr/>
        <a:lstStyle/>
        <a:p>
          <a:endParaRPr lang="en-US"/>
        </a:p>
      </dgm:t>
    </dgm:pt>
    <dgm:pt modelId="{F2542E98-16AD-8F48-859E-4F570EDC2AFB}" type="pres">
      <dgm:prSet presAssocID="{D27DDB84-133E-B34A-913C-0653767A83D7}" presName="hierChild2" presStyleCnt="0"/>
      <dgm:spPr/>
    </dgm:pt>
    <dgm:pt modelId="{9FDE0475-F62E-0045-BD70-FE33BB49FE65}" type="pres">
      <dgm:prSet presAssocID="{B3580A47-AD1A-0646-A2A6-21E043FB332D}" presName="Name37" presStyleLbl="parChTrans1D2" presStyleIdx="0" presStyleCnt="2"/>
      <dgm:spPr/>
      <dgm:t>
        <a:bodyPr/>
        <a:lstStyle/>
        <a:p>
          <a:endParaRPr lang="en-US"/>
        </a:p>
      </dgm:t>
    </dgm:pt>
    <dgm:pt modelId="{9F86AD3A-3870-AB4F-8781-C63627D1CC6B}" type="pres">
      <dgm:prSet presAssocID="{47C30E46-AF6D-FF40-BB28-5703D8CBEECD}" presName="hierRoot2" presStyleCnt="0">
        <dgm:presLayoutVars>
          <dgm:hierBranch val="init"/>
        </dgm:presLayoutVars>
      </dgm:prSet>
      <dgm:spPr/>
    </dgm:pt>
    <dgm:pt modelId="{016DCC71-4924-E941-B49F-61967AB78BA5}" type="pres">
      <dgm:prSet presAssocID="{47C30E46-AF6D-FF40-BB28-5703D8CBEECD}" presName="rootComposite" presStyleCnt="0"/>
      <dgm:spPr/>
    </dgm:pt>
    <dgm:pt modelId="{3DF95B32-7EC0-264E-9177-1CB35B4CA762}" type="pres">
      <dgm:prSet presAssocID="{47C30E46-AF6D-FF40-BB28-5703D8CBEECD}" presName="rootText" presStyleLbl="node2" presStyleIdx="0" presStyleCnt="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B6251FB3-F03E-D449-B99D-E469F85ED4ED}" type="pres">
      <dgm:prSet presAssocID="{47C30E46-AF6D-FF40-BB28-5703D8CBEECD}" presName="rootConnector" presStyleLbl="node2" presStyleIdx="0" presStyleCnt="2"/>
      <dgm:spPr/>
      <dgm:t>
        <a:bodyPr/>
        <a:lstStyle/>
        <a:p>
          <a:endParaRPr lang="en-US"/>
        </a:p>
      </dgm:t>
    </dgm:pt>
    <dgm:pt modelId="{7FD369BE-36B8-624A-BF67-7399617F050E}" type="pres">
      <dgm:prSet presAssocID="{47C30E46-AF6D-FF40-BB28-5703D8CBEECD}" presName="hierChild4" presStyleCnt="0"/>
      <dgm:spPr/>
    </dgm:pt>
    <dgm:pt modelId="{5BAD3A1A-B208-A145-9FB1-001B8A75B0BA}" type="pres">
      <dgm:prSet presAssocID="{47C30E46-AF6D-FF40-BB28-5703D8CBEECD}" presName="hierChild5" presStyleCnt="0"/>
      <dgm:spPr/>
    </dgm:pt>
    <dgm:pt modelId="{2E153E26-F961-D64D-8C75-173404EB3382}" type="pres">
      <dgm:prSet presAssocID="{3457EAC2-FFA1-D140-B734-9C344F132FFE}" presName="Name37" presStyleLbl="parChTrans1D2" presStyleIdx="1" presStyleCnt="2"/>
      <dgm:spPr/>
      <dgm:t>
        <a:bodyPr/>
        <a:lstStyle/>
        <a:p>
          <a:endParaRPr lang="en-US"/>
        </a:p>
      </dgm:t>
    </dgm:pt>
    <dgm:pt modelId="{77D73E60-5782-544D-A294-2E94931F321C}" type="pres">
      <dgm:prSet presAssocID="{914E354F-D549-7F48-B337-AFC0ECE10735}" presName="hierRoot2" presStyleCnt="0">
        <dgm:presLayoutVars>
          <dgm:hierBranch val="init"/>
        </dgm:presLayoutVars>
      </dgm:prSet>
      <dgm:spPr/>
    </dgm:pt>
    <dgm:pt modelId="{3C0FA782-7E80-C84E-A74E-9A318BE4CC0E}" type="pres">
      <dgm:prSet presAssocID="{914E354F-D549-7F48-B337-AFC0ECE10735}" presName="rootComposite" presStyleCnt="0"/>
      <dgm:spPr/>
    </dgm:pt>
    <dgm:pt modelId="{74D0ECF0-1B13-CA45-BD39-CF5D12A9851F}" type="pres">
      <dgm:prSet presAssocID="{914E354F-D549-7F48-B337-AFC0ECE10735}" presName="rootText" presStyleLbl="node2" presStyleIdx="1" presStyleCnt="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D41FA25A-93A5-0349-A8F4-2C90570DE378}" type="pres">
      <dgm:prSet presAssocID="{914E354F-D549-7F48-B337-AFC0ECE10735}" presName="rootConnector" presStyleLbl="node2" presStyleIdx="1" presStyleCnt="2"/>
      <dgm:spPr/>
      <dgm:t>
        <a:bodyPr/>
        <a:lstStyle/>
        <a:p>
          <a:endParaRPr lang="en-US"/>
        </a:p>
      </dgm:t>
    </dgm:pt>
    <dgm:pt modelId="{879888CC-291E-8743-8BFF-E1059E27498B}" type="pres">
      <dgm:prSet presAssocID="{914E354F-D549-7F48-B337-AFC0ECE10735}" presName="hierChild4" presStyleCnt="0"/>
      <dgm:spPr/>
    </dgm:pt>
    <dgm:pt modelId="{04DA4138-1BAC-C34C-B4DB-1184FEEFB5B4}" type="pres">
      <dgm:prSet presAssocID="{914E354F-D549-7F48-B337-AFC0ECE10735}" presName="hierChild5" presStyleCnt="0"/>
      <dgm:spPr/>
    </dgm:pt>
    <dgm:pt modelId="{52B7BE11-CB00-8A47-9989-91FD71CC8449}" type="pres">
      <dgm:prSet presAssocID="{D27DDB84-133E-B34A-913C-0653767A83D7}" presName="hierChild3" presStyleCnt="0"/>
      <dgm:spPr/>
    </dgm:pt>
  </dgm:ptLst>
  <dgm:cxnLst>
    <dgm:cxn modelId="{A2CB7ACA-CFD9-824C-87E4-9B8896FAE134}" srcId="{D27DDB84-133E-B34A-913C-0653767A83D7}" destId="{914E354F-D549-7F48-B337-AFC0ECE10735}" srcOrd="1" destOrd="0" parTransId="{3457EAC2-FFA1-D140-B734-9C344F132FFE}" sibTransId="{18C4599E-1C94-354A-A9EE-F10B5B39A3B6}"/>
    <dgm:cxn modelId="{151A5418-F762-9A46-B1BF-0AD91F252969}" srcId="{C2F77D1C-95E4-F540-B592-FF91AAE7A09E}" destId="{D27DDB84-133E-B34A-913C-0653767A83D7}" srcOrd="0" destOrd="0" parTransId="{CE85D421-D5E8-8842-941B-B39F9B31B16E}" sibTransId="{56267C44-F8A5-A142-918D-34E9085A3092}"/>
    <dgm:cxn modelId="{A2529474-D389-4047-807A-7DBFFAB919F8}" type="presOf" srcId="{3457EAC2-FFA1-D140-B734-9C344F132FFE}" destId="{2E153E26-F961-D64D-8C75-173404EB3382}" srcOrd="0" destOrd="0" presId="urn:microsoft.com/office/officeart/2005/8/layout/orgChart1"/>
    <dgm:cxn modelId="{D4A3DF64-0A6B-804B-A908-F04CE8A52323}" type="presOf" srcId="{C2F77D1C-95E4-F540-B592-FF91AAE7A09E}" destId="{FD658121-77D5-DE45-A3D1-3C93DC5E0BBC}" srcOrd="0" destOrd="0" presId="urn:microsoft.com/office/officeart/2005/8/layout/orgChart1"/>
    <dgm:cxn modelId="{9E451629-6D7C-3D4B-8A56-AC3096F7B055}" type="presOf" srcId="{47C30E46-AF6D-FF40-BB28-5703D8CBEECD}" destId="{B6251FB3-F03E-D449-B99D-E469F85ED4ED}" srcOrd="1" destOrd="0" presId="urn:microsoft.com/office/officeart/2005/8/layout/orgChart1"/>
    <dgm:cxn modelId="{A49D7856-9656-3349-B052-8E7D671F1F52}" type="presOf" srcId="{914E354F-D549-7F48-B337-AFC0ECE10735}" destId="{D41FA25A-93A5-0349-A8F4-2C90570DE378}" srcOrd="1" destOrd="0" presId="urn:microsoft.com/office/officeart/2005/8/layout/orgChart1"/>
    <dgm:cxn modelId="{4AB6A25F-6B06-E741-BE13-0F3C6B89463C}" type="presOf" srcId="{D27DDB84-133E-B34A-913C-0653767A83D7}" destId="{5334D9B5-76D2-2444-A7D2-BC8317B9F605}" srcOrd="0" destOrd="0" presId="urn:microsoft.com/office/officeart/2005/8/layout/orgChart1"/>
    <dgm:cxn modelId="{ABE543A3-425F-A141-819E-78E96981CEE9}" srcId="{D27DDB84-133E-B34A-913C-0653767A83D7}" destId="{47C30E46-AF6D-FF40-BB28-5703D8CBEECD}" srcOrd="0" destOrd="0" parTransId="{B3580A47-AD1A-0646-A2A6-21E043FB332D}" sibTransId="{BB4549BB-4B32-F64A-9949-8C1C0D744739}"/>
    <dgm:cxn modelId="{95ED6395-CC29-814C-9BE1-AD266C45997D}" type="presOf" srcId="{D27DDB84-133E-B34A-913C-0653767A83D7}" destId="{F21652EC-BDBC-E946-AF84-C831CA3E3905}" srcOrd="1" destOrd="0" presId="urn:microsoft.com/office/officeart/2005/8/layout/orgChart1"/>
    <dgm:cxn modelId="{90EB0BDE-7F88-4F4D-A0BC-95AC239C7427}" type="presOf" srcId="{914E354F-D549-7F48-B337-AFC0ECE10735}" destId="{74D0ECF0-1B13-CA45-BD39-CF5D12A9851F}" srcOrd="0" destOrd="0" presId="urn:microsoft.com/office/officeart/2005/8/layout/orgChart1"/>
    <dgm:cxn modelId="{BC4297BA-4D1D-194F-913D-199D04FB6E52}" type="presOf" srcId="{47C30E46-AF6D-FF40-BB28-5703D8CBEECD}" destId="{3DF95B32-7EC0-264E-9177-1CB35B4CA762}" srcOrd="0" destOrd="0" presId="urn:microsoft.com/office/officeart/2005/8/layout/orgChart1"/>
    <dgm:cxn modelId="{6471825F-C216-0648-B789-7CCEDCBB320A}" type="presOf" srcId="{B3580A47-AD1A-0646-A2A6-21E043FB332D}" destId="{9FDE0475-F62E-0045-BD70-FE33BB49FE65}" srcOrd="0" destOrd="0" presId="urn:microsoft.com/office/officeart/2005/8/layout/orgChart1"/>
    <dgm:cxn modelId="{CA4BFA49-A288-934E-9179-1A14DA8E6514}" type="presParOf" srcId="{FD658121-77D5-DE45-A3D1-3C93DC5E0BBC}" destId="{8DF173B3-C44C-9A4F-AD0F-74CDCBBFE641}" srcOrd="0" destOrd="0" presId="urn:microsoft.com/office/officeart/2005/8/layout/orgChart1"/>
    <dgm:cxn modelId="{A3619496-C090-764E-A001-3F35B343FAC6}" type="presParOf" srcId="{8DF173B3-C44C-9A4F-AD0F-74CDCBBFE641}" destId="{A5E3F802-763D-4644-9665-E1FEA00B5802}" srcOrd="0" destOrd="0" presId="urn:microsoft.com/office/officeart/2005/8/layout/orgChart1"/>
    <dgm:cxn modelId="{E1670F6B-8363-B44A-B376-244F3C77DF92}" type="presParOf" srcId="{A5E3F802-763D-4644-9665-E1FEA00B5802}" destId="{5334D9B5-76D2-2444-A7D2-BC8317B9F605}" srcOrd="0" destOrd="0" presId="urn:microsoft.com/office/officeart/2005/8/layout/orgChart1"/>
    <dgm:cxn modelId="{F651B296-C6CD-0247-A37B-A434258BFD84}" type="presParOf" srcId="{A5E3F802-763D-4644-9665-E1FEA00B5802}" destId="{F21652EC-BDBC-E946-AF84-C831CA3E3905}" srcOrd="1" destOrd="0" presId="urn:microsoft.com/office/officeart/2005/8/layout/orgChart1"/>
    <dgm:cxn modelId="{317E7844-DE6D-5949-ADC0-F028ED70A843}" type="presParOf" srcId="{8DF173B3-C44C-9A4F-AD0F-74CDCBBFE641}" destId="{F2542E98-16AD-8F48-859E-4F570EDC2AFB}" srcOrd="1" destOrd="0" presId="urn:microsoft.com/office/officeart/2005/8/layout/orgChart1"/>
    <dgm:cxn modelId="{52592C0F-276D-9E45-AFC1-10032A9C006D}" type="presParOf" srcId="{F2542E98-16AD-8F48-859E-4F570EDC2AFB}" destId="{9FDE0475-F62E-0045-BD70-FE33BB49FE65}" srcOrd="0" destOrd="0" presId="urn:microsoft.com/office/officeart/2005/8/layout/orgChart1"/>
    <dgm:cxn modelId="{8EDF2A8B-E132-8B40-BFCC-00C35D6E9979}" type="presParOf" srcId="{F2542E98-16AD-8F48-859E-4F570EDC2AFB}" destId="{9F86AD3A-3870-AB4F-8781-C63627D1CC6B}" srcOrd="1" destOrd="0" presId="urn:microsoft.com/office/officeart/2005/8/layout/orgChart1"/>
    <dgm:cxn modelId="{0CACC58C-05A3-FB4F-B1AA-490E323E85A8}" type="presParOf" srcId="{9F86AD3A-3870-AB4F-8781-C63627D1CC6B}" destId="{016DCC71-4924-E941-B49F-61967AB78BA5}" srcOrd="0" destOrd="0" presId="urn:microsoft.com/office/officeart/2005/8/layout/orgChart1"/>
    <dgm:cxn modelId="{26ADB016-15C9-0245-8098-18FC98165775}" type="presParOf" srcId="{016DCC71-4924-E941-B49F-61967AB78BA5}" destId="{3DF95B32-7EC0-264E-9177-1CB35B4CA762}" srcOrd="0" destOrd="0" presId="urn:microsoft.com/office/officeart/2005/8/layout/orgChart1"/>
    <dgm:cxn modelId="{19082CFA-9681-AC4E-A1FE-E40814367476}" type="presParOf" srcId="{016DCC71-4924-E941-B49F-61967AB78BA5}" destId="{B6251FB3-F03E-D449-B99D-E469F85ED4ED}" srcOrd="1" destOrd="0" presId="urn:microsoft.com/office/officeart/2005/8/layout/orgChart1"/>
    <dgm:cxn modelId="{6AAE6C2A-4C28-1044-8043-AED520FD4F82}" type="presParOf" srcId="{9F86AD3A-3870-AB4F-8781-C63627D1CC6B}" destId="{7FD369BE-36B8-624A-BF67-7399617F050E}" srcOrd="1" destOrd="0" presId="urn:microsoft.com/office/officeart/2005/8/layout/orgChart1"/>
    <dgm:cxn modelId="{A717C5C2-194E-C345-BBBE-A86A9B7C9795}" type="presParOf" srcId="{9F86AD3A-3870-AB4F-8781-C63627D1CC6B}" destId="{5BAD3A1A-B208-A145-9FB1-001B8A75B0BA}" srcOrd="2" destOrd="0" presId="urn:microsoft.com/office/officeart/2005/8/layout/orgChart1"/>
    <dgm:cxn modelId="{714672FC-6DEA-C041-9DA2-68171AB209A2}" type="presParOf" srcId="{F2542E98-16AD-8F48-859E-4F570EDC2AFB}" destId="{2E153E26-F961-D64D-8C75-173404EB3382}" srcOrd="2" destOrd="0" presId="urn:microsoft.com/office/officeart/2005/8/layout/orgChart1"/>
    <dgm:cxn modelId="{99395E0E-4D87-804E-8B12-47B5FC427CB0}" type="presParOf" srcId="{F2542E98-16AD-8F48-859E-4F570EDC2AFB}" destId="{77D73E60-5782-544D-A294-2E94931F321C}" srcOrd="3" destOrd="0" presId="urn:microsoft.com/office/officeart/2005/8/layout/orgChart1"/>
    <dgm:cxn modelId="{ABCE8EBB-6AA8-914C-B8D3-01D5702CB6CD}" type="presParOf" srcId="{77D73E60-5782-544D-A294-2E94931F321C}" destId="{3C0FA782-7E80-C84E-A74E-9A318BE4CC0E}" srcOrd="0" destOrd="0" presId="urn:microsoft.com/office/officeart/2005/8/layout/orgChart1"/>
    <dgm:cxn modelId="{7C4238B0-F9BB-974F-B4DF-086EDB525E12}" type="presParOf" srcId="{3C0FA782-7E80-C84E-A74E-9A318BE4CC0E}" destId="{74D0ECF0-1B13-CA45-BD39-CF5D12A9851F}" srcOrd="0" destOrd="0" presId="urn:microsoft.com/office/officeart/2005/8/layout/orgChart1"/>
    <dgm:cxn modelId="{8C5B1471-CB04-8343-BDEB-2A36CDE507C7}" type="presParOf" srcId="{3C0FA782-7E80-C84E-A74E-9A318BE4CC0E}" destId="{D41FA25A-93A5-0349-A8F4-2C90570DE378}" srcOrd="1" destOrd="0" presId="urn:microsoft.com/office/officeart/2005/8/layout/orgChart1"/>
    <dgm:cxn modelId="{6AE51F99-BD0E-E341-B334-D89B1CEB0F70}" type="presParOf" srcId="{77D73E60-5782-544D-A294-2E94931F321C}" destId="{879888CC-291E-8743-8BFF-E1059E27498B}" srcOrd="1" destOrd="0" presId="urn:microsoft.com/office/officeart/2005/8/layout/orgChart1"/>
    <dgm:cxn modelId="{ED3C48DA-CCBC-C845-B0FC-F54B3847C46D}" type="presParOf" srcId="{77D73E60-5782-544D-A294-2E94931F321C}" destId="{04DA4138-1BAC-C34C-B4DB-1184FEEFB5B4}" srcOrd="2" destOrd="0" presId="urn:microsoft.com/office/officeart/2005/8/layout/orgChart1"/>
    <dgm:cxn modelId="{6663E2BA-1782-1849-95F0-7F88653BDCEB}" type="presParOf" srcId="{8DF173B3-C44C-9A4F-AD0F-74CDCBBFE641}" destId="{52B7BE11-CB00-8A47-9989-91FD71CC8449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553FD25-EA2A-DD49-9092-81F3FCD91686}">
      <dsp:nvSpPr>
        <dsp:cNvPr id="0" name=""/>
        <dsp:cNvSpPr/>
      </dsp:nvSpPr>
      <dsp:spPr>
        <a:xfrm>
          <a:off x="260" y="1211142"/>
          <a:ext cx="1644178" cy="100671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kern="1200" dirty="0" smtClean="0"/>
            <a:t>Notify the company about the idea</a:t>
          </a:r>
          <a:endParaRPr lang="en-US" sz="1700" kern="1200" dirty="0"/>
        </a:p>
      </dsp:txBody>
      <dsp:txXfrm>
        <a:off x="29746" y="1240628"/>
        <a:ext cx="1585206" cy="947742"/>
      </dsp:txXfrm>
    </dsp:sp>
    <dsp:sp modelId="{8BD4897D-B77F-AE4F-B3C4-09BEE1118DDC}">
      <dsp:nvSpPr>
        <dsp:cNvPr id="0" name=""/>
        <dsp:cNvSpPr/>
      </dsp:nvSpPr>
      <dsp:spPr>
        <a:xfrm rot="18301172">
          <a:off x="1400246" y="1223637"/>
          <a:ext cx="1146057" cy="43154"/>
        </a:xfrm>
        <a:custGeom>
          <a:avLst/>
          <a:gdLst/>
          <a:ahLst/>
          <a:cxnLst/>
          <a:rect l="0" t="0" r="0" b="0"/>
          <a:pathLst>
            <a:path>
              <a:moveTo>
                <a:pt x="0" y="21577"/>
              </a:moveTo>
              <a:lnTo>
                <a:pt x="1146057" y="21577"/>
              </a:lnTo>
            </a:path>
          </a:pathLst>
        </a:custGeom>
        <a:noFill/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/>
        </a:p>
      </dsp:txBody>
      <dsp:txXfrm>
        <a:off x="1944623" y="1216562"/>
        <a:ext cx="57302" cy="57302"/>
      </dsp:txXfrm>
    </dsp:sp>
    <dsp:sp modelId="{EDE7375F-7BC8-924E-8C4A-AD397493472D}">
      <dsp:nvSpPr>
        <dsp:cNvPr id="0" name=""/>
        <dsp:cNvSpPr/>
      </dsp:nvSpPr>
      <dsp:spPr>
        <a:xfrm>
          <a:off x="2302110" y="272571"/>
          <a:ext cx="1644178" cy="100671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5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kern="1200" dirty="0" smtClean="0"/>
            <a:t>The company uses the opportunity</a:t>
          </a:r>
          <a:endParaRPr lang="en-US" sz="1700" kern="1200" dirty="0"/>
        </a:p>
      </dsp:txBody>
      <dsp:txXfrm>
        <a:off x="2331596" y="302057"/>
        <a:ext cx="1585206" cy="947742"/>
      </dsp:txXfrm>
    </dsp:sp>
    <dsp:sp modelId="{9BA9C1A0-24AE-FF49-9B1C-A2025BE19AC0}">
      <dsp:nvSpPr>
        <dsp:cNvPr id="0" name=""/>
        <dsp:cNvSpPr/>
      </dsp:nvSpPr>
      <dsp:spPr>
        <a:xfrm>
          <a:off x="3946289" y="754351"/>
          <a:ext cx="657671" cy="43154"/>
        </a:xfrm>
        <a:custGeom>
          <a:avLst/>
          <a:gdLst/>
          <a:ahLst/>
          <a:cxnLst/>
          <a:rect l="0" t="0" r="0" b="0"/>
          <a:pathLst>
            <a:path>
              <a:moveTo>
                <a:pt x="0" y="21577"/>
              </a:moveTo>
              <a:lnTo>
                <a:pt x="657671" y="21577"/>
              </a:lnTo>
            </a:path>
          </a:pathLst>
        </a:custGeom>
        <a:noFill/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/>
        </a:p>
      </dsp:txBody>
      <dsp:txXfrm>
        <a:off x="4258683" y="759487"/>
        <a:ext cx="32883" cy="32883"/>
      </dsp:txXfrm>
    </dsp:sp>
    <dsp:sp modelId="{CAA6C0DC-84BA-9B41-BAE3-C42EA94D548C}">
      <dsp:nvSpPr>
        <dsp:cNvPr id="0" name=""/>
        <dsp:cNvSpPr/>
      </dsp:nvSpPr>
      <dsp:spPr>
        <a:xfrm>
          <a:off x="4603960" y="272571"/>
          <a:ext cx="1644178" cy="100671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6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kern="1200" dirty="0" smtClean="0"/>
            <a:t>Look for another opportunity</a:t>
          </a:r>
          <a:endParaRPr lang="en-US" sz="1700" kern="1200" dirty="0"/>
        </a:p>
      </dsp:txBody>
      <dsp:txXfrm>
        <a:off x="4633446" y="302057"/>
        <a:ext cx="1585206" cy="947742"/>
      </dsp:txXfrm>
    </dsp:sp>
    <dsp:sp modelId="{F8F4AF57-8C9C-9344-A8D8-A42527F990EE}">
      <dsp:nvSpPr>
        <dsp:cNvPr id="0" name=""/>
        <dsp:cNvSpPr/>
      </dsp:nvSpPr>
      <dsp:spPr>
        <a:xfrm rot="3298828">
          <a:off x="1400246" y="2162208"/>
          <a:ext cx="1146057" cy="43154"/>
        </a:xfrm>
        <a:custGeom>
          <a:avLst/>
          <a:gdLst/>
          <a:ahLst/>
          <a:cxnLst/>
          <a:rect l="0" t="0" r="0" b="0"/>
          <a:pathLst>
            <a:path>
              <a:moveTo>
                <a:pt x="0" y="21577"/>
              </a:moveTo>
              <a:lnTo>
                <a:pt x="1146057" y="21577"/>
              </a:lnTo>
            </a:path>
          </a:pathLst>
        </a:custGeom>
        <a:noFill/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/>
        </a:p>
      </dsp:txBody>
      <dsp:txXfrm>
        <a:off x="1944623" y="2155134"/>
        <a:ext cx="57302" cy="57302"/>
      </dsp:txXfrm>
    </dsp:sp>
    <dsp:sp modelId="{4EB6F30C-F4D7-264A-8750-5072D454AD2C}">
      <dsp:nvSpPr>
        <dsp:cNvPr id="0" name=""/>
        <dsp:cNvSpPr/>
      </dsp:nvSpPr>
      <dsp:spPr>
        <a:xfrm>
          <a:off x="2302110" y="2149714"/>
          <a:ext cx="1644178" cy="100671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5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kern="1200" dirty="0" smtClean="0"/>
            <a:t>The company </a:t>
          </a:r>
          <a:r>
            <a:rPr lang="en-US" sz="1700" kern="1200" smtClean="0"/>
            <a:t>doesn’t use </a:t>
          </a:r>
          <a:r>
            <a:rPr lang="en-US" sz="1700" kern="1200" dirty="0" smtClean="0"/>
            <a:t>the opportunity</a:t>
          </a:r>
          <a:endParaRPr lang="en-US" sz="1700" kern="1200" dirty="0"/>
        </a:p>
      </dsp:txBody>
      <dsp:txXfrm>
        <a:off x="2331596" y="2179200"/>
        <a:ext cx="1585206" cy="947742"/>
      </dsp:txXfrm>
    </dsp:sp>
    <dsp:sp modelId="{12D671C2-C2CA-124C-9A1A-DC5C233C1E17}">
      <dsp:nvSpPr>
        <dsp:cNvPr id="0" name=""/>
        <dsp:cNvSpPr/>
      </dsp:nvSpPr>
      <dsp:spPr>
        <a:xfrm>
          <a:off x="3946289" y="2631494"/>
          <a:ext cx="657671" cy="43154"/>
        </a:xfrm>
        <a:custGeom>
          <a:avLst/>
          <a:gdLst/>
          <a:ahLst/>
          <a:cxnLst/>
          <a:rect l="0" t="0" r="0" b="0"/>
          <a:pathLst>
            <a:path>
              <a:moveTo>
                <a:pt x="0" y="21577"/>
              </a:moveTo>
              <a:lnTo>
                <a:pt x="657671" y="21577"/>
              </a:lnTo>
            </a:path>
          </a:pathLst>
        </a:custGeom>
        <a:noFill/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/>
        </a:p>
      </dsp:txBody>
      <dsp:txXfrm>
        <a:off x="4258683" y="2636629"/>
        <a:ext cx="32883" cy="32883"/>
      </dsp:txXfrm>
    </dsp:sp>
    <dsp:sp modelId="{2E4A56F7-6782-9A48-BD7B-2F83F5D97A01}">
      <dsp:nvSpPr>
        <dsp:cNvPr id="0" name=""/>
        <dsp:cNvSpPr/>
      </dsp:nvSpPr>
      <dsp:spPr>
        <a:xfrm>
          <a:off x="4603960" y="2149714"/>
          <a:ext cx="1644178" cy="100671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6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kern="1200" dirty="0" smtClean="0"/>
            <a:t>You can use the opportunity</a:t>
          </a:r>
          <a:endParaRPr lang="en-US" sz="1700" kern="1200" dirty="0"/>
        </a:p>
      </dsp:txBody>
      <dsp:txXfrm>
        <a:off x="4633446" y="2179200"/>
        <a:ext cx="1585206" cy="94774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7170108-7E0D-274A-A234-7FAC95A899BC}">
      <dsp:nvSpPr>
        <dsp:cNvPr id="0" name=""/>
        <dsp:cNvSpPr/>
      </dsp:nvSpPr>
      <dsp:spPr>
        <a:xfrm>
          <a:off x="223" y="38211"/>
          <a:ext cx="1828353" cy="91417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alpha val="8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alpha val="8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alpha val="8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kern="1200" dirty="0" smtClean="0"/>
            <a:t>You identify the opportunity</a:t>
          </a:r>
          <a:endParaRPr lang="en-US" sz="2100" kern="1200" dirty="0"/>
        </a:p>
      </dsp:txBody>
      <dsp:txXfrm>
        <a:off x="26998" y="64986"/>
        <a:ext cx="1774803" cy="86062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DB50C97-6988-634A-B9FC-E4AF4F8CAD91}">
      <dsp:nvSpPr>
        <dsp:cNvPr id="0" name=""/>
        <dsp:cNvSpPr/>
      </dsp:nvSpPr>
      <dsp:spPr>
        <a:xfrm>
          <a:off x="1381" y="848637"/>
          <a:ext cx="2361218" cy="166596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3815" tIns="29210" rIns="43815" bIns="2921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kern="1200" dirty="0" smtClean="0">
              <a:latin typeface="Tw Cen MT"/>
              <a:cs typeface="Tw Cen MT"/>
            </a:rPr>
            <a:t>You may be held liable for persuading people to leave the firm</a:t>
          </a:r>
          <a:endParaRPr lang="en-US" sz="2300" kern="1200" dirty="0"/>
        </a:p>
      </dsp:txBody>
      <dsp:txXfrm>
        <a:off x="50175" y="897431"/>
        <a:ext cx="2263630" cy="1568374"/>
      </dsp:txXfrm>
    </dsp:sp>
    <dsp:sp modelId="{268C3703-9D8B-4940-816E-4797CFD70719}">
      <dsp:nvSpPr>
        <dsp:cNvPr id="0" name=""/>
        <dsp:cNvSpPr/>
      </dsp:nvSpPr>
      <dsp:spPr>
        <a:xfrm>
          <a:off x="237503" y="2514600"/>
          <a:ext cx="236121" cy="91867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18676"/>
              </a:lnTo>
              <a:lnTo>
                <a:pt x="236121" y="918676"/>
              </a:lnTo>
            </a:path>
          </a:pathLst>
        </a:custGeom>
        <a:noFill/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7273222-7274-E84F-874B-A6AAB66EC8E9}">
      <dsp:nvSpPr>
        <dsp:cNvPr id="0" name=""/>
        <dsp:cNvSpPr/>
      </dsp:nvSpPr>
      <dsp:spPr>
        <a:xfrm>
          <a:off x="473625" y="3132755"/>
          <a:ext cx="1187202" cy="60104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2385" tIns="21590" rIns="32385" bIns="2159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kern="1200" dirty="0" smtClean="0"/>
            <a:t>Recruitment of workers</a:t>
          </a:r>
          <a:endParaRPr lang="en-US" sz="1700" kern="1200" dirty="0"/>
        </a:p>
      </dsp:txBody>
      <dsp:txXfrm>
        <a:off x="491229" y="3150359"/>
        <a:ext cx="1151994" cy="565835"/>
      </dsp:txXfrm>
    </dsp:sp>
    <dsp:sp modelId="{04881365-374F-434E-8A0C-5416AE4A6F7D}">
      <dsp:nvSpPr>
        <dsp:cNvPr id="0" name=""/>
        <dsp:cNvSpPr/>
      </dsp:nvSpPr>
      <dsp:spPr>
        <a:xfrm>
          <a:off x="2908566" y="848637"/>
          <a:ext cx="2361218" cy="166596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-2232385"/>
                <a:satOff val="13449"/>
                <a:lumOff val="1078"/>
                <a:alphaOff val="0"/>
                <a:shade val="51000"/>
                <a:satMod val="130000"/>
              </a:schemeClr>
            </a:gs>
            <a:gs pos="80000">
              <a:schemeClr val="accent4">
                <a:hueOff val="-2232385"/>
                <a:satOff val="13449"/>
                <a:lumOff val="1078"/>
                <a:alphaOff val="0"/>
                <a:shade val="93000"/>
                <a:satMod val="130000"/>
              </a:schemeClr>
            </a:gs>
            <a:gs pos="100000">
              <a:schemeClr val="accent4">
                <a:hueOff val="-2232385"/>
                <a:satOff val="13449"/>
                <a:lumOff val="1078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3815" tIns="29210" rIns="43815" bIns="2921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kern="1200" dirty="0" smtClean="0">
              <a:latin typeface="Tw Cen MT"/>
              <a:cs typeface="Tw Cen MT"/>
            </a:rPr>
            <a:t>You may not be allowed to compete with your former employer</a:t>
          </a:r>
          <a:endParaRPr lang="en-US" sz="2300" kern="1200" dirty="0"/>
        </a:p>
      </dsp:txBody>
      <dsp:txXfrm>
        <a:off x="2957360" y="897431"/>
        <a:ext cx="2263630" cy="1568374"/>
      </dsp:txXfrm>
    </dsp:sp>
    <dsp:sp modelId="{E25F9C19-6F27-254A-A334-44FEB6ACDE01}">
      <dsp:nvSpPr>
        <dsp:cNvPr id="0" name=""/>
        <dsp:cNvSpPr/>
      </dsp:nvSpPr>
      <dsp:spPr>
        <a:xfrm>
          <a:off x="3144688" y="2514600"/>
          <a:ext cx="236121" cy="91867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18676"/>
              </a:lnTo>
              <a:lnTo>
                <a:pt x="236121" y="918676"/>
              </a:lnTo>
            </a:path>
          </a:pathLst>
        </a:custGeom>
        <a:noFill/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D6EF0CB-28AF-184A-8D93-1E56FCBCA3DA}">
      <dsp:nvSpPr>
        <dsp:cNvPr id="0" name=""/>
        <dsp:cNvSpPr/>
      </dsp:nvSpPr>
      <dsp:spPr>
        <a:xfrm>
          <a:off x="3380810" y="3132755"/>
          <a:ext cx="1187202" cy="60104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4">
              <a:hueOff val="-2232385"/>
              <a:satOff val="13449"/>
              <a:lumOff val="1078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2385" tIns="21590" rIns="32385" bIns="2159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kern="1200" dirty="0" smtClean="0"/>
            <a:t>Non-compete</a:t>
          </a:r>
          <a:endParaRPr lang="en-US" sz="1700" kern="1200" dirty="0"/>
        </a:p>
      </dsp:txBody>
      <dsp:txXfrm>
        <a:off x="3398414" y="3150359"/>
        <a:ext cx="1151994" cy="565835"/>
      </dsp:txXfrm>
    </dsp:sp>
    <dsp:sp modelId="{C962A6AB-390E-1D4D-8781-4D3ED99CE568}">
      <dsp:nvSpPr>
        <dsp:cNvPr id="0" name=""/>
        <dsp:cNvSpPr/>
      </dsp:nvSpPr>
      <dsp:spPr>
        <a:xfrm>
          <a:off x="5815751" y="848637"/>
          <a:ext cx="2183866" cy="166596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-4464770"/>
                <a:satOff val="26899"/>
                <a:lumOff val="2156"/>
                <a:alphaOff val="0"/>
                <a:shade val="51000"/>
                <a:satMod val="130000"/>
              </a:schemeClr>
            </a:gs>
            <a:gs pos="80000">
              <a:schemeClr val="accent4">
                <a:hueOff val="-4464770"/>
                <a:satOff val="26899"/>
                <a:lumOff val="2156"/>
                <a:alphaOff val="0"/>
                <a:shade val="93000"/>
                <a:satMod val="130000"/>
              </a:schemeClr>
            </a:gs>
            <a:gs pos="100000">
              <a:schemeClr val="accent4">
                <a:hueOff val="-4464770"/>
                <a:satOff val="26899"/>
                <a:lumOff val="2156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3815" tIns="29210" rIns="43815" bIns="2921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kern="1200" dirty="0" smtClean="0">
              <a:latin typeface="Tw Cen MT"/>
              <a:cs typeface="Tw Cen MT"/>
            </a:rPr>
            <a:t>Information you learned on the job is protected</a:t>
          </a:r>
          <a:endParaRPr lang="en-US" sz="2300" kern="1200" dirty="0"/>
        </a:p>
      </dsp:txBody>
      <dsp:txXfrm>
        <a:off x="5864545" y="897431"/>
        <a:ext cx="2086278" cy="1568374"/>
      </dsp:txXfrm>
    </dsp:sp>
    <dsp:sp modelId="{CBA9103E-4D44-6046-8330-B20D49AAB009}">
      <dsp:nvSpPr>
        <dsp:cNvPr id="0" name=""/>
        <dsp:cNvSpPr/>
      </dsp:nvSpPr>
      <dsp:spPr>
        <a:xfrm>
          <a:off x="6034138" y="2514600"/>
          <a:ext cx="218386" cy="91867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18676"/>
              </a:lnTo>
              <a:lnTo>
                <a:pt x="218386" y="918676"/>
              </a:lnTo>
            </a:path>
          </a:pathLst>
        </a:custGeom>
        <a:noFill/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927D37C-DD68-9246-9326-5A48F2AAE4D6}">
      <dsp:nvSpPr>
        <dsp:cNvPr id="0" name=""/>
        <dsp:cNvSpPr/>
      </dsp:nvSpPr>
      <dsp:spPr>
        <a:xfrm>
          <a:off x="6252525" y="3132755"/>
          <a:ext cx="1379225" cy="60104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4">
              <a:hueOff val="-4464770"/>
              <a:satOff val="26899"/>
              <a:lumOff val="2156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2385" tIns="21590" rIns="32385" bIns="2159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kern="1200" dirty="0" smtClean="0"/>
            <a:t>Proprietary information</a:t>
          </a:r>
          <a:endParaRPr lang="en-US" sz="1700" kern="1200" dirty="0"/>
        </a:p>
      </dsp:txBody>
      <dsp:txXfrm>
        <a:off x="6270129" y="3150359"/>
        <a:ext cx="1344017" cy="56583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8A8B9CA-D4D5-974C-BC54-3D59B0AF492B}">
      <dsp:nvSpPr>
        <dsp:cNvPr id="0" name=""/>
        <dsp:cNvSpPr/>
      </dsp:nvSpPr>
      <dsp:spPr>
        <a:xfrm>
          <a:off x="2255520" y="483"/>
          <a:ext cx="3383280" cy="1887152"/>
        </a:xfrm>
        <a:prstGeom prst="rightArrow">
          <a:avLst>
            <a:gd name="adj1" fmla="val 75000"/>
            <a:gd name="adj2" fmla="val 50000"/>
          </a:avLst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0320" tIns="20320" rIns="20320" bIns="20320" numCol="1" spcCol="1270" anchor="t" anchorCtr="0">
          <a:noAutofit/>
        </a:bodyPr>
        <a:lstStyle/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3200" kern="1200" dirty="0" smtClean="0"/>
            <a:t>Choose specialized</a:t>
          </a:r>
          <a:endParaRPr lang="en-US" sz="3200" kern="1200" dirty="0"/>
        </a:p>
      </dsp:txBody>
      <dsp:txXfrm>
        <a:off x="2255520" y="236377"/>
        <a:ext cx="2675598" cy="1415364"/>
      </dsp:txXfrm>
    </dsp:sp>
    <dsp:sp modelId="{BBD82465-5BC7-3D4E-8AF6-277DDAD3EA7A}">
      <dsp:nvSpPr>
        <dsp:cNvPr id="0" name=""/>
        <dsp:cNvSpPr/>
      </dsp:nvSpPr>
      <dsp:spPr>
        <a:xfrm>
          <a:off x="0" y="483"/>
          <a:ext cx="2255520" cy="1887152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0" tIns="57150" rIns="114300" bIns="57150" numCol="1" spcCol="1270" anchor="ctr" anchorCtr="0">
          <a:noAutofit/>
        </a:bodyPr>
        <a:lstStyle/>
        <a:p>
          <a:pPr lvl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000" kern="1200" dirty="0" smtClean="0"/>
            <a:t>Attorney</a:t>
          </a:r>
          <a:endParaRPr lang="en-US" sz="3000" kern="1200" dirty="0"/>
        </a:p>
      </dsp:txBody>
      <dsp:txXfrm>
        <a:off x="92123" y="92606"/>
        <a:ext cx="2071274" cy="1702906"/>
      </dsp:txXfrm>
    </dsp:sp>
    <dsp:sp modelId="{E4B6ECAC-AEC1-BD4C-82D1-DCFB4FE5072B}">
      <dsp:nvSpPr>
        <dsp:cNvPr id="0" name=""/>
        <dsp:cNvSpPr/>
      </dsp:nvSpPr>
      <dsp:spPr>
        <a:xfrm>
          <a:off x="2255520" y="2076351"/>
          <a:ext cx="3383280" cy="1887152"/>
        </a:xfrm>
        <a:prstGeom prst="rightArrow">
          <a:avLst>
            <a:gd name="adj1" fmla="val 75000"/>
            <a:gd name="adj2" fmla="val 50000"/>
          </a:avLst>
        </a:prstGeom>
        <a:solidFill>
          <a:schemeClr val="accent4">
            <a:tint val="40000"/>
            <a:alpha val="90000"/>
            <a:hueOff val="-3945706"/>
            <a:satOff val="22157"/>
            <a:lumOff val="1408"/>
            <a:alphaOff val="0"/>
          </a:schemeClr>
        </a:solidFill>
        <a:ln w="9525" cap="flat" cmpd="sng" algn="ctr">
          <a:solidFill>
            <a:schemeClr val="accent4">
              <a:tint val="40000"/>
              <a:alpha val="90000"/>
              <a:hueOff val="-3945706"/>
              <a:satOff val="22157"/>
              <a:lumOff val="1408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0320" tIns="20320" rIns="20320" bIns="20320" numCol="1" spcCol="1270" anchor="t" anchorCtr="0">
          <a:noAutofit/>
        </a:bodyPr>
        <a:lstStyle/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3200" kern="1200" dirty="0" smtClean="0"/>
            <a:t>Hire early</a:t>
          </a:r>
          <a:endParaRPr lang="en-US" sz="3200" kern="1200" dirty="0"/>
        </a:p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3200" kern="1200" dirty="0" smtClean="0"/>
            <a:t>Choose local</a:t>
          </a:r>
          <a:endParaRPr lang="en-US" sz="3200" kern="1200" dirty="0"/>
        </a:p>
      </dsp:txBody>
      <dsp:txXfrm>
        <a:off x="2255520" y="2312245"/>
        <a:ext cx="2675598" cy="1415364"/>
      </dsp:txXfrm>
    </dsp:sp>
    <dsp:sp modelId="{4C3F5A7C-5C13-D648-8831-AEB783A33C5A}">
      <dsp:nvSpPr>
        <dsp:cNvPr id="0" name=""/>
        <dsp:cNvSpPr/>
      </dsp:nvSpPr>
      <dsp:spPr>
        <a:xfrm>
          <a:off x="0" y="2076351"/>
          <a:ext cx="2255520" cy="1887152"/>
        </a:xfrm>
        <a:prstGeom prst="roundRect">
          <a:avLst/>
        </a:prstGeom>
        <a:gradFill rotWithShape="0">
          <a:gsLst>
            <a:gs pos="0">
              <a:schemeClr val="accent4">
                <a:hueOff val="-4464770"/>
                <a:satOff val="26899"/>
                <a:lumOff val="2156"/>
                <a:alphaOff val="0"/>
                <a:shade val="51000"/>
                <a:satMod val="130000"/>
              </a:schemeClr>
            </a:gs>
            <a:gs pos="80000">
              <a:schemeClr val="accent4">
                <a:hueOff val="-4464770"/>
                <a:satOff val="26899"/>
                <a:lumOff val="2156"/>
                <a:alphaOff val="0"/>
                <a:shade val="93000"/>
                <a:satMod val="130000"/>
              </a:schemeClr>
            </a:gs>
            <a:gs pos="100000">
              <a:schemeClr val="accent4">
                <a:hueOff val="-4464770"/>
                <a:satOff val="26899"/>
                <a:lumOff val="2156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0" tIns="57150" rIns="114300" bIns="57150" numCol="1" spcCol="1270" anchor="ctr" anchorCtr="0">
          <a:noAutofit/>
        </a:bodyPr>
        <a:lstStyle/>
        <a:p>
          <a:pPr lvl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000" kern="1200" dirty="0" smtClean="0"/>
            <a:t>Accountant</a:t>
          </a:r>
          <a:endParaRPr lang="en-US" sz="3000" kern="1200" dirty="0"/>
        </a:p>
      </dsp:txBody>
      <dsp:txXfrm>
        <a:off x="92123" y="2168474"/>
        <a:ext cx="2071274" cy="170290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6">
  <dgm:title val=""/>
  <dgm:desc val=""/>
  <dgm:catLst>
    <dgm:cat type="process" pri="22000"/>
    <dgm:cat type="list" pri="1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linNode" refType="w"/>
      <dgm:constr type="h" for="ch" forName="linNode" refType="h"/>
      <dgm:constr type="h" for="ch" forName="spacing" refType="h" refFor="ch" refForName="linNode" fact="0.1"/>
      <dgm:constr type="primFontSz" for="des" forName="parentShp" op="equ" val="65"/>
      <dgm:constr type="primFontSz" for="des" forName="childShp" op="equ" val="65"/>
    </dgm:constrLst>
    <dgm:ruleLst/>
    <dgm:forEach name="Name1" axis="ch" ptType="node">
      <dgm:layoutNode name="linNode">
        <dgm:choose name="Name2">
          <dgm:if name="Name3" func="var" arg="dir" op="equ" val="norm">
            <dgm:alg type="lin">
              <dgm:param type="linDir" val="fromL"/>
            </dgm:alg>
          </dgm:if>
          <dgm:else name="Name4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if>
          <dgm:else name="Name7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else>
        </dgm:choose>
        <dgm:ruleLst/>
        <dgm:layoutNode name="parentShp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childShp" styleLbl="bgAccFollowNode1">
          <dgm:varLst>
            <dgm:bulletEnabled val="1"/>
          </dgm:varLst>
          <dgm:alg type="tx">
            <dgm:param type="stBulletLvl" val="1"/>
          </dgm:alg>
          <dgm:choose name="Name8">
            <dgm:if name="Name9" func="var" arg="dir" op="equ" val="norm">
              <dgm:shape xmlns:r="http://schemas.openxmlformats.org/officeDocument/2006/relationships" type="rightArrow" r:blip="" zOrderOff="-2">
                <dgm:adjLst>
                  <dgm:adj idx="1" val="0.75"/>
                </dgm:adjLst>
              </dgm:shape>
            </dgm:if>
            <dgm:else name="Name10">
              <dgm:shape xmlns:r="http://schemas.openxmlformats.org/officeDocument/2006/relationships" rot="180" type="rightArrow" r:blip="" zOrderOff="-2">
                <dgm:adjLst>
                  <dgm:adj idx="1" val="0.7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forEach name="Name11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matrix1">
  <dgm:title val=""/>
  <dgm:desc val=""/>
  <dgm:catLst>
    <dgm:cat type="matrix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3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3" destOrd="0"/>
      </dgm:cxnLst>
      <dgm:bg/>
      <dgm:whole/>
    </dgm:dataModel>
  </dgm:clrData>
  <dgm:layoutNode name="diagram">
    <dgm:varLst>
      <dgm:chMax val="1"/>
      <dgm:dir/>
      <dgm:animLvl val="ctr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ctrX" for="ch" forName="matrix" refType="w" fact="0.5"/>
      <dgm:constr type="ctrY" for="ch" forName="matrix" refType="h" fact="0.5"/>
      <dgm:constr type="w" for="ch" forName="matrix" refType="w"/>
      <dgm:constr type="h" for="ch" forName="matrix" refType="h"/>
      <dgm:constr type="ctrX" for="ch" forName="centerTile" refType="w" fact="0.5"/>
      <dgm:constr type="ctrY" for="ch" forName="centerTile" refType="h" fact="0.5"/>
      <dgm:constr type="w" for="ch" forName="centerTile" refType="w" fact="0.3"/>
      <dgm:constr type="h" for="ch" forName="centerTile" refType="h" fact="0.25"/>
      <dgm:constr type="primFontSz" for="des" ptType="node" op="equ" val="65"/>
    </dgm:constrLst>
    <dgm:ruleLst/>
    <dgm:choose name="Name0">
      <dgm:if name="Name1" axis="ch" ptType="node" func="cnt" op="gte" val="1">
        <dgm:layoutNode name="matrix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l" for="ch" forName="tile1"/>
            <dgm:constr type="t" for="ch" forName="tile1"/>
            <dgm:constr type="r" for="ch" forName="tile1" refType="w" fact="0.5"/>
            <dgm:constr type="b" for="ch" forName="tile1" refType="h" fact="0.5"/>
            <dgm:constr type="l" for="ch" forName="tile1text" refType="l" refFor="ch" refForName="tile1"/>
            <dgm:constr type="t" for="ch" forName="tile1text" refType="t" refFor="ch" refForName="tile1"/>
            <dgm:constr type="w" for="ch" forName="tile1text" refType="w" refFor="ch" refForName="tile1"/>
            <dgm:constr type="h" for="ch" forName="tile1text" refType="h" refFor="ch" refForName="tile1" fact="0.75"/>
            <dgm:constr type="r" for="ch" forName="tile2" refType="w"/>
            <dgm:constr type="t" for="ch" forName="tile2"/>
            <dgm:constr type="l" for="ch" forName="tile2" refType="w" fact="0.5"/>
            <dgm:constr type="b" for="ch" forName="tile2" refType="h" fact="0.5"/>
            <dgm:constr type="r" for="ch" forName="tile2text" refType="r" refFor="ch" refForName="tile2"/>
            <dgm:constr type="t" for="ch" forName="tile2text" refType="t" refFor="ch" refForName="tile2"/>
            <dgm:constr type="w" for="ch" forName="tile2text" refType="w" refFor="ch" refForName="tile2"/>
            <dgm:constr type="h" for="ch" forName="tile2text" refType="h" refFor="ch" refForName="tile2" fact="0.75"/>
            <dgm:constr type="l" for="ch" forName="tile3"/>
            <dgm:constr type="b" for="ch" forName="tile3" refType="h"/>
            <dgm:constr type="r" for="ch" forName="tile3" refType="w" fact="0.5"/>
            <dgm:constr type="t" for="ch" forName="tile3" refType="h" fact="0.5"/>
            <dgm:constr type="l" for="ch" forName="tile3text" refType="l" refFor="ch" refForName="tile3"/>
            <dgm:constr type="b" for="ch" forName="tile3text" refType="b" refFor="ch" refForName="tile3"/>
            <dgm:constr type="w" for="ch" forName="tile3text" refType="w" refFor="ch" refForName="tile3"/>
            <dgm:constr type="h" for="ch" forName="tile3text" refType="h" refFor="ch" refForName="tile3" fact="0.75"/>
            <dgm:constr type="r" for="ch" forName="tile4" refType="w"/>
            <dgm:constr type="b" for="ch" forName="tile4" refType="h"/>
            <dgm:constr type="l" for="ch" forName="tile4" refType="w" fact="0.5"/>
            <dgm:constr type="t" for="ch" forName="tile4" refType="h" fact="0.5"/>
            <dgm:constr type="r" for="ch" forName="tile4text" refType="r" refFor="ch" refForName="tile4"/>
            <dgm:constr type="b" for="ch" forName="tile4text" refType="b" refFor="ch" refForName="tile4"/>
            <dgm:constr type="w" for="ch" forName="tile4text" refType="w" refFor="ch" refForName="tile4"/>
            <dgm:constr type="h" for="ch" forName="tile4text" refType="h" refFor="ch" refForName="tile4" fact="0.75"/>
          </dgm:constrLst>
          <dgm:ruleLst/>
          <dgm:layoutNode name="tile1" styleLbl="node1">
            <dgm:alg type="sp"/>
            <dgm:shape xmlns:r="http://schemas.openxmlformats.org/officeDocument/2006/relationships" rot="270" type="round1Rect" r:blip="">
              <dgm:adjLst/>
            </dgm:shape>
            <dgm:choose name="Name2">
              <dgm:if name="Name3" func="var" arg="dir" op="equ" val="norm">
                <dgm:presOf axis="ch ch desOrSelf" ptType="node node node" st="1 1 1" cnt="1 1 0"/>
              </dgm:if>
              <dgm:else name="Name4">
                <dgm:presOf axis="ch ch desOrSelf" ptType="node node node" st="1 2 1" cnt="1 1 0"/>
              </dgm:else>
            </dgm:choose>
            <dgm:constrLst/>
            <dgm:ruleLst/>
          </dgm:layoutNode>
          <dgm:layoutNode name="tile1text" styleLbl="node1">
            <dgm:varLst>
              <dgm:chMax val="0"/>
              <dgm:chPref val="0"/>
              <dgm:bulletEnabled val="1"/>
            </dgm:varLst>
            <dgm:choose name="Name5">
              <dgm:if name="Name6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7">
                <dgm:alg type="tx"/>
              </dgm:else>
            </dgm:choose>
            <dgm:shape xmlns:r="http://schemas.openxmlformats.org/officeDocument/2006/relationships" rot="270" type="rect" r:blip="" hideGeom="1">
              <dgm:adjLst>
                <dgm:adj idx="1" val="0.2"/>
              </dgm:adjLst>
            </dgm:shape>
            <dgm:choose name="Name8">
              <dgm:if name="Name9" func="var" arg="dir" op="equ" val="norm">
                <dgm:presOf axis="ch ch desOrSelf" ptType="node node node" st="1 1 1" cnt="1 1 0"/>
              </dgm:if>
              <dgm:else name="Name10">
                <dgm:presOf axis="ch ch desOrSelf" ptType="node node node" st="1 2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2" styleLbl="node1">
            <dgm:alg type="sp"/>
            <dgm:shape xmlns:r="http://schemas.openxmlformats.org/officeDocument/2006/relationships" type="round1Rect" r:blip="">
              <dgm:adjLst/>
            </dgm:shape>
            <dgm:choose name="Name11">
              <dgm:if name="Name12" func="var" arg="dir" op="equ" val="norm">
                <dgm:presOf axis="ch ch desOrSelf" ptType="node node node" st="1 2 1" cnt="1 1 0"/>
              </dgm:if>
              <dgm:else name="Name13">
                <dgm:presOf axis="ch ch desOrSelf" ptType="node node node" st="1 1 1" cnt="1 1 0"/>
              </dgm:else>
            </dgm:choose>
            <dgm:constrLst/>
            <dgm:ruleLst/>
          </dgm:layoutNode>
          <dgm:layoutNode name="tile2text" styleLbl="node1">
            <dgm:varLst>
              <dgm:chMax val="0"/>
              <dgm:chPref val="0"/>
              <dgm:bulletEnabled val="1"/>
            </dgm:varLst>
            <dgm:choose name="Name14">
              <dgm:if name="Name15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16">
                <dgm:alg type="tx"/>
              </dgm:else>
            </dgm:choose>
            <dgm:shape xmlns:r="http://schemas.openxmlformats.org/officeDocument/2006/relationships" type="rect" r:blip="" hideGeom="1">
              <dgm:adjLst/>
            </dgm:shape>
            <dgm:choose name="Name17">
              <dgm:if name="Name18" func="var" arg="dir" op="equ" val="norm">
                <dgm:presOf axis="ch ch desOrSelf" ptType="node node node" st="1 2 1" cnt="1 1 0"/>
              </dgm:if>
              <dgm:else name="Name19">
                <dgm:presOf axis="ch ch desOrSelf" ptType="node node node" st="1 1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3" styleLbl="node1">
            <dgm:alg type="sp"/>
            <dgm:shape xmlns:r="http://schemas.openxmlformats.org/officeDocument/2006/relationships" rot="180" type="round1Rect" r:blip="">
              <dgm:adjLst/>
            </dgm:shape>
            <dgm:choose name="Name20">
              <dgm:if name="Name21" func="var" arg="dir" op="equ" val="norm">
                <dgm:presOf axis="ch ch desOrSelf" ptType="node node node" st="1 3 1" cnt="1 1 0"/>
              </dgm:if>
              <dgm:else name="Name22">
                <dgm:presOf axis="ch ch desOrSelf" ptType="node node node" st="1 4 1" cnt="1 1 0"/>
              </dgm:else>
            </dgm:choose>
            <dgm:constrLst/>
            <dgm:ruleLst/>
          </dgm:layoutNode>
          <dgm:layoutNode name="tile3text" styleLbl="node1">
            <dgm:varLst>
              <dgm:chMax val="0"/>
              <dgm:chPref val="0"/>
              <dgm:bulletEnabled val="1"/>
            </dgm:varLst>
            <dgm:choose name="Name23">
              <dgm:if name="Name24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25">
                <dgm:alg type="tx"/>
              </dgm:else>
            </dgm:choose>
            <dgm:shape xmlns:r="http://schemas.openxmlformats.org/officeDocument/2006/relationships" rot="180" type="rect" r:blip="" hideGeom="1">
              <dgm:adjLst/>
            </dgm:shape>
            <dgm:choose name="Name26">
              <dgm:if name="Name27" func="var" arg="dir" op="equ" val="norm">
                <dgm:presOf axis="ch ch desOrSelf" ptType="node node node" st="1 3 1" cnt="1 1 0"/>
              </dgm:if>
              <dgm:else name="Name28">
                <dgm:presOf axis="ch ch desOrSelf" ptType="node node node" st="1 4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4" styleLbl="node1">
            <dgm:alg type="sp"/>
            <dgm:shape xmlns:r="http://schemas.openxmlformats.org/officeDocument/2006/relationships" rot="90" type="round1Rect" r:blip="">
              <dgm:adjLst/>
            </dgm:shape>
            <dgm:choose name="Name29">
              <dgm:if name="Name30" func="var" arg="dir" op="equ" val="norm">
                <dgm:presOf axis="ch ch desOrSelf" ptType="node node node" st="1 4 1" cnt="1 1 0"/>
              </dgm:if>
              <dgm:else name="Name31">
                <dgm:presOf axis="ch ch desOrSelf" ptType="node node node" st="1 3 1" cnt="1 1 0"/>
              </dgm:else>
            </dgm:choose>
            <dgm:constrLst/>
            <dgm:ruleLst/>
          </dgm:layoutNode>
          <dgm:layoutNode name="tile4text" styleLbl="node1">
            <dgm:varLst>
              <dgm:chMax val="0"/>
              <dgm:chPref val="0"/>
              <dgm:bulletEnabled val="1"/>
            </dgm:varLst>
            <dgm:choose name="Name32">
              <dgm:if name="Name33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34">
                <dgm:alg type="tx"/>
              </dgm:else>
            </dgm:choose>
            <dgm:shape xmlns:r="http://schemas.openxmlformats.org/officeDocument/2006/relationships" rot="90" type="rect" r:blip="" hideGeom="1">
              <dgm:adjLst/>
            </dgm:shape>
            <dgm:choose name="Name35">
              <dgm:if name="Name36" func="var" arg="dir" op="equ" val="norm">
                <dgm:presOf axis="ch ch desOrSelf" ptType="node node node" st="1 4 1" cnt="1 1 0"/>
              </dgm:if>
              <dgm:else name="Name37">
                <dgm:presOf axis="ch ch desOrSelf" ptType="node node node" st="1 3 1" cnt="1 1 0"/>
              </dgm:else>
            </dgm:choose>
            <dgm:constrLst/>
            <dgm:ruleLst>
              <dgm:rule type="primFontSz" val="5" fact="NaN" max="NaN"/>
            </dgm:ruleLst>
          </dgm:layoutNode>
        </dgm:layoutNode>
        <dgm:layoutNode name="centerTile" styleLbl="fgShp">
          <dgm:varLst>
            <dgm:chMax val="0"/>
            <dgm:chPref val="0"/>
          </dgm:varLst>
          <dgm:alg type="tx"/>
          <dgm:shape xmlns:r="http://schemas.openxmlformats.org/officeDocument/2006/relationships" type="roundRect" r:blip="">
            <dgm:adjLst/>
          </dgm:shape>
          <dgm:presOf axis="ch" ptType="node" cnt="1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38"/>
    </dgm:choos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pyramid1">
  <dgm:title val=""/>
  <dgm:desc val=""/>
  <dgm:catLst>
    <dgm:cat type="pyramid" pri="1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B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B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82913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46" tIns="46223" rIns="92446" bIns="46223" numCol="1" anchor="t" anchorCtr="0" compatLnSpc="1">
            <a:prstTxWarp prst="textNoShape">
              <a:avLst/>
            </a:prstTxWarp>
          </a:bodyPr>
          <a:lstStyle>
            <a:lvl1pPr defTabSz="923925">
              <a:defRPr sz="1200"/>
            </a:lvl1pPr>
          </a:lstStyle>
          <a:p>
            <a:endParaRPr lang="en-US"/>
          </a:p>
        </p:txBody>
      </p:sp>
      <p:sp>
        <p:nvSpPr>
          <p:cNvPr id="5734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97313" y="0"/>
            <a:ext cx="2982912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46" tIns="46223" rIns="92446" bIns="46223" numCol="1" anchor="t" anchorCtr="0" compatLnSpc="1">
            <a:prstTxWarp prst="textNoShape">
              <a:avLst/>
            </a:prstTxWarp>
          </a:bodyPr>
          <a:lstStyle>
            <a:lvl1pPr algn="r" defTabSz="923925">
              <a:defRPr sz="1200"/>
            </a:lvl1pPr>
          </a:lstStyle>
          <a:p>
            <a:endParaRPr lang="en-US"/>
          </a:p>
        </p:txBody>
      </p:sp>
      <p:sp>
        <p:nvSpPr>
          <p:cNvPr id="5734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9675"/>
            <a:ext cx="2982913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46" tIns="46223" rIns="92446" bIns="46223" numCol="1" anchor="b" anchorCtr="0" compatLnSpc="1">
            <a:prstTxWarp prst="textNoShape">
              <a:avLst/>
            </a:prstTxWarp>
          </a:bodyPr>
          <a:lstStyle>
            <a:lvl1pPr defTabSz="923925">
              <a:defRPr sz="1200"/>
            </a:lvl1pPr>
          </a:lstStyle>
          <a:p>
            <a:r>
              <a:rPr lang="en-US" smtClean="0"/>
              <a:t>Copyright © 2014 John Wiley &amp; Sons, Inc.</a:t>
            </a:r>
            <a:endParaRPr lang="en-US"/>
          </a:p>
        </p:txBody>
      </p:sp>
      <p:sp>
        <p:nvSpPr>
          <p:cNvPr id="5734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97313" y="8829675"/>
            <a:ext cx="2982912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46" tIns="46223" rIns="92446" bIns="46223" numCol="1" anchor="b" anchorCtr="0" compatLnSpc="1">
            <a:prstTxWarp prst="textNoShape">
              <a:avLst/>
            </a:prstTxWarp>
          </a:bodyPr>
          <a:lstStyle>
            <a:lvl1pPr algn="r" defTabSz="923925">
              <a:defRPr sz="1200"/>
            </a:lvl1pPr>
          </a:lstStyle>
          <a:p>
            <a:fld id="{6EF00136-1D45-8442-9CC6-7A347AF8218F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53313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2913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97313" y="0"/>
            <a:ext cx="2982912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AB0B8F-0E19-4FF6-AB6E-749D0FD6EA63}" type="datetimeFigureOut">
              <a:rPr lang="en-US" smtClean="0"/>
              <a:t>3/2/2015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176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8975" y="4416425"/>
            <a:ext cx="5505450" cy="418306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675"/>
            <a:ext cx="2982913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smtClean="0"/>
              <a:t>Copyright © 2014 John Wiley &amp; Sons, Inc.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97313" y="8829675"/>
            <a:ext cx="2982912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64BBD7-9C85-4AD7-9644-365458B40D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36684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964BBD7-9C85-4AD7-9644-365458B40D2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31517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64BBD7-9C85-4AD7-9644-365458B40D26}" type="slidenum">
              <a:rPr lang="en-US" smtClean="0"/>
              <a:t>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89219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964BBD7-9C85-4AD7-9644-365458B40D2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5586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2A51D-086D-3B4E-AD0E-12E6FFAA860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0511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2A51D-086D-3B4E-AD0E-12E6FFAA860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419455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53C35-76FA-154E-A793-D9272D3F693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4452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7C889-B47E-FA4D-9E6C-D6D0D9AB7C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4558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135EF-909B-AF4B-ACB2-AE3ED017A6B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1749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C045C-59BC-3344-B24A-27B1615062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3009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F6FFD-46BA-6145-BD63-E7ADB3502E1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3669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52C1B-DEED-7243-BC5A-881B4A630B5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6165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E66D4-365C-304B-8399-C0BFEA5AE97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655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67943-5740-C44E-A823-BC9BCF8C7EE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20073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47186-6378-F240-90C7-734B12C109E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921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603BCFD-2E9F-6F47-A347-F7B71F07265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ooter Placeholder 4"/>
          <p:cNvSpPr>
            <a:spLocks noGrp="1"/>
          </p:cNvSpPr>
          <p:nvPr userDrawn="1">
            <p:ph type="ftr" sz="quarter" idx="11"/>
          </p:nvPr>
        </p:nvSpPr>
        <p:spPr>
          <a:xfrm>
            <a:off x="2348395" y="6340475"/>
            <a:ext cx="6781800" cy="365125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sz="1800" smtClean="0">
                <a:latin typeface="+mn-lt"/>
              </a:rPr>
              <a:t>Copyright © 2014 John Wiley &amp; Sons, Inc.</a:t>
            </a:r>
            <a:endParaRPr lang="en-US" sz="1800" dirty="0">
              <a:latin typeface="+mn-lt"/>
            </a:endParaRP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dgm">
  <p:cSld name="Title and Diagram or Organization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martArt Placeholder 2"/>
          <p:cNvSpPr>
            <a:spLocks noGrp="1"/>
          </p:cNvSpPr>
          <p:nvPr>
            <p:ph type="dgm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81750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 smtClean="0"/>
            </a:lvl1pPr>
          </a:lstStyle>
          <a:p>
            <a:r>
              <a:rPr lang="en-US" smtClean="0"/>
              <a:t>Copyright © 2014 John Wiley &amp; Sons, Inc.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 smtClean="0"/>
            </a:lvl1pPr>
          </a:lstStyle>
          <a:p>
            <a:fld id="{E0156464-0A9D-1E48-AD60-467FF3189BA6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14600" y="6245225"/>
            <a:ext cx="4038600" cy="476250"/>
          </a:xfrm>
          <a:prstGeom prst="rect">
            <a:avLst/>
          </a:prstGeom>
        </p:spPr>
        <p:txBody>
          <a:bodyPr/>
          <a:lstStyle>
            <a:lvl1pPr>
              <a:defRPr smtClean="0"/>
            </a:lvl1pPr>
          </a:lstStyle>
          <a:p>
            <a:r>
              <a:rPr lang="en-US" smtClean="0"/>
              <a:t>Copyright © 2014 John Wiley &amp; Sons, Inc.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 smtClean="0"/>
            </a:lvl1pPr>
          </a:lstStyle>
          <a:p>
            <a:fld id="{B368AFBF-F7BF-7947-958D-B20E73601231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Copyright © 2014 John Wiley &amp; Sons, Inc.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42A51D-086D-3B4E-AD0E-12E6FFAA860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ooter Placeholder 4"/>
          <p:cNvSpPr txBox="1">
            <a:spLocks/>
          </p:cNvSpPr>
          <p:nvPr userDrawn="1"/>
        </p:nvSpPr>
        <p:spPr>
          <a:xfrm>
            <a:off x="228600" y="6400800"/>
            <a:ext cx="5638800" cy="304994"/>
          </a:xfrm>
          <a:prstGeom prst="rect">
            <a:avLst/>
          </a:prstGeom>
        </p:spPr>
        <p:txBody>
          <a:bodyPr vert="horz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Arial" pitchFamily="30" charset="0"/>
                <a:cs typeface="Arial" pitchFamily="30" charset="0"/>
              </a:rPr>
              <a:t>Bygrave</a:t>
            </a: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Arial" pitchFamily="30" charset="0"/>
                <a:cs typeface="Arial" pitchFamily="30" charset="0"/>
              </a:rPr>
              <a:t> &amp; </a:t>
            </a:r>
            <a:r>
              <a:rPr kumimoji="0" lang="en-US" sz="1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Arial" pitchFamily="30" charset="0"/>
                <a:cs typeface="Arial" pitchFamily="30" charset="0"/>
              </a:rPr>
              <a:t>Zacharakis</a:t>
            </a: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Arial" pitchFamily="30" charset="0"/>
                <a:cs typeface="Arial" pitchFamily="30" charset="0"/>
              </a:rPr>
              <a:t>, </a:t>
            </a:r>
            <a:r>
              <a:rPr kumimoji="0" lang="en-US" sz="14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Arial" pitchFamily="30" charset="0"/>
                <a:cs typeface="Arial" pitchFamily="30" charset="0"/>
              </a:rPr>
              <a:t>Entrepreneurship</a:t>
            </a: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Arial" pitchFamily="30" charset="0"/>
                <a:cs typeface="Arial" pitchFamily="30" charset="0"/>
              </a:rPr>
              <a:t>, New York: Wiley, 2011.  ©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Arial" pitchFamily="30" charset="0"/>
              <a:cs typeface="Arial" pitchFamily="3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16996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3" r:id="rId1"/>
    <p:sldLayoutId id="2147483784" r:id="rId2"/>
    <p:sldLayoutId id="2147483785" r:id="rId3"/>
    <p:sldLayoutId id="2147483786" r:id="rId4"/>
    <p:sldLayoutId id="2147483787" r:id="rId5"/>
    <p:sldLayoutId id="2147483788" r:id="rId6"/>
    <p:sldLayoutId id="2147483789" r:id="rId7"/>
    <p:sldLayoutId id="2147483790" r:id="rId8"/>
    <p:sldLayoutId id="2147483791" r:id="rId9"/>
    <p:sldLayoutId id="2147483792" r:id="rId10"/>
    <p:sldLayoutId id="2147483793" r:id="rId11"/>
    <p:sldLayoutId id="2147483794" r:id="rId12"/>
    <p:sldLayoutId id="2147483795" r:id="rId13"/>
    <p:sldLayoutId id="2147483796" r:id="rId14"/>
  </p:sldLayoutIdLst>
  <p:hf sldNum="0"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2.xml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12" Type="http://schemas.microsoft.com/office/2007/relationships/diagramDrawing" Target="../diagrams/drawing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11" Type="http://schemas.openxmlformats.org/officeDocument/2006/relationships/diagramColors" Target="../diagrams/colors2.xml"/><Relationship Id="rId5" Type="http://schemas.openxmlformats.org/officeDocument/2006/relationships/diagramQuickStyle" Target="../diagrams/quickStyle1.xml"/><Relationship Id="rId10" Type="http://schemas.openxmlformats.org/officeDocument/2006/relationships/diagramQuickStyle" Target="../diagrams/quickStyle2.xml"/><Relationship Id="rId4" Type="http://schemas.openxmlformats.org/officeDocument/2006/relationships/diagramLayout" Target="../diagrams/layout1.xml"/><Relationship Id="rId9" Type="http://schemas.openxmlformats.org/officeDocument/2006/relationships/diagramLayout" Target="../diagrams/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590800" y="2057400"/>
            <a:ext cx="6096000" cy="2743200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1800"/>
              </a:spcAft>
            </a:pPr>
            <a:r>
              <a:rPr lang="en-US" sz="5000" b="1" dirty="0" smtClean="0"/>
              <a:t>Legal AND TAX ISSUES</a:t>
            </a:r>
            <a:r>
              <a:rPr lang="en-US" sz="4600" b="1" dirty="0" smtClean="0"/>
              <a:t/>
            </a:r>
            <a:br>
              <a:rPr lang="en-US" sz="4600" b="1" dirty="0" smtClean="0"/>
            </a:br>
            <a:r>
              <a:rPr lang="en-US" sz="3556" dirty="0" smtClean="0"/>
              <a:t>Chapter 12</a:t>
            </a:r>
            <a:endParaRPr lang="en-US" sz="3556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 sz="1800" smtClean="0">
                <a:latin typeface="+mn-lt"/>
              </a:rPr>
              <a:t>Copyright © 2014 John Wiley &amp; Sons, Inc.</a:t>
            </a:r>
            <a:endParaRPr lang="en-US" sz="1800" dirty="0">
              <a:latin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228600"/>
            <a:ext cx="8153400" cy="990600"/>
          </a:xfrm>
        </p:spPr>
        <p:txBody>
          <a:bodyPr>
            <a:normAutofit/>
          </a:bodyPr>
          <a:lstStyle/>
          <a:p>
            <a:r>
              <a:rPr lang="en-US" dirty="0"/>
              <a:t>Corporate</a:t>
            </a:r>
            <a:r>
              <a:rPr lang="en-US" dirty="0" smtClean="0"/>
              <a:t> Opportunity </a:t>
            </a:r>
            <a:r>
              <a:rPr lang="en-US" dirty="0"/>
              <a:t>D</a:t>
            </a:r>
            <a:r>
              <a:rPr lang="en-US" dirty="0" smtClean="0"/>
              <a:t>octrine</a:t>
            </a:r>
            <a:endParaRPr lang="en-US" dirty="0"/>
          </a:p>
        </p:txBody>
      </p:sp>
      <p:graphicFrame>
        <p:nvGraphicFramePr>
          <p:cNvPr id="10" name="Diagram 9"/>
          <p:cNvGraphicFramePr/>
          <p:nvPr/>
        </p:nvGraphicFramePr>
        <p:xfrm>
          <a:off x="2590800" y="2133600"/>
          <a:ext cx="6248400" cy="3429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11" name="Diagram 10"/>
          <p:cNvGraphicFramePr/>
          <p:nvPr/>
        </p:nvGraphicFramePr>
        <p:xfrm>
          <a:off x="304800" y="3352800"/>
          <a:ext cx="1828800" cy="990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cxnSp>
        <p:nvCxnSpPr>
          <p:cNvPr id="13" name="Straight Connector 12"/>
          <p:cNvCxnSpPr/>
          <p:nvPr/>
        </p:nvCxnSpPr>
        <p:spPr>
          <a:xfrm>
            <a:off x="2133600" y="3810000"/>
            <a:ext cx="457200" cy="1588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763000" cy="1219200"/>
          </a:xfrm>
        </p:spPr>
        <p:txBody>
          <a:bodyPr>
            <a:noAutofit/>
          </a:bodyPr>
          <a:lstStyle/>
          <a:p>
            <a:r>
              <a:rPr lang="en-US" dirty="0" smtClean="0">
                <a:latin typeface="+mn-lt"/>
              </a:rPr>
              <a:t>Consider Leaving a Company When...</a:t>
            </a:r>
            <a:endParaRPr lang="en-US" dirty="0">
              <a:latin typeface="+mn-lt"/>
            </a:endParaRPr>
          </a:p>
        </p:txBody>
      </p:sp>
      <p:graphicFrame>
        <p:nvGraphicFramePr>
          <p:cNvPr id="9" name="Diagram 8"/>
          <p:cNvGraphicFramePr/>
          <p:nvPr/>
        </p:nvGraphicFramePr>
        <p:xfrm>
          <a:off x="685800" y="1600200"/>
          <a:ext cx="8001000" cy="4368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ChangeArrowheads="1"/>
          </p:cNvSpPr>
          <p:nvPr>
            <p:ph type="title"/>
          </p:nvPr>
        </p:nvSpPr>
        <p:spPr>
          <a:xfrm rot="10800000" flipV="1">
            <a:off x="609600" y="152399"/>
            <a:ext cx="8153400" cy="11430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Choosing an Attorney and </a:t>
            </a:r>
            <a:r>
              <a:rPr lang="en-US" sz="4889" dirty="0" smtClean="0"/>
              <a:t>Accountant</a:t>
            </a:r>
            <a:endParaRPr lang="en-US" sz="4889" dirty="0"/>
          </a:p>
        </p:txBody>
      </p:sp>
      <p:graphicFrame>
        <p:nvGraphicFramePr>
          <p:cNvPr id="16" name="Content Placeholder 15"/>
          <p:cNvGraphicFramePr>
            <a:graphicFrameLocks noGrp="1"/>
          </p:cNvGraphicFramePr>
          <p:nvPr>
            <p:ph type="dgm" idx="1"/>
          </p:nvPr>
        </p:nvGraphicFramePr>
        <p:xfrm>
          <a:off x="1752600" y="1981200"/>
          <a:ext cx="5638800" cy="39639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05550"/>
            <a:ext cx="2895600" cy="476250"/>
          </a:xfrm>
        </p:spPr>
        <p:txBody>
          <a:bodyPr/>
          <a:lstStyle/>
          <a:p>
            <a:r>
              <a:rPr lang="en-US" smtClean="0"/>
              <a:t>Copyright © 2014 John Wiley &amp; Sons, Inc.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152400"/>
            <a:ext cx="8229600" cy="1066800"/>
          </a:xfrm>
        </p:spPr>
        <p:txBody>
          <a:bodyPr>
            <a:normAutofit/>
          </a:bodyPr>
          <a:lstStyle/>
          <a:p>
            <a:r>
              <a:rPr lang="en-US" dirty="0"/>
              <a:t>Choice of</a:t>
            </a:r>
            <a:r>
              <a:rPr lang="en-US" dirty="0" smtClean="0"/>
              <a:t> Legal </a:t>
            </a:r>
            <a:r>
              <a:rPr lang="en-US" dirty="0"/>
              <a:t>F</a:t>
            </a:r>
            <a:r>
              <a:rPr lang="en-US" dirty="0" smtClean="0"/>
              <a:t>orm</a:t>
            </a:r>
            <a:endParaRPr lang="en-US" dirty="0"/>
          </a:p>
        </p:txBody>
      </p:sp>
      <p:graphicFrame>
        <p:nvGraphicFramePr>
          <p:cNvPr id="71709" name="Group 29"/>
          <p:cNvGraphicFramePr>
            <a:graphicFrameLocks noGrp="1"/>
          </p:cNvGraphicFramePr>
          <p:nvPr>
            <p:ph type="tbl" idx="1"/>
          </p:nvPr>
        </p:nvGraphicFramePr>
        <p:xfrm>
          <a:off x="381000" y="1915138"/>
          <a:ext cx="8534400" cy="4257063"/>
        </p:xfrm>
        <a:graphic>
          <a:graphicData uri="http://schemas.openxmlformats.org/drawingml/2006/table">
            <a:tbl>
              <a:tblPr firstRow="1" firstCol="1" bandRow="1">
                <a:tableStyleId>{72833802-FEF1-4C79-8D5D-14CF1EAF98D9}</a:tableStyleId>
              </a:tblPr>
              <a:tblGrid>
                <a:gridCol w="2819400"/>
                <a:gridCol w="5715000"/>
              </a:tblGrid>
              <a:tr h="54350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7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Forms</a:t>
                      </a:r>
                      <a:endParaRPr kumimoji="0" lang="en-US" sz="2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Brief description</a:t>
                      </a:r>
                      <a:endParaRPr kumimoji="0" lang="en-US" sz="2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horzOverflow="overflow"/>
                </a:tc>
              </a:tr>
              <a:tr h="57284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3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Sole Proprietorship</a:t>
                      </a:r>
                      <a:endParaRPr kumimoji="0" lang="en-US" sz="23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Owned and operated by one owner who is in total </a:t>
                      </a: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control</a:t>
                      </a:r>
                      <a:endParaRPr kumimoji="0" lang="en-US" sz="1800" u="none" strike="noStrike" cap="none" normalizeH="0" baseline="0" dirty="0">
                        <a:ln>
                          <a:noFill/>
                        </a:ln>
                        <a:effectLst/>
                      </a:endParaRPr>
                    </a:p>
                  </a:txBody>
                  <a:tcPr anchor="ctr" horzOverflow="overflow"/>
                </a:tc>
              </a:tr>
              <a:tr h="6524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3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Partnership</a:t>
                      </a:r>
                      <a:endParaRPr kumimoji="0" lang="en-US" sz="23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Two or more persons go into business for profit, as co-owners, sharing profits and losses 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horzOverflow="overflow"/>
                </a:tc>
              </a:tr>
              <a:tr h="77996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3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Corporation</a:t>
                      </a:r>
                      <a:endParaRPr kumimoji="0" lang="en-US" sz="23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Separate legal entity, with legal existence apart from its owners, the </a:t>
                      </a: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stockholders</a:t>
                      </a:r>
                      <a:endParaRPr kumimoji="0" lang="en-US" sz="1800" u="none" strike="noStrike" cap="none" normalizeH="0" baseline="0" dirty="0">
                        <a:ln>
                          <a:noFill/>
                        </a:ln>
                        <a:effectLst/>
                      </a:endParaRPr>
                    </a:p>
                  </a:txBody>
                  <a:tcPr anchor="ctr" horzOverflow="overflow"/>
                </a:tc>
              </a:tr>
              <a:tr h="79393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3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Limited Partnership</a:t>
                      </a:r>
                      <a:endParaRPr kumimoji="0" lang="en-US" sz="23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One or more general partners, who conduct the </a:t>
                      </a: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business, </a:t>
                      </a:r>
                      <a:r>
                        <a:rPr kumimoji="0" lang="en-US" sz="1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and one or more limited partners, who act as passive investors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horzOverflow="overflow"/>
                </a:tc>
              </a:tr>
              <a:tr h="7939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3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Limited Liability Company</a:t>
                      </a:r>
                      <a:endParaRPr kumimoji="0" lang="en-US" sz="23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Owned by “members,” who either manage the business themselves or appoint “managers” to run it for them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horzOverflow="overflow"/>
                </a:tc>
              </a:tr>
            </a:tbl>
          </a:graphicData>
        </a:graphic>
      </p:graphicFrame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229600" cy="914400"/>
          </a:xfrm>
        </p:spPr>
        <p:txBody>
          <a:bodyPr>
            <a:noAutofit/>
          </a:bodyPr>
          <a:lstStyle/>
          <a:p>
            <a:r>
              <a:rPr lang="en-US" dirty="0"/>
              <a:t>Comparative</a:t>
            </a:r>
            <a:r>
              <a:rPr lang="en-US" dirty="0" smtClean="0"/>
              <a:t> Table </a:t>
            </a:r>
            <a:r>
              <a:rPr lang="en-US" dirty="0"/>
              <a:t>of</a:t>
            </a:r>
            <a:r>
              <a:rPr lang="en-US" dirty="0" smtClean="0"/>
              <a:t> Entities</a:t>
            </a:r>
            <a:endParaRPr lang="en-US" dirty="0"/>
          </a:p>
        </p:txBody>
      </p:sp>
      <p:graphicFrame>
        <p:nvGraphicFramePr>
          <p:cNvPr id="72707" name="Group 3"/>
          <p:cNvGraphicFramePr>
            <a:graphicFrameLocks noGrp="1"/>
          </p:cNvGraphicFramePr>
          <p:nvPr>
            <p:ph type="tbl" idx="1"/>
            <p:extLst>
              <p:ext uri="{D42A27DB-BD31-4B8C-83A1-F6EECF244321}">
                <p14:modId xmlns:p14="http://schemas.microsoft.com/office/powerpoint/2010/main" val="3030839240"/>
              </p:ext>
            </p:extLst>
          </p:nvPr>
        </p:nvGraphicFramePr>
        <p:xfrm>
          <a:off x="228600" y="1219200"/>
          <a:ext cx="8686801" cy="4959052"/>
        </p:xfrm>
        <a:graphic>
          <a:graphicData uri="http://schemas.openxmlformats.org/drawingml/2006/table">
            <a:tbl>
              <a:tblPr firstRow="1" bandRow="1" bandCol="1">
                <a:tableStyleId>{72833802-FEF1-4C79-8D5D-14CF1EAF98D9}</a:tableStyleId>
              </a:tblPr>
              <a:tblGrid>
                <a:gridCol w="1524000"/>
                <a:gridCol w="2133600"/>
                <a:gridCol w="3124200"/>
                <a:gridCol w="1905001"/>
              </a:tblGrid>
              <a:tr h="49494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Form</a:t>
                      </a:r>
                      <a:endParaRPr kumimoji="0" lang="en-US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Control</a:t>
                      </a:r>
                      <a:endParaRPr kumimoji="0" lang="en-US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Liability</a:t>
                      </a:r>
                      <a:endParaRPr kumimoji="0" lang="en-US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Taxation</a:t>
                      </a:r>
                      <a:endParaRPr kumimoji="0" lang="en-US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horzOverflow="overflow"/>
                </a:tc>
              </a:tr>
              <a:tr h="55539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Sole Proprietorship</a:t>
                      </a:r>
                      <a:endParaRPr kumimoji="0" lang="en-US" sz="1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Owner has complete control</a:t>
                      </a:r>
                      <a:endParaRPr kumimoji="0" lang="en-US" sz="1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Unlimited personal liability</a:t>
                      </a:r>
                      <a:endParaRPr kumimoji="0" lang="en-US" sz="17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Not a separate taxable entity</a:t>
                      </a:r>
                      <a:endParaRPr kumimoji="0" lang="en-US" sz="17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horzOverflow="overflow"/>
                </a:tc>
              </a:tr>
              <a:tr h="74793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Partnership</a:t>
                      </a:r>
                      <a:endParaRPr kumimoji="0" lang="en-US" sz="1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Partners share control</a:t>
                      </a:r>
                      <a:endParaRPr kumimoji="0" lang="en-US" sz="1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Joint and several unlimited personal liability</a:t>
                      </a:r>
                      <a:endParaRPr kumimoji="0" lang="en-US" sz="1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Not a separate taxable entity</a:t>
                      </a:r>
                      <a:endParaRPr kumimoji="0" lang="en-US" sz="17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horzOverflow="overflow"/>
                </a:tc>
              </a:tr>
              <a:tr h="71584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Corporation</a:t>
                      </a:r>
                      <a:endParaRPr kumimoji="0" lang="en-US" sz="1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Control distributed among shareholders, directors and officers</a:t>
                      </a:r>
                      <a:endParaRPr kumimoji="0" lang="en-US" sz="1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Limited personal liability</a:t>
                      </a:r>
                      <a:endParaRPr kumimoji="0" lang="en-US" sz="17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Separate taxable entity unless</a:t>
                      </a:r>
                      <a:r>
                        <a:rPr kumimoji="0" lang="en-US" sz="17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 S-</a:t>
                      </a:r>
                      <a:r>
                        <a:rPr kumimoji="0" lang="en-US" sz="1700" u="none" strike="noStrike" cap="none" normalizeH="0" baseline="0" dirty="0" err="1" smtClean="0">
                          <a:ln>
                            <a:noFill/>
                          </a:ln>
                          <a:effectLst/>
                        </a:rPr>
                        <a:t>corp</a:t>
                      </a:r>
                      <a:endParaRPr kumimoji="0" lang="en-US" sz="1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horzOverflow="overflow"/>
                </a:tc>
              </a:tr>
              <a:tr h="105831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Limited Partnership</a:t>
                      </a:r>
                      <a:endParaRPr kumimoji="0" lang="en-US" sz="1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General partners control, limited partners do not</a:t>
                      </a:r>
                      <a:endParaRPr kumimoji="0" lang="en-US" sz="1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General partners: joint</a:t>
                      </a:r>
                      <a:r>
                        <a:rPr kumimoji="0" lang="en-US" sz="17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 &amp; several </a:t>
                      </a:r>
                      <a:r>
                        <a:rPr kumimoji="0" lang="en-US" sz="1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unlimited personal liability, limited partners: limited liability</a:t>
                      </a:r>
                      <a:endParaRPr kumimoji="0" lang="en-US" sz="1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Not a separate entity unless</a:t>
                      </a:r>
                      <a:r>
                        <a:rPr kumimoji="0" lang="en-US" sz="17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 chosen</a:t>
                      </a:r>
                      <a:endParaRPr kumimoji="0" lang="en-US" sz="1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horzOverflow="overflow"/>
                </a:tc>
              </a:tr>
              <a:tr h="90329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Limited Liability Company</a:t>
                      </a:r>
                      <a:endParaRPr kumimoji="0" lang="en-US" sz="1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Members share control or appoint managers</a:t>
                      </a:r>
                      <a:endParaRPr kumimoji="0" lang="en-US" sz="1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Limited personal liability</a:t>
                      </a:r>
                      <a:endParaRPr kumimoji="0" lang="en-US" sz="1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Not a separate entity unless</a:t>
                      </a:r>
                      <a:r>
                        <a:rPr kumimoji="0" lang="en-US" sz="17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 chosen</a:t>
                      </a:r>
                      <a:endParaRPr kumimoji="0" lang="en-US" sz="1700" u="none" strike="noStrike" cap="none" normalizeH="0" baseline="0" dirty="0">
                        <a:ln>
                          <a:noFill/>
                        </a:ln>
                        <a:effectLst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horzOverflow="overflow"/>
                </a:tc>
              </a:tr>
            </a:tbl>
          </a:graphicData>
        </a:graphic>
      </p:graphicFrame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362200" y="6248400"/>
            <a:ext cx="4038600" cy="476250"/>
          </a:xfrm>
        </p:spPr>
        <p:txBody>
          <a:bodyPr/>
          <a:lstStyle/>
          <a:p>
            <a:r>
              <a:rPr lang="en-US" smtClean="0"/>
              <a:t>Copyright © 2014 John Wiley &amp; Sons, Inc.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152400"/>
            <a:ext cx="8610600" cy="1066800"/>
          </a:xfrm>
        </p:spPr>
        <p:txBody>
          <a:bodyPr>
            <a:noAutofit/>
          </a:bodyPr>
          <a:lstStyle/>
          <a:p>
            <a:r>
              <a:rPr lang="en-US" dirty="0"/>
              <a:t>Stockholder</a:t>
            </a:r>
            <a:r>
              <a:rPr lang="en-US" dirty="0" smtClean="0"/>
              <a:t> &amp; Operating </a:t>
            </a:r>
            <a:r>
              <a:rPr lang="en-US" dirty="0"/>
              <a:t>A</a:t>
            </a:r>
            <a:r>
              <a:rPr lang="en-US" dirty="0" smtClean="0"/>
              <a:t>greements</a:t>
            </a:r>
            <a:endParaRPr lang="en-US" dirty="0"/>
          </a:p>
        </p:txBody>
      </p:sp>
      <p:graphicFrame>
        <p:nvGraphicFramePr>
          <p:cNvPr id="14" name="Diagram 13"/>
          <p:cNvGraphicFramePr/>
          <p:nvPr>
            <p:extLst>
              <p:ext uri="{D42A27DB-BD31-4B8C-83A1-F6EECF244321}">
                <p14:modId xmlns:p14="http://schemas.microsoft.com/office/powerpoint/2010/main" val="1146533796"/>
              </p:ext>
            </p:extLst>
          </p:nvPr>
        </p:nvGraphicFramePr>
        <p:xfrm>
          <a:off x="1219200" y="1371600"/>
          <a:ext cx="6781800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229350"/>
            <a:ext cx="2895600" cy="476250"/>
          </a:xfrm>
        </p:spPr>
        <p:txBody>
          <a:bodyPr/>
          <a:lstStyle/>
          <a:p>
            <a:r>
              <a:rPr lang="en-US" smtClean="0"/>
              <a:t>Copyright © 2014 John Wiley &amp; Sons, Inc.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5" name="Text Box 3"/>
          <p:cNvSpPr txBox="1">
            <a:spLocks noChangeArrowheads="1"/>
          </p:cNvSpPr>
          <p:nvPr/>
        </p:nvSpPr>
        <p:spPr bwMode="auto">
          <a:xfrm>
            <a:off x="685800" y="2057401"/>
            <a:ext cx="1752600" cy="1631216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>
            <a:prstTxWarp prst="textNoShape">
              <a:avLst/>
            </a:prstTxWarp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 dirty="0">
                <a:latin typeface="Tw Cen MT"/>
              </a:rPr>
              <a:t>Negotiating employment terms between you and the investor</a:t>
            </a:r>
          </a:p>
        </p:txBody>
      </p:sp>
      <p:sp>
        <p:nvSpPr>
          <p:cNvPr id="74756" name="Text Box 4"/>
          <p:cNvSpPr txBox="1">
            <a:spLocks noChangeArrowheads="1"/>
          </p:cNvSpPr>
          <p:nvPr/>
        </p:nvSpPr>
        <p:spPr bwMode="auto">
          <a:xfrm>
            <a:off x="2667000" y="2057400"/>
            <a:ext cx="1752600" cy="1631216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>
            <a:prstTxWarp prst="textNoShape">
              <a:avLst/>
            </a:prstTxWarp>
            <a:spAutoFit/>
          </a:bodyPr>
          <a:lstStyle/>
          <a:p>
            <a:pPr algn="ctr">
              <a:spcBef>
                <a:spcPct val="50000"/>
              </a:spcBef>
            </a:pPr>
            <a:endParaRPr lang="en-US" sz="2000" dirty="0">
              <a:latin typeface="Times New Roman" charset="0"/>
            </a:endParaRPr>
          </a:p>
          <a:p>
            <a:pPr algn="ctr">
              <a:spcBef>
                <a:spcPct val="50000"/>
              </a:spcBef>
            </a:pPr>
            <a:r>
              <a:rPr lang="en-US" sz="2000" dirty="0">
                <a:latin typeface="Tw Cen MT"/>
              </a:rPr>
              <a:t>Disposition of equity interests</a:t>
            </a:r>
          </a:p>
          <a:p>
            <a:pPr algn="ctr">
              <a:spcBef>
                <a:spcPct val="50000"/>
              </a:spcBef>
            </a:pPr>
            <a:endParaRPr lang="en-US" sz="2000" dirty="0">
              <a:latin typeface="Tw Cen MT"/>
            </a:endParaRPr>
          </a:p>
        </p:txBody>
      </p:sp>
      <p:sp>
        <p:nvSpPr>
          <p:cNvPr id="74757" name="Text Box 5"/>
          <p:cNvSpPr txBox="1">
            <a:spLocks noChangeArrowheads="1"/>
          </p:cNvSpPr>
          <p:nvPr/>
        </p:nvSpPr>
        <p:spPr bwMode="auto">
          <a:xfrm>
            <a:off x="4648200" y="2057401"/>
            <a:ext cx="1752600" cy="1631216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>
            <a:prstTxWarp prst="textNoShape">
              <a:avLst/>
            </a:prstTxWarp>
            <a:spAutoFit/>
          </a:bodyPr>
          <a:lstStyle/>
          <a:p>
            <a:pPr algn="ctr">
              <a:spcBef>
                <a:spcPct val="50000"/>
              </a:spcBef>
            </a:pPr>
            <a:endParaRPr lang="en-US" sz="2000" dirty="0">
              <a:latin typeface="Times New Roman" charset="0"/>
            </a:endParaRPr>
          </a:p>
          <a:p>
            <a:pPr algn="ctr">
              <a:spcBef>
                <a:spcPct val="50000"/>
              </a:spcBef>
            </a:pPr>
            <a:r>
              <a:rPr lang="en-US" sz="2000" dirty="0">
                <a:latin typeface="Tw Cen MT"/>
              </a:rPr>
              <a:t>Distribution of company </a:t>
            </a:r>
            <a:r>
              <a:rPr lang="en-US" sz="2000" dirty="0" smtClean="0">
                <a:latin typeface="Tw Cen MT"/>
              </a:rPr>
              <a:t>profit</a:t>
            </a:r>
          </a:p>
          <a:p>
            <a:pPr algn="ctr">
              <a:spcBef>
                <a:spcPct val="50000"/>
              </a:spcBef>
            </a:pPr>
            <a:endParaRPr lang="en-US" sz="2000" dirty="0">
              <a:latin typeface="Tw Cen MT"/>
            </a:endParaRPr>
          </a:p>
        </p:txBody>
      </p:sp>
      <p:sp>
        <p:nvSpPr>
          <p:cNvPr id="74758" name="Text Box 6"/>
          <p:cNvSpPr txBox="1">
            <a:spLocks noChangeArrowheads="1"/>
          </p:cNvSpPr>
          <p:nvPr/>
        </p:nvSpPr>
        <p:spPr bwMode="auto">
          <a:xfrm>
            <a:off x="6629400" y="2057401"/>
            <a:ext cx="1752600" cy="1631216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>
            <a:prstTxWarp prst="textNoShape">
              <a:avLst/>
            </a:prstTxWarp>
            <a:spAutoFit/>
          </a:bodyPr>
          <a:lstStyle/>
          <a:p>
            <a:pPr algn="ctr">
              <a:spcBef>
                <a:spcPct val="50000"/>
              </a:spcBef>
            </a:pPr>
            <a:endParaRPr lang="en-US" sz="2000" dirty="0">
              <a:latin typeface="Times New Roman" charset="0"/>
            </a:endParaRPr>
          </a:p>
          <a:p>
            <a:pPr algn="ctr">
              <a:spcBef>
                <a:spcPct val="50000"/>
              </a:spcBef>
            </a:pPr>
            <a:r>
              <a:rPr lang="en-US" sz="2000" dirty="0">
                <a:latin typeface="Tw Cen MT"/>
              </a:rPr>
              <a:t>Redemption provisions </a:t>
            </a:r>
          </a:p>
          <a:p>
            <a:pPr algn="ctr">
              <a:spcBef>
                <a:spcPct val="50000"/>
              </a:spcBef>
            </a:pPr>
            <a:endParaRPr lang="en-US" sz="2000" dirty="0">
              <a:latin typeface="Times New Roman" charset="0"/>
            </a:endParaRPr>
          </a:p>
        </p:txBody>
      </p:sp>
      <p:sp>
        <p:nvSpPr>
          <p:cNvPr id="74760" name="Line 8"/>
          <p:cNvSpPr>
            <a:spLocks noChangeShapeType="1"/>
          </p:cNvSpPr>
          <p:nvPr/>
        </p:nvSpPr>
        <p:spPr bwMode="auto">
          <a:xfrm>
            <a:off x="4434841" y="3048001"/>
            <a:ext cx="216406" cy="0"/>
          </a:xfrm>
          <a:prstGeom prst="line">
            <a:avLst/>
          </a:prstGeom>
          <a:noFill/>
          <a:ln w="38100">
            <a:solidFill>
              <a:srgbClr val="68A5FF"/>
            </a:solidFill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4763" name="Rectangle 11"/>
          <p:cNvSpPr>
            <a:spLocks noChangeArrowheads="1"/>
          </p:cNvSpPr>
          <p:nvPr/>
        </p:nvSpPr>
        <p:spPr bwMode="auto">
          <a:xfrm>
            <a:off x="685800" y="4267200"/>
            <a:ext cx="1752600" cy="16002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>
            <a:prstTxWarp prst="textNoShape">
              <a:avLst/>
            </a:prstTxWarp>
          </a:bodyPr>
          <a:lstStyle/>
          <a:p>
            <a:r>
              <a:rPr lang="en-US" sz="2000" dirty="0">
                <a:latin typeface="Tw Cen MT"/>
                <a:ea typeface="Arial Unicode MS" charset="0"/>
                <a:cs typeface="Arial Unicode MS" charset="0"/>
              </a:rPr>
              <a:t>Each party’s</a:t>
            </a:r>
          </a:p>
          <a:p>
            <a:r>
              <a:rPr lang="en-US" sz="2000" dirty="0">
                <a:latin typeface="Tw Cen MT"/>
                <a:ea typeface="Arial Unicode MS" charset="0"/>
                <a:cs typeface="Arial Unicode MS" charset="0"/>
              </a:rPr>
              <a:t>obligations</a:t>
            </a:r>
          </a:p>
        </p:txBody>
      </p:sp>
      <p:sp>
        <p:nvSpPr>
          <p:cNvPr id="74764" name="Line 12"/>
          <p:cNvSpPr>
            <a:spLocks noChangeShapeType="1"/>
          </p:cNvSpPr>
          <p:nvPr/>
        </p:nvSpPr>
        <p:spPr bwMode="auto">
          <a:xfrm>
            <a:off x="3505200" y="3703638"/>
            <a:ext cx="0" cy="563562"/>
          </a:xfrm>
          <a:prstGeom prst="line">
            <a:avLst/>
          </a:prstGeom>
          <a:noFill/>
          <a:ln w="38100">
            <a:solidFill>
              <a:srgbClr val="68A5FF"/>
            </a:solidFill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4765" name="Rectangle 13"/>
          <p:cNvSpPr>
            <a:spLocks noChangeArrowheads="1"/>
          </p:cNvSpPr>
          <p:nvPr/>
        </p:nvSpPr>
        <p:spPr bwMode="auto">
          <a:xfrm>
            <a:off x="2667000" y="4267200"/>
            <a:ext cx="1752600" cy="16002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>
            <a:prstTxWarp prst="textNoShape">
              <a:avLst/>
            </a:prstTxWarp>
          </a:bodyPr>
          <a:lstStyle/>
          <a:p>
            <a:pPr>
              <a:buFontTx/>
              <a:buChar char="-"/>
            </a:pPr>
            <a:r>
              <a:rPr lang="en-US" sz="2000" dirty="0">
                <a:latin typeface="Tw Cen MT"/>
                <a:ea typeface="Arial Unicode MS" charset="0"/>
                <a:cs typeface="Arial Unicode MS" charset="0"/>
              </a:rPr>
              <a:t>Redemption</a:t>
            </a:r>
          </a:p>
          <a:p>
            <a:r>
              <a:rPr lang="en-US" sz="2000" dirty="0">
                <a:latin typeface="Tw Cen MT"/>
                <a:ea typeface="Arial Unicode MS" charset="0"/>
                <a:cs typeface="Arial Unicode MS" charset="0"/>
              </a:rPr>
              <a:t>  </a:t>
            </a:r>
            <a:r>
              <a:rPr lang="en-US" sz="2000" dirty="0" smtClean="0">
                <a:latin typeface="Tw Cen MT"/>
                <a:ea typeface="Arial Unicode MS" charset="0"/>
                <a:cs typeface="Arial Unicode MS" charset="0"/>
              </a:rPr>
              <a:t> agreement</a:t>
            </a:r>
            <a:endParaRPr lang="en-US" sz="2000" dirty="0">
              <a:latin typeface="Tw Cen MT"/>
              <a:ea typeface="Arial Unicode MS" charset="0"/>
              <a:cs typeface="Arial Unicode MS" charset="0"/>
            </a:endParaRPr>
          </a:p>
          <a:p>
            <a:pPr>
              <a:buFontTx/>
              <a:buChar char="-"/>
            </a:pPr>
            <a:r>
              <a:rPr lang="en-US" sz="2000" dirty="0">
                <a:latin typeface="Tw Cen MT"/>
                <a:ea typeface="Arial Unicode MS" charset="0"/>
                <a:cs typeface="Arial Unicode MS" charset="0"/>
              </a:rPr>
              <a:t>Cross-purchase</a:t>
            </a:r>
          </a:p>
          <a:p>
            <a:r>
              <a:rPr lang="en-US" sz="2000" dirty="0">
                <a:latin typeface="Tw Cen MT"/>
                <a:ea typeface="Arial Unicode MS" charset="0"/>
                <a:cs typeface="Arial Unicode MS" charset="0"/>
              </a:rPr>
              <a:t>  </a:t>
            </a:r>
            <a:r>
              <a:rPr lang="en-US" sz="2000" dirty="0" smtClean="0">
                <a:latin typeface="Tw Cen MT"/>
                <a:ea typeface="Arial Unicode MS" charset="0"/>
                <a:cs typeface="Arial Unicode MS" charset="0"/>
              </a:rPr>
              <a:t> agreement</a:t>
            </a:r>
            <a:endParaRPr lang="en-US" sz="2000" dirty="0">
              <a:latin typeface="Tw Cen MT"/>
              <a:ea typeface="Arial Unicode MS" charset="0"/>
              <a:cs typeface="Arial Unicode MS" charset="0"/>
            </a:endParaRPr>
          </a:p>
        </p:txBody>
      </p:sp>
      <p:sp>
        <p:nvSpPr>
          <p:cNvPr id="74767" name="Rectangle 15"/>
          <p:cNvSpPr>
            <a:spLocks noChangeArrowheads="1"/>
          </p:cNvSpPr>
          <p:nvPr/>
        </p:nvSpPr>
        <p:spPr bwMode="auto">
          <a:xfrm>
            <a:off x="4648200" y="4267200"/>
            <a:ext cx="1752600" cy="16002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>
            <a:prstTxWarp prst="textNoShape">
              <a:avLst/>
            </a:prstTxWarp>
          </a:bodyPr>
          <a:lstStyle/>
          <a:p>
            <a:r>
              <a:rPr lang="en-US" sz="2000" dirty="0">
                <a:latin typeface="Tw Cen MT"/>
                <a:ea typeface="Arial Unicode MS" charset="0"/>
                <a:cs typeface="Arial Unicode MS" charset="0"/>
              </a:rPr>
              <a:t>Provisions to</a:t>
            </a:r>
          </a:p>
          <a:p>
            <a:r>
              <a:rPr lang="en-US" sz="2000" dirty="0">
                <a:latin typeface="Tw Cen MT"/>
                <a:ea typeface="Arial Unicode MS" charset="0"/>
                <a:cs typeface="Arial Unicode MS" charset="0"/>
              </a:rPr>
              <a:t>resolve voting</a:t>
            </a:r>
          </a:p>
          <a:p>
            <a:r>
              <a:rPr lang="en-US" sz="2000" dirty="0">
                <a:latin typeface="Tw Cen MT"/>
                <a:ea typeface="Arial Unicode MS" charset="0"/>
                <a:cs typeface="Arial Unicode MS" charset="0"/>
              </a:rPr>
              <a:t>deadlocks</a:t>
            </a:r>
          </a:p>
          <a:p>
            <a:r>
              <a:rPr lang="en-US" sz="2000" dirty="0">
                <a:latin typeface="Tw Cen MT"/>
                <a:ea typeface="Arial Unicode MS" charset="0"/>
                <a:cs typeface="Arial Unicode MS" charset="0"/>
              </a:rPr>
              <a:t>between owners </a:t>
            </a:r>
          </a:p>
        </p:txBody>
      </p:sp>
      <p:sp>
        <p:nvSpPr>
          <p:cNvPr id="74769" name="Rectangle 17"/>
          <p:cNvSpPr>
            <a:spLocks noChangeArrowheads="1"/>
          </p:cNvSpPr>
          <p:nvPr/>
        </p:nvSpPr>
        <p:spPr bwMode="auto">
          <a:xfrm>
            <a:off x="6629400" y="4267200"/>
            <a:ext cx="1905000" cy="16002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>
            <a:prstTxWarp prst="textNoShape">
              <a:avLst/>
            </a:prstTxWarp>
          </a:bodyPr>
          <a:lstStyle/>
          <a:p>
            <a:r>
              <a:rPr lang="en-US" sz="2000" dirty="0">
                <a:latin typeface="Tw Cen MT"/>
                <a:ea typeface="Arial Unicode MS" charset="0"/>
                <a:cs typeface="Arial Unicode MS" charset="0"/>
              </a:rPr>
              <a:t>Protection for</a:t>
            </a:r>
          </a:p>
          <a:p>
            <a:r>
              <a:rPr lang="en-US" sz="2000" dirty="0">
                <a:latin typeface="Tw Cen MT"/>
                <a:ea typeface="Arial Unicode MS" charset="0"/>
                <a:cs typeface="Arial Unicode MS" charset="0"/>
              </a:rPr>
              <a:t>investors against</a:t>
            </a:r>
          </a:p>
          <a:p>
            <a:r>
              <a:rPr lang="en-US" sz="2000" dirty="0">
                <a:latin typeface="Tw Cen MT"/>
                <a:ea typeface="Arial Unicode MS" charset="0"/>
                <a:cs typeface="Arial Unicode MS" charset="0"/>
              </a:rPr>
              <a:t>being left behind </a:t>
            </a:r>
          </a:p>
        </p:txBody>
      </p:sp>
      <p:sp>
        <p:nvSpPr>
          <p:cNvPr id="18" name="Title 17"/>
          <p:cNvSpPr>
            <a:spLocks noGrp="1"/>
          </p:cNvSpPr>
          <p:nvPr>
            <p:ph type="title"/>
          </p:nvPr>
        </p:nvSpPr>
        <p:spPr>
          <a:xfrm>
            <a:off x="457200" y="152400"/>
            <a:ext cx="8686800" cy="1143000"/>
          </a:xfrm>
        </p:spPr>
        <p:txBody>
          <a:bodyPr>
            <a:noAutofit/>
          </a:bodyPr>
          <a:lstStyle/>
          <a:p>
            <a:r>
              <a:rPr lang="en-US" dirty="0" smtClean="0"/>
              <a:t>Stockholder &amp; Operating Agreements</a:t>
            </a:r>
            <a:endParaRPr lang="en-US" dirty="0"/>
          </a:p>
        </p:txBody>
      </p:sp>
      <p:sp>
        <p:nvSpPr>
          <p:cNvPr id="19" name="Line 12"/>
          <p:cNvSpPr>
            <a:spLocks noChangeShapeType="1"/>
          </p:cNvSpPr>
          <p:nvPr/>
        </p:nvSpPr>
        <p:spPr bwMode="auto">
          <a:xfrm>
            <a:off x="7543800" y="3703638"/>
            <a:ext cx="0" cy="563562"/>
          </a:xfrm>
          <a:prstGeom prst="line">
            <a:avLst/>
          </a:prstGeom>
          <a:noFill/>
          <a:ln w="38100">
            <a:solidFill>
              <a:srgbClr val="68A5FF"/>
            </a:solidFill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" name="Line 12"/>
          <p:cNvSpPr>
            <a:spLocks noChangeShapeType="1"/>
          </p:cNvSpPr>
          <p:nvPr/>
        </p:nvSpPr>
        <p:spPr bwMode="auto">
          <a:xfrm>
            <a:off x="5486400" y="3703638"/>
            <a:ext cx="0" cy="563562"/>
          </a:xfrm>
          <a:prstGeom prst="line">
            <a:avLst/>
          </a:prstGeom>
          <a:noFill/>
          <a:ln w="38100">
            <a:solidFill>
              <a:srgbClr val="68A5FF"/>
            </a:solidFill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" name="Line 8"/>
          <p:cNvSpPr>
            <a:spLocks noChangeShapeType="1"/>
          </p:cNvSpPr>
          <p:nvPr/>
        </p:nvSpPr>
        <p:spPr bwMode="auto">
          <a:xfrm>
            <a:off x="2438400" y="3094038"/>
            <a:ext cx="216406" cy="0"/>
          </a:xfrm>
          <a:prstGeom prst="line">
            <a:avLst/>
          </a:prstGeom>
          <a:noFill/>
          <a:ln w="38100">
            <a:solidFill>
              <a:srgbClr val="68A5FF"/>
            </a:solidFill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2" name="Line 8"/>
          <p:cNvSpPr>
            <a:spLocks noChangeShapeType="1"/>
          </p:cNvSpPr>
          <p:nvPr/>
        </p:nvSpPr>
        <p:spPr bwMode="auto">
          <a:xfrm>
            <a:off x="6412994" y="3094038"/>
            <a:ext cx="216406" cy="0"/>
          </a:xfrm>
          <a:prstGeom prst="line">
            <a:avLst/>
          </a:prstGeom>
          <a:noFill/>
          <a:ln w="38100">
            <a:solidFill>
              <a:srgbClr val="68A5FF"/>
            </a:solidFill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Line 12"/>
          <p:cNvSpPr>
            <a:spLocks noChangeShapeType="1"/>
          </p:cNvSpPr>
          <p:nvPr/>
        </p:nvSpPr>
        <p:spPr bwMode="auto">
          <a:xfrm>
            <a:off x="1600200" y="3733800"/>
            <a:ext cx="0" cy="563562"/>
          </a:xfrm>
          <a:prstGeom prst="line">
            <a:avLst/>
          </a:prstGeom>
          <a:noFill/>
          <a:ln w="38100">
            <a:solidFill>
              <a:srgbClr val="68A5FF"/>
            </a:solidFill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76250"/>
          </a:xfrm>
        </p:spPr>
        <p:txBody>
          <a:bodyPr/>
          <a:lstStyle/>
          <a:p>
            <a:r>
              <a:rPr lang="en-US" smtClean="0"/>
              <a:t>Copyright © 2014 John Wiley &amp; Sons, Inc.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Legal and</a:t>
            </a:r>
            <a:r>
              <a:rPr lang="en-US" dirty="0" smtClean="0"/>
              <a:t> Tax </a:t>
            </a:r>
            <a:r>
              <a:rPr lang="en-US" dirty="0"/>
              <a:t>I</a:t>
            </a:r>
            <a:r>
              <a:rPr lang="en-US" dirty="0" smtClean="0"/>
              <a:t>ssues </a:t>
            </a:r>
            <a:r>
              <a:rPr lang="en-US" dirty="0"/>
              <a:t>in</a:t>
            </a:r>
            <a:r>
              <a:rPr lang="en-US" dirty="0" smtClean="0"/>
              <a:t> Hiring</a:t>
            </a:r>
            <a:endParaRPr lang="en-US" dirty="0"/>
          </a:p>
        </p:txBody>
      </p:sp>
      <p:sp>
        <p:nvSpPr>
          <p:cNvPr id="15" name="Content Placeholder 1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charset="2"/>
              <a:buChar char="q"/>
            </a:pPr>
            <a:r>
              <a:rPr lang="en-US" dirty="0" smtClean="0"/>
              <a:t>Employees as agents of the company</a:t>
            </a:r>
          </a:p>
          <a:p>
            <a:pPr>
              <a:buFont typeface="Wingdings" charset="2"/>
              <a:buChar char="q"/>
            </a:pPr>
            <a:r>
              <a:rPr lang="en-US" dirty="0" smtClean="0"/>
              <a:t>Employee discrimination</a:t>
            </a:r>
          </a:p>
          <a:p>
            <a:pPr>
              <a:buFont typeface="Wingdings" charset="2"/>
              <a:buChar char="q"/>
            </a:pPr>
            <a:r>
              <a:rPr lang="en-US" dirty="0" smtClean="0"/>
              <a:t>Other employment status</a:t>
            </a:r>
          </a:p>
          <a:p>
            <a:pPr>
              <a:buFont typeface="Wingdings" charset="2"/>
              <a:buChar char="q"/>
            </a:pPr>
            <a:r>
              <a:rPr lang="en-US" dirty="0" smtClean="0"/>
              <a:t>Employment agreements</a:t>
            </a:r>
          </a:p>
          <a:p>
            <a:pPr>
              <a:buFont typeface="Wingdings" charset="2"/>
              <a:buChar char="q"/>
            </a:pPr>
            <a:r>
              <a:rPr lang="en-US" dirty="0" smtClean="0"/>
              <a:t>Equity sharing</a:t>
            </a:r>
          </a:p>
          <a:p>
            <a:pPr>
              <a:buFont typeface="Wingdings" charset="2"/>
              <a:buChar char="q"/>
            </a:pPr>
            <a:endParaRPr lang="en-US" dirty="0" smtClean="0"/>
          </a:p>
          <a:p>
            <a:pPr>
              <a:buFont typeface="Wingdings" charset="2"/>
              <a:buChar char="q"/>
            </a:pPr>
            <a:endParaRPr lang="en-US" dirty="0" smtClean="0"/>
          </a:p>
          <a:p>
            <a:pPr>
              <a:buFont typeface="Wingdings" charset="2"/>
              <a:buChar char="q"/>
            </a:pPr>
            <a:endParaRPr lang="en-US" dirty="0" smtClean="0"/>
          </a:p>
          <a:p>
            <a:pPr>
              <a:buFont typeface="Wingdings" charset="2"/>
              <a:buChar char="q"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/>
          <a:lstStyle/>
          <a:p>
            <a:r>
              <a:rPr lang="en-US" dirty="0"/>
              <a:t>Insurance</a:t>
            </a:r>
          </a:p>
        </p:txBody>
      </p:sp>
      <p:graphicFrame>
        <p:nvGraphicFramePr>
          <p:cNvPr id="13" name="Content Placeholder 12"/>
          <p:cNvGraphicFramePr>
            <a:graphicFrameLocks noGrp="1"/>
          </p:cNvGraphicFramePr>
          <p:nvPr>
            <p:ph type="dgm" idx="1"/>
            <p:extLst>
              <p:ext uri="{D42A27DB-BD31-4B8C-83A1-F6EECF244321}">
                <p14:modId xmlns:p14="http://schemas.microsoft.com/office/powerpoint/2010/main" val="343457973"/>
              </p:ext>
            </p:extLst>
          </p:nvPr>
        </p:nvGraphicFramePr>
        <p:xfrm>
          <a:off x="685800" y="1447800"/>
          <a:ext cx="7696200" cy="4343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76250"/>
          </a:xfrm>
        </p:spPr>
        <p:txBody>
          <a:bodyPr/>
          <a:lstStyle/>
          <a:p>
            <a:r>
              <a:rPr lang="en-US" smtClean="0"/>
              <a:t>Copyright © 2014 John Wiley &amp; Sons, Inc.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152400"/>
            <a:ext cx="8229600" cy="1143000"/>
          </a:xfrm>
        </p:spPr>
        <p:txBody>
          <a:bodyPr>
            <a:noAutofit/>
          </a:bodyPr>
          <a:lstStyle/>
          <a:p>
            <a:r>
              <a:rPr lang="en-US" dirty="0"/>
              <a:t>Legal</a:t>
            </a:r>
            <a:r>
              <a:rPr lang="en-US" dirty="0" smtClean="0"/>
              <a:t> Issues </a:t>
            </a:r>
            <a:r>
              <a:rPr lang="en-US" dirty="0"/>
              <a:t>in the</a:t>
            </a:r>
            <a:r>
              <a:rPr lang="en-US" dirty="0" smtClean="0"/>
              <a:t> Sale </a:t>
            </a:r>
            <a:r>
              <a:rPr lang="en-US" dirty="0"/>
              <a:t>of</a:t>
            </a:r>
            <a:r>
              <a:rPr lang="en-US" dirty="0" smtClean="0"/>
              <a:t> Securities</a:t>
            </a:r>
            <a:endParaRPr lang="en-US" dirty="0"/>
          </a:p>
        </p:txBody>
      </p:sp>
      <p:graphicFrame>
        <p:nvGraphicFramePr>
          <p:cNvPr id="8" name="Diagram 7"/>
          <p:cNvGraphicFramePr/>
          <p:nvPr/>
        </p:nvGraphicFramePr>
        <p:xfrm>
          <a:off x="1524000" y="1498600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495800" y="5943600"/>
            <a:ext cx="3429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Public Placement</a:t>
            </a:r>
            <a:endParaRPr lang="en-US" dirty="0"/>
          </a:p>
        </p:txBody>
      </p:sp>
      <p:cxnSp>
        <p:nvCxnSpPr>
          <p:cNvPr id="12" name="Straight Arrow Connector 11"/>
          <p:cNvCxnSpPr/>
          <p:nvPr/>
        </p:nvCxnSpPr>
        <p:spPr>
          <a:xfrm rot="5400000" flipH="1" flipV="1">
            <a:off x="6012975" y="5723411"/>
            <a:ext cx="472437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371600" y="5943600"/>
            <a:ext cx="29718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Private Placement</a:t>
            </a:r>
            <a:endParaRPr lang="en-US" dirty="0"/>
          </a:p>
        </p:txBody>
      </p:sp>
      <p:cxnSp>
        <p:nvCxnSpPr>
          <p:cNvPr id="19" name="Straight Arrow Connector 18"/>
          <p:cNvCxnSpPr/>
          <p:nvPr/>
        </p:nvCxnSpPr>
        <p:spPr>
          <a:xfrm rot="5400000" flipH="1" flipV="1">
            <a:off x="2583181" y="5722619"/>
            <a:ext cx="472437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Recap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612648" y="1600200"/>
            <a:ext cx="8153400" cy="4724400"/>
          </a:xfrm>
        </p:spPr>
        <p:txBody>
          <a:bodyPr>
            <a:normAutofit fontScale="92500" lnSpcReduction="20000"/>
          </a:bodyPr>
          <a:lstStyle/>
          <a:p>
            <a:pPr>
              <a:buFont typeface="Wingdings" charset="2"/>
              <a:buChar char="q"/>
            </a:pPr>
            <a:r>
              <a:rPr lang="en-US" dirty="0" smtClean="0"/>
              <a:t>When creating a company while at a job, consider your legal obligations to your employer. </a:t>
            </a:r>
          </a:p>
          <a:p>
            <a:pPr>
              <a:buFont typeface="Wingdings" charset="2"/>
              <a:buChar char="q"/>
            </a:pPr>
            <a:r>
              <a:rPr lang="en-US" dirty="0" smtClean="0"/>
              <a:t>Are you violating a non-compete or using proprietary information for your start-up?</a:t>
            </a:r>
          </a:p>
          <a:p>
            <a:pPr>
              <a:buFont typeface="Wingdings" charset="2"/>
              <a:buChar char="q"/>
            </a:pPr>
            <a:r>
              <a:rPr lang="en-US" dirty="0" smtClean="0"/>
              <a:t>Choose the form of business that will most benefit you and any stockholders—what are tax implications?</a:t>
            </a:r>
          </a:p>
          <a:p>
            <a:pPr>
              <a:buFont typeface="Wingdings" charset="2"/>
              <a:buChar char="q"/>
            </a:pPr>
            <a:r>
              <a:rPr lang="en-US" dirty="0" smtClean="0"/>
              <a:t>Hire a lawyer to draw up legal agreements</a:t>
            </a:r>
          </a:p>
          <a:p>
            <a:pPr>
              <a:buFont typeface="Wingdings" charset="2"/>
              <a:buChar char="q"/>
            </a:pPr>
            <a:r>
              <a:rPr lang="en-US" dirty="0" smtClean="0"/>
              <a:t>Before issuing stock, make sure investors are accredited and that stock offering doesn’t have to be registered with the government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2185</TotalTime>
  <Words>657</Words>
  <Application>Microsoft Office PowerPoint</Application>
  <PresentationFormat>On-screen Show (4:3)</PresentationFormat>
  <Paragraphs>130</Paragraphs>
  <Slides>12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Legal AND TAX ISSUES Chapter 12</vt:lpstr>
      <vt:lpstr>Corporate Opportunity Doctrine</vt:lpstr>
      <vt:lpstr>Consider Leaving a Company When...</vt:lpstr>
      <vt:lpstr>Choosing an Attorney and Accountant</vt:lpstr>
      <vt:lpstr>Choice of Legal Form</vt:lpstr>
      <vt:lpstr>Comparative Table of Entities</vt:lpstr>
      <vt:lpstr>Stockholder &amp; Operating Agreements</vt:lpstr>
      <vt:lpstr>Stockholder &amp; Operating Agreements</vt:lpstr>
      <vt:lpstr>Legal and Tax Issues in Hiring</vt:lpstr>
      <vt:lpstr>Insurance</vt:lpstr>
      <vt:lpstr>Legal Issues in the Sale of Securities</vt:lpstr>
      <vt:lpstr>Recap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Basic strategy categories are:</dc:title>
  <dc:creator>Alexey Amerikov</dc:creator>
  <cp:lastModifiedBy>Dallas, Amanda - Hoboken</cp:lastModifiedBy>
  <cp:revision>70</cp:revision>
  <dcterms:created xsi:type="dcterms:W3CDTF">2010-07-19T22:16:46Z</dcterms:created>
  <dcterms:modified xsi:type="dcterms:W3CDTF">2015-03-02T20:34:48Z</dcterms:modified>
</cp:coreProperties>
</file>