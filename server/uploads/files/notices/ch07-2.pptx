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95" d="100"/>
          <a:sy n="95" d="100"/>
        </p:scale>
        <p:origin x="-432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305E26-F759-1047-B6CB-A7B445DC20E1}" type="doc">
      <dgm:prSet loTypeId="urn:microsoft.com/office/officeart/2005/8/layout/radial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6FB439F-3DD5-1D4D-AEBE-565DA4361D5F}">
      <dgm:prSet phldrT="[Text]" custT="1"/>
      <dgm:spPr/>
      <dgm:t>
        <a:bodyPr/>
        <a:lstStyle/>
        <a:p>
          <a:r>
            <a:rPr lang="en-US" sz="1600" dirty="0" smtClean="0">
              <a:latin typeface="Arial" panose="020B0604020202020204" pitchFamily="34" charset="0"/>
              <a:cs typeface="Arial" panose="020B0604020202020204" pitchFamily="34" charset="0"/>
            </a:rPr>
            <a:t>Executive Summary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0D897B-BB00-C846-B949-8E0E3CA0B8FF}" type="parTrans" cxnId="{6ED4183C-8516-674C-8160-BD75C1336471}">
      <dgm:prSet/>
      <dgm:spPr/>
      <dgm:t>
        <a:bodyPr/>
        <a:lstStyle/>
        <a:p>
          <a:endParaRPr lang="en-US"/>
        </a:p>
      </dgm:t>
    </dgm:pt>
    <dgm:pt modelId="{3CE93621-608F-684B-BCB5-53C7486747AA}" type="sibTrans" cxnId="{6ED4183C-8516-674C-8160-BD75C1336471}">
      <dgm:prSet/>
      <dgm:spPr/>
      <dgm:t>
        <a:bodyPr/>
        <a:lstStyle/>
        <a:p>
          <a:endParaRPr lang="en-US"/>
        </a:p>
      </dgm:t>
    </dgm:pt>
    <dgm:pt modelId="{93630E9A-2F25-2C41-AC69-4DE20725139C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Operations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1C4BC2-657F-EC47-A652-A09857CC6A7C}" type="parTrans" cxnId="{1AE95F6B-C86A-CB42-819D-B539000DECB4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60B83F-44C2-1E40-A150-2BC11A05DE37}" type="sibTrans" cxnId="{1AE95F6B-C86A-CB42-819D-B539000DECB4}">
      <dgm:prSet/>
      <dgm:spPr/>
      <dgm:t>
        <a:bodyPr/>
        <a:lstStyle/>
        <a:p>
          <a:endParaRPr lang="en-US"/>
        </a:p>
      </dgm:t>
    </dgm:pt>
    <dgm:pt modelId="{5C3B8761-E9C4-8B46-8E8C-C921F5F42647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Marketing Plan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F8FFB1-B670-F240-8514-C55FCAAEA680}" type="parTrans" cxnId="{05A66B75-6A8E-724B-94CE-716DB2D4BFCF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79001C-D32E-094C-B508-EB9E4FFF8556}" type="sibTrans" cxnId="{05A66B75-6A8E-724B-94CE-716DB2D4BFCF}">
      <dgm:prSet/>
      <dgm:spPr/>
      <dgm:t>
        <a:bodyPr/>
        <a:lstStyle/>
        <a:p>
          <a:endParaRPr lang="en-US"/>
        </a:p>
      </dgm:t>
    </dgm:pt>
    <dgm:pt modelId="{8192BA49-3DA3-ED4A-B5D3-75A5BE0B0E1A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Team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59C235-2D6F-ED40-B383-BE5ACB815D10}" type="parTrans" cxnId="{1E22DA72-D987-3A47-A2DA-F48A44C5C63F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B17B7F-627A-274C-B9A9-0056459DB317}" type="sibTrans" cxnId="{1E22DA72-D987-3A47-A2DA-F48A44C5C63F}">
      <dgm:prSet/>
      <dgm:spPr/>
      <dgm:t>
        <a:bodyPr/>
        <a:lstStyle/>
        <a:p>
          <a:endParaRPr lang="en-US"/>
        </a:p>
      </dgm:t>
    </dgm:pt>
    <dgm:pt modelId="{4ABE97BE-38B8-F34C-BE12-85AB42B5EBF4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Develop-</a:t>
          </a:r>
          <a:r>
            <a:rPr lang="en-US" sz="1400" dirty="0" err="1" smtClean="0">
              <a:latin typeface="Arial" panose="020B0604020202020204" pitchFamily="34" charset="0"/>
              <a:cs typeface="Arial" panose="020B0604020202020204" pitchFamily="34" charset="0"/>
            </a:rPr>
            <a:t>ment</a:t>
          </a:r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 Plan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63B193-359E-3A41-9EAF-910F8272092F}" type="parTrans" cxnId="{0CA8B357-ECAB-2541-A089-0A6FD090EBD5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5E81B8-C5C1-3442-AC3A-E974B9057535}" type="sibTrans" cxnId="{0CA8B357-ECAB-2541-A089-0A6FD090EBD5}">
      <dgm:prSet/>
      <dgm:spPr/>
      <dgm:t>
        <a:bodyPr/>
        <a:lstStyle/>
        <a:p>
          <a:endParaRPr lang="en-US"/>
        </a:p>
      </dgm:t>
    </dgm:pt>
    <dgm:pt modelId="{50A8977E-CCA4-5D40-A593-A9138CCC8AB0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Critical Risks 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7633D7-25F7-BF4E-925F-F7E5737D4F77}" type="parTrans" cxnId="{ABE3DCC7-075C-7B49-83A4-8C59150FD79C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BE1824-6D82-FC40-825C-A815E29A96B1}" type="sibTrans" cxnId="{ABE3DCC7-075C-7B49-83A4-8C59150FD79C}">
      <dgm:prSet/>
      <dgm:spPr/>
      <dgm:t>
        <a:bodyPr/>
        <a:lstStyle/>
        <a:p>
          <a:endParaRPr lang="en-US"/>
        </a:p>
      </dgm:t>
    </dgm:pt>
    <dgm:pt modelId="{5B32DABA-7359-7A4D-888B-3189418AFFF2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Company/ Product Description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DC9B1C-6863-8048-A0E9-DC1D7F970984}" type="parTrans" cxnId="{B22B59A1-E91A-F443-A236-D523A13EAD0E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0D5FD5-CED5-9E45-AAC0-8F42E375E8AE}" type="sibTrans" cxnId="{B22B59A1-E91A-F443-A236-D523A13EAD0E}">
      <dgm:prSet/>
      <dgm:spPr/>
      <dgm:t>
        <a:bodyPr/>
        <a:lstStyle/>
        <a:p>
          <a:endParaRPr lang="en-US"/>
        </a:p>
      </dgm:t>
    </dgm:pt>
    <dgm:pt modelId="{9C110B5D-9AA5-6C4A-9870-B5CBCE07583A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Industry/ Competitor Analysis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90F00D-B60E-B040-AEDF-E86330DA686E}" type="parTrans" cxnId="{15B889FB-9290-DD48-BE54-0C2A27CEF163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5C34F2-B552-D341-88BF-452755202539}" type="sibTrans" cxnId="{15B889FB-9290-DD48-BE54-0C2A27CEF163}">
      <dgm:prSet/>
      <dgm:spPr/>
      <dgm:t>
        <a:bodyPr/>
        <a:lstStyle/>
        <a:p>
          <a:endParaRPr lang="en-US"/>
        </a:p>
      </dgm:t>
    </dgm:pt>
    <dgm:pt modelId="{F6F5AFEA-7D44-6248-BF2E-B70F88FD6546}">
      <dgm:prSet phldrT="[Text]" custT="1"/>
      <dgm:spPr/>
      <dgm:t>
        <a:bodyPr/>
        <a:lstStyle/>
        <a:p>
          <a:r>
            <a:rPr lang="en-US" sz="1400" dirty="0" smtClean="0">
              <a:latin typeface="Arial" panose="020B0604020202020204" pitchFamily="34" charset="0"/>
              <a:cs typeface="Arial" panose="020B0604020202020204" pitchFamily="34" charset="0"/>
            </a:rPr>
            <a:t>Financial Plan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7A097B-7333-1241-8492-76CB503A6D03}" type="parTrans" cxnId="{10756E98-6759-CE4C-B744-82F739A224F0}">
      <dgm:prSet custT="1"/>
      <dgm:spPr/>
      <dgm:t>
        <a:bodyPr/>
        <a:lstStyle/>
        <a:p>
          <a:endParaRPr lang="en-US" sz="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089CB3-F845-E14A-BBFC-7160A826C9DE}" type="sibTrans" cxnId="{10756E98-6759-CE4C-B744-82F739A224F0}">
      <dgm:prSet/>
      <dgm:spPr/>
      <dgm:t>
        <a:bodyPr/>
        <a:lstStyle/>
        <a:p>
          <a:endParaRPr lang="en-US"/>
        </a:p>
      </dgm:t>
    </dgm:pt>
    <dgm:pt modelId="{607E6184-7778-FF49-ACB1-B59E1B799FF1}" type="pres">
      <dgm:prSet presAssocID="{40305E26-F759-1047-B6CB-A7B445DC20E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854CDF-41EA-5744-8235-089E5DE9AD05}" type="pres">
      <dgm:prSet presAssocID="{06FB439F-3DD5-1D4D-AEBE-565DA4361D5F}" presName="centerShape" presStyleLbl="node0" presStyleIdx="0" presStyleCnt="1" custScaleX="139125" custScaleY="130501"/>
      <dgm:spPr/>
      <dgm:t>
        <a:bodyPr/>
        <a:lstStyle/>
        <a:p>
          <a:endParaRPr lang="en-US"/>
        </a:p>
      </dgm:t>
    </dgm:pt>
    <dgm:pt modelId="{1B90DE1B-42C8-E54F-9D6D-3C1D577B52B9}" type="pres">
      <dgm:prSet presAssocID="{3C7633D7-25F7-BF4E-925F-F7E5737D4F77}" presName="Name9" presStyleLbl="parChTrans1D2" presStyleIdx="0" presStyleCnt="8"/>
      <dgm:spPr/>
      <dgm:t>
        <a:bodyPr/>
        <a:lstStyle/>
        <a:p>
          <a:endParaRPr lang="en-US"/>
        </a:p>
      </dgm:t>
    </dgm:pt>
    <dgm:pt modelId="{A3A2697C-A750-E54D-9BBB-EF2858B2CA38}" type="pres">
      <dgm:prSet presAssocID="{3C7633D7-25F7-BF4E-925F-F7E5737D4F77}" presName="connTx" presStyleLbl="parChTrans1D2" presStyleIdx="0" presStyleCnt="8"/>
      <dgm:spPr/>
      <dgm:t>
        <a:bodyPr/>
        <a:lstStyle/>
        <a:p>
          <a:endParaRPr lang="en-US"/>
        </a:p>
      </dgm:t>
    </dgm:pt>
    <dgm:pt modelId="{82C43F6E-C3B7-5440-BEF5-A4D46AB0D469}" type="pres">
      <dgm:prSet presAssocID="{50A8977E-CCA4-5D40-A593-A9138CCC8AB0}" presName="node" presStyleLbl="node1" presStyleIdx="0" presStyleCnt="8" custScaleX="143718" custScaleY="126959" custRadScaleRad="138893" custRadScaleInc="-3803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1840FE-E98D-954D-8451-5AC8E203B2F1}" type="pres">
      <dgm:prSet presAssocID="{C9DC9B1C-6863-8048-A0E9-DC1D7F970984}" presName="Name9" presStyleLbl="parChTrans1D2" presStyleIdx="1" presStyleCnt="8"/>
      <dgm:spPr/>
      <dgm:t>
        <a:bodyPr/>
        <a:lstStyle/>
        <a:p>
          <a:endParaRPr lang="en-US"/>
        </a:p>
      </dgm:t>
    </dgm:pt>
    <dgm:pt modelId="{DCD70963-929C-5E48-9689-F4159D0BE599}" type="pres">
      <dgm:prSet presAssocID="{C9DC9B1C-6863-8048-A0E9-DC1D7F970984}" presName="connTx" presStyleLbl="parChTrans1D2" presStyleIdx="1" presStyleCnt="8"/>
      <dgm:spPr/>
      <dgm:t>
        <a:bodyPr/>
        <a:lstStyle/>
        <a:p>
          <a:endParaRPr lang="en-US"/>
        </a:p>
      </dgm:t>
    </dgm:pt>
    <dgm:pt modelId="{E4995CF1-AE1D-1640-922D-6E97E413F342}" type="pres">
      <dgm:prSet presAssocID="{5B32DABA-7359-7A4D-888B-3189418AFFF2}" presName="node" presStyleLbl="node1" presStyleIdx="1" presStyleCnt="8" custScaleX="143718" custScaleY="126959" custRadScaleRad="119501" custRadScaleInc="159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AB2937-4F59-7940-9B91-382B5B84D461}" type="pres">
      <dgm:prSet presAssocID="{911C4BC2-657F-EC47-A652-A09857CC6A7C}" presName="Name9" presStyleLbl="parChTrans1D2" presStyleIdx="2" presStyleCnt="8"/>
      <dgm:spPr/>
      <dgm:t>
        <a:bodyPr/>
        <a:lstStyle/>
        <a:p>
          <a:endParaRPr lang="en-US"/>
        </a:p>
      </dgm:t>
    </dgm:pt>
    <dgm:pt modelId="{2730291F-86C9-3241-BCAC-12B481000559}" type="pres">
      <dgm:prSet presAssocID="{911C4BC2-657F-EC47-A652-A09857CC6A7C}" presName="connTx" presStyleLbl="parChTrans1D2" presStyleIdx="2" presStyleCnt="8"/>
      <dgm:spPr/>
      <dgm:t>
        <a:bodyPr/>
        <a:lstStyle/>
        <a:p>
          <a:endParaRPr lang="en-US"/>
        </a:p>
      </dgm:t>
    </dgm:pt>
    <dgm:pt modelId="{F359298D-2571-6243-AEF3-FA741B863937}" type="pres">
      <dgm:prSet presAssocID="{93630E9A-2F25-2C41-AC69-4DE20725139C}" presName="node" presStyleLbl="node1" presStyleIdx="2" presStyleCnt="8" custScaleX="166118" custScaleY="126959" custRadScaleRad="91878" custRadScaleInc="3720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6E0CE1-FF6D-E64A-953F-06556FF03EA5}" type="pres">
      <dgm:prSet presAssocID="{F3F8FFB1-B670-F240-8514-C55FCAAEA680}" presName="Name9" presStyleLbl="parChTrans1D2" presStyleIdx="3" presStyleCnt="8"/>
      <dgm:spPr/>
      <dgm:t>
        <a:bodyPr/>
        <a:lstStyle/>
        <a:p>
          <a:endParaRPr lang="en-US"/>
        </a:p>
      </dgm:t>
    </dgm:pt>
    <dgm:pt modelId="{5C34DF8E-50D9-DB41-A00A-1ABAAAC29D0B}" type="pres">
      <dgm:prSet presAssocID="{F3F8FFB1-B670-F240-8514-C55FCAAEA680}" presName="connTx" presStyleLbl="parChTrans1D2" presStyleIdx="3" presStyleCnt="8"/>
      <dgm:spPr/>
      <dgm:t>
        <a:bodyPr/>
        <a:lstStyle/>
        <a:p>
          <a:endParaRPr lang="en-US"/>
        </a:p>
      </dgm:t>
    </dgm:pt>
    <dgm:pt modelId="{269EA03B-D327-8A4E-B203-542D710BC126}" type="pres">
      <dgm:prSet presAssocID="{5C3B8761-E9C4-8B46-8E8C-C921F5F42647}" presName="node" presStyleLbl="node1" presStyleIdx="3" presStyleCnt="8" custScaleX="143718" custScaleY="126959" custRadScaleRad="118815" custRadScaleInc="-2039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B5EBEF-DC80-0B41-BEB6-666B575AAA56}" type="pres">
      <dgm:prSet presAssocID="{5F59C235-2D6F-ED40-B383-BE5ACB815D10}" presName="Name9" presStyleLbl="parChTrans1D2" presStyleIdx="4" presStyleCnt="8"/>
      <dgm:spPr/>
      <dgm:t>
        <a:bodyPr/>
        <a:lstStyle/>
        <a:p>
          <a:endParaRPr lang="en-US"/>
        </a:p>
      </dgm:t>
    </dgm:pt>
    <dgm:pt modelId="{51A7F274-F8F7-2242-AE78-C3EE5C641F39}" type="pres">
      <dgm:prSet presAssocID="{5F59C235-2D6F-ED40-B383-BE5ACB815D10}" presName="connTx" presStyleLbl="parChTrans1D2" presStyleIdx="4" presStyleCnt="8"/>
      <dgm:spPr/>
      <dgm:t>
        <a:bodyPr/>
        <a:lstStyle/>
        <a:p>
          <a:endParaRPr lang="en-US"/>
        </a:p>
      </dgm:t>
    </dgm:pt>
    <dgm:pt modelId="{C36EAC13-4867-ED45-9814-51BE5D889869}" type="pres">
      <dgm:prSet presAssocID="{8192BA49-3DA3-ED4A-B5D3-75A5BE0B0E1A}" presName="node" presStyleLbl="node1" presStyleIdx="4" presStyleCnt="8" custScaleX="143718" custScaleY="126959" custRadScaleRad="125009" custRadScaleInc="-2397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ED8C9A-2BDD-304C-AAFF-AC7CFE777C1B}" type="pres">
      <dgm:prSet presAssocID="{7363B193-359E-3A41-9EAF-910F8272092F}" presName="Name9" presStyleLbl="parChTrans1D2" presStyleIdx="5" presStyleCnt="8"/>
      <dgm:spPr/>
      <dgm:t>
        <a:bodyPr/>
        <a:lstStyle/>
        <a:p>
          <a:endParaRPr lang="en-US"/>
        </a:p>
      </dgm:t>
    </dgm:pt>
    <dgm:pt modelId="{45B83BD7-7C92-C54F-9C70-C38D05999A49}" type="pres">
      <dgm:prSet presAssocID="{7363B193-359E-3A41-9EAF-910F8272092F}" presName="connTx" presStyleLbl="parChTrans1D2" presStyleIdx="5" presStyleCnt="8"/>
      <dgm:spPr/>
      <dgm:t>
        <a:bodyPr/>
        <a:lstStyle/>
        <a:p>
          <a:endParaRPr lang="en-US"/>
        </a:p>
      </dgm:t>
    </dgm:pt>
    <dgm:pt modelId="{BA722C94-079A-3344-9E50-D8C6E9C47520}" type="pres">
      <dgm:prSet presAssocID="{4ABE97BE-38B8-F34C-BE12-85AB42B5EBF4}" presName="node" presStyleLbl="node1" presStyleIdx="5" presStyleCnt="8" custScaleX="143718" custScaleY="126959" custRadScaleRad="119471" custRadScaleInc="310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1049E1-60BC-2447-A854-9CC8F1E43B0E}" type="pres">
      <dgm:prSet presAssocID="{6590F00D-B60E-B040-AEDF-E86330DA686E}" presName="Name9" presStyleLbl="parChTrans1D2" presStyleIdx="6" presStyleCnt="8"/>
      <dgm:spPr/>
      <dgm:t>
        <a:bodyPr/>
        <a:lstStyle/>
        <a:p>
          <a:endParaRPr lang="en-US"/>
        </a:p>
      </dgm:t>
    </dgm:pt>
    <dgm:pt modelId="{BC4762E7-44CC-2248-8055-481F62FBAAB8}" type="pres">
      <dgm:prSet presAssocID="{6590F00D-B60E-B040-AEDF-E86330DA686E}" presName="connTx" presStyleLbl="parChTrans1D2" presStyleIdx="6" presStyleCnt="8"/>
      <dgm:spPr/>
      <dgm:t>
        <a:bodyPr/>
        <a:lstStyle/>
        <a:p>
          <a:endParaRPr lang="en-US"/>
        </a:p>
      </dgm:t>
    </dgm:pt>
    <dgm:pt modelId="{785D9879-0B7B-0740-9F39-93602A81DE20}" type="pres">
      <dgm:prSet presAssocID="{9C110B5D-9AA5-6C4A-9870-B5CBCE07583A}" presName="node" presStyleLbl="node1" presStyleIdx="6" presStyleCnt="8" custScaleX="152243" custScaleY="126959" custRadScaleRad="94812" custRadScaleInc="4041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AC0001-2608-8B4B-8BDE-48270F2C975A}" type="pres">
      <dgm:prSet presAssocID="{C37A097B-7333-1241-8492-76CB503A6D03}" presName="Name9" presStyleLbl="parChTrans1D2" presStyleIdx="7" presStyleCnt="8"/>
      <dgm:spPr/>
      <dgm:t>
        <a:bodyPr/>
        <a:lstStyle/>
        <a:p>
          <a:endParaRPr lang="en-US"/>
        </a:p>
      </dgm:t>
    </dgm:pt>
    <dgm:pt modelId="{0D650D46-6310-D540-B47D-53F83D0EFCB2}" type="pres">
      <dgm:prSet presAssocID="{C37A097B-7333-1241-8492-76CB503A6D03}" presName="connTx" presStyleLbl="parChTrans1D2" presStyleIdx="7" presStyleCnt="8"/>
      <dgm:spPr/>
      <dgm:t>
        <a:bodyPr/>
        <a:lstStyle/>
        <a:p>
          <a:endParaRPr lang="en-US"/>
        </a:p>
      </dgm:t>
    </dgm:pt>
    <dgm:pt modelId="{5BE23E1D-44F5-884B-AFD7-3BFF5A3BA3AA}" type="pres">
      <dgm:prSet presAssocID="{F6F5AFEA-7D44-6248-BF2E-B70F88FD6546}" presName="node" presStyleLbl="node1" presStyleIdx="7" presStyleCnt="8" custScaleX="137328" custScaleY="126959" custRadScaleRad="118702" custRadScaleInc="-121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A58DE5-5776-4BA3-AB61-632142B2B181}" type="presOf" srcId="{40305E26-F759-1047-B6CB-A7B445DC20E1}" destId="{607E6184-7778-FF49-ACB1-B59E1B799FF1}" srcOrd="0" destOrd="0" presId="urn:microsoft.com/office/officeart/2005/8/layout/radial1"/>
    <dgm:cxn modelId="{F12F46CA-1EF2-4893-A27C-C0D87C60509B}" type="presOf" srcId="{6590F00D-B60E-B040-AEDF-E86330DA686E}" destId="{BC4762E7-44CC-2248-8055-481F62FBAAB8}" srcOrd="1" destOrd="0" presId="urn:microsoft.com/office/officeart/2005/8/layout/radial1"/>
    <dgm:cxn modelId="{0B2822CA-05E7-4154-B28B-45B94A9ACC27}" type="presOf" srcId="{7363B193-359E-3A41-9EAF-910F8272092F}" destId="{1AED8C9A-2BDD-304C-AAFF-AC7CFE777C1B}" srcOrd="0" destOrd="0" presId="urn:microsoft.com/office/officeart/2005/8/layout/radial1"/>
    <dgm:cxn modelId="{1AE95F6B-C86A-CB42-819D-B539000DECB4}" srcId="{06FB439F-3DD5-1D4D-AEBE-565DA4361D5F}" destId="{93630E9A-2F25-2C41-AC69-4DE20725139C}" srcOrd="2" destOrd="0" parTransId="{911C4BC2-657F-EC47-A652-A09857CC6A7C}" sibTransId="{7B60B83F-44C2-1E40-A150-2BC11A05DE37}"/>
    <dgm:cxn modelId="{19CCF95D-26F8-43E5-97C1-AA60C85192E6}" type="presOf" srcId="{93630E9A-2F25-2C41-AC69-4DE20725139C}" destId="{F359298D-2571-6243-AEF3-FA741B863937}" srcOrd="0" destOrd="0" presId="urn:microsoft.com/office/officeart/2005/8/layout/radial1"/>
    <dgm:cxn modelId="{6ED4183C-8516-674C-8160-BD75C1336471}" srcId="{40305E26-F759-1047-B6CB-A7B445DC20E1}" destId="{06FB439F-3DD5-1D4D-AEBE-565DA4361D5F}" srcOrd="0" destOrd="0" parTransId="{150D897B-BB00-C846-B949-8E0E3CA0B8FF}" sibTransId="{3CE93621-608F-684B-BCB5-53C7486747AA}"/>
    <dgm:cxn modelId="{3C8863F7-2368-4358-8531-380304E5F4DA}" type="presOf" srcId="{C9DC9B1C-6863-8048-A0E9-DC1D7F970984}" destId="{101840FE-E98D-954D-8451-5AC8E203B2F1}" srcOrd="0" destOrd="0" presId="urn:microsoft.com/office/officeart/2005/8/layout/radial1"/>
    <dgm:cxn modelId="{E7A5C294-15AE-480D-A530-90759DECBCED}" type="presOf" srcId="{7363B193-359E-3A41-9EAF-910F8272092F}" destId="{45B83BD7-7C92-C54F-9C70-C38D05999A49}" srcOrd="1" destOrd="0" presId="urn:microsoft.com/office/officeart/2005/8/layout/radial1"/>
    <dgm:cxn modelId="{230A24F5-A848-4B9C-80B7-4ECF4A3F1690}" type="presOf" srcId="{8192BA49-3DA3-ED4A-B5D3-75A5BE0B0E1A}" destId="{C36EAC13-4867-ED45-9814-51BE5D889869}" srcOrd="0" destOrd="0" presId="urn:microsoft.com/office/officeart/2005/8/layout/radial1"/>
    <dgm:cxn modelId="{ABE3DCC7-075C-7B49-83A4-8C59150FD79C}" srcId="{06FB439F-3DD5-1D4D-AEBE-565DA4361D5F}" destId="{50A8977E-CCA4-5D40-A593-A9138CCC8AB0}" srcOrd="0" destOrd="0" parTransId="{3C7633D7-25F7-BF4E-925F-F7E5737D4F77}" sibTransId="{A7BE1824-6D82-FC40-825C-A815E29A96B1}"/>
    <dgm:cxn modelId="{50FDC6F2-3C6A-4DF8-9536-836D80BE6EB2}" type="presOf" srcId="{C9DC9B1C-6863-8048-A0E9-DC1D7F970984}" destId="{DCD70963-929C-5E48-9689-F4159D0BE599}" srcOrd="1" destOrd="0" presId="urn:microsoft.com/office/officeart/2005/8/layout/radial1"/>
    <dgm:cxn modelId="{B22B59A1-E91A-F443-A236-D523A13EAD0E}" srcId="{06FB439F-3DD5-1D4D-AEBE-565DA4361D5F}" destId="{5B32DABA-7359-7A4D-888B-3189418AFFF2}" srcOrd="1" destOrd="0" parTransId="{C9DC9B1C-6863-8048-A0E9-DC1D7F970984}" sibTransId="{170D5FD5-CED5-9E45-AAC0-8F42E375E8AE}"/>
    <dgm:cxn modelId="{E34979BA-F5F1-417E-814E-1F0B07F18D65}" type="presOf" srcId="{3C7633D7-25F7-BF4E-925F-F7E5737D4F77}" destId="{A3A2697C-A750-E54D-9BBB-EF2858B2CA38}" srcOrd="1" destOrd="0" presId="urn:microsoft.com/office/officeart/2005/8/layout/radial1"/>
    <dgm:cxn modelId="{15B889FB-9290-DD48-BE54-0C2A27CEF163}" srcId="{06FB439F-3DD5-1D4D-AEBE-565DA4361D5F}" destId="{9C110B5D-9AA5-6C4A-9870-B5CBCE07583A}" srcOrd="6" destOrd="0" parTransId="{6590F00D-B60E-B040-AEDF-E86330DA686E}" sibTransId="{5A5C34F2-B552-D341-88BF-452755202539}"/>
    <dgm:cxn modelId="{2839EC68-3D8E-4167-870A-760B3C970E9A}" type="presOf" srcId="{5F59C235-2D6F-ED40-B383-BE5ACB815D10}" destId="{51A7F274-F8F7-2242-AE78-C3EE5C641F39}" srcOrd="1" destOrd="0" presId="urn:microsoft.com/office/officeart/2005/8/layout/radial1"/>
    <dgm:cxn modelId="{A149AE6C-3074-4B29-B903-C523773C1C35}" type="presOf" srcId="{4ABE97BE-38B8-F34C-BE12-85AB42B5EBF4}" destId="{BA722C94-079A-3344-9E50-D8C6E9C47520}" srcOrd="0" destOrd="0" presId="urn:microsoft.com/office/officeart/2005/8/layout/radial1"/>
    <dgm:cxn modelId="{8DB688A2-34D6-4525-AB0B-E7B823207700}" type="presOf" srcId="{F3F8FFB1-B670-F240-8514-C55FCAAEA680}" destId="{C06E0CE1-FF6D-E64A-953F-06556FF03EA5}" srcOrd="0" destOrd="0" presId="urn:microsoft.com/office/officeart/2005/8/layout/radial1"/>
    <dgm:cxn modelId="{0CA8B357-ECAB-2541-A089-0A6FD090EBD5}" srcId="{06FB439F-3DD5-1D4D-AEBE-565DA4361D5F}" destId="{4ABE97BE-38B8-F34C-BE12-85AB42B5EBF4}" srcOrd="5" destOrd="0" parTransId="{7363B193-359E-3A41-9EAF-910F8272092F}" sibTransId="{215E81B8-C5C1-3442-AC3A-E974B9057535}"/>
    <dgm:cxn modelId="{05A66B75-6A8E-724B-94CE-716DB2D4BFCF}" srcId="{06FB439F-3DD5-1D4D-AEBE-565DA4361D5F}" destId="{5C3B8761-E9C4-8B46-8E8C-C921F5F42647}" srcOrd="3" destOrd="0" parTransId="{F3F8FFB1-B670-F240-8514-C55FCAAEA680}" sibTransId="{0B79001C-D32E-094C-B508-EB9E4FFF8556}"/>
    <dgm:cxn modelId="{DA7A0B2F-186E-4E59-8A2D-1557099DA182}" type="presOf" srcId="{F6F5AFEA-7D44-6248-BF2E-B70F88FD6546}" destId="{5BE23E1D-44F5-884B-AFD7-3BFF5A3BA3AA}" srcOrd="0" destOrd="0" presId="urn:microsoft.com/office/officeart/2005/8/layout/radial1"/>
    <dgm:cxn modelId="{1E22DA72-D987-3A47-A2DA-F48A44C5C63F}" srcId="{06FB439F-3DD5-1D4D-AEBE-565DA4361D5F}" destId="{8192BA49-3DA3-ED4A-B5D3-75A5BE0B0E1A}" srcOrd="4" destOrd="0" parTransId="{5F59C235-2D6F-ED40-B383-BE5ACB815D10}" sibTransId="{D3B17B7F-627A-274C-B9A9-0056459DB317}"/>
    <dgm:cxn modelId="{8C3E0A28-EDBC-44B5-AE7B-7048AFC1F819}" type="presOf" srcId="{911C4BC2-657F-EC47-A652-A09857CC6A7C}" destId="{2730291F-86C9-3241-BCAC-12B481000559}" srcOrd="1" destOrd="0" presId="urn:microsoft.com/office/officeart/2005/8/layout/radial1"/>
    <dgm:cxn modelId="{4F9A3F1D-A1CF-449D-8018-80B67FE0123C}" type="presOf" srcId="{9C110B5D-9AA5-6C4A-9870-B5CBCE07583A}" destId="{785D9879-0B7B-0740-9F39-93602A81DE20}" srcOrd="0" destOrd="0" presId="urn:microsoft.com/office/officeart/2005/8/layout/radial1"/>
    <dgm:cxn modelId="{4D3B0E3B-BE98-43DF-A368-615C0D1D5A5B}" type="presOf" srcId="{5F59C235-2D6F-ED40-B383-BE5ACB815D10}" destId="{CAB5EBEF-DC80-0B41-BEB6-666B575AAA56}" srcOrd="0" destOrd="0" presId="urn:microsoft.com/office/officeart/2005/8/layout/radial1"/>
    <dgm:cxn modelId="{4DBE40D8-B8A9-42B0-854D-C75D4AB49FC0}" type="presOf" srcId="{F3F8FFB1-B670-F240-8514-C55FCAAEA680}" destId="{5C34DF8E-50D9-DB41-A00A-1ABAAAC29D0B}" srcOrd="1" destOrd="0" presId="urn:microsoft.com/office/officeart/2005/8/layout/radial1"/>
    <dgm:cxn modelId="{102C9BD0-1A62-47F4-A30F-ABDF416CA363}" type="presOf" srcId="{3C7633D7-25F7-BF4E-925F-F7E5737D4F77}" destId="{1B90DE1B-42C8-E54F-9D6D-3C1D577B52B9}" srcOrd="0" destOrd="0" presId="urn:microsoft.com/office/officeart/2005/8/layout/radial1"/>
    <dgm:cxn modelId="{10756E98-6759-CE4C-B744-82F739A224F0}" srcId="{06FB439F-3DD5-1D4D-AEBE-565DA4361D5F}" destId="{F6F5AFEA-7D44-6248-BF2E-B70F88FD6546}" srcOrd="7" destOrd="0" parTransId="{C37A097B-7333-1241-8492-76CB503A6D03}" sibTransId="{2F089CB3-F845-E14A-BBFC-7160A826C9DE}"/>
    <dgm:cxn modelId="{2604CA57-8EBA-46B0-A43E-07C71E16E54E}" type="presOf" srcId="{6590F00D-B60E-B040-AEDF-E86330DA686E}" destId="{A81049E1-60BC-2447-A854-9CC8F1E43B0E}" srcOrd="0" destOrd="0" presId="urn:microsoft.com/office/officeart/2005/8/layout/radial1"/>
    <dgm:cxn modelId="{DC281CB1-EB35-468C-8C79-B2967132B010}" type="presOf" srcId="{50A8977E-CCA4-5D40-A593-A9138CCC8AB0}" destId="{82C43F6E-C3B7-5440-BEF5-A4D46AB0D469}" srcOrd="0" destOrd="0" presId="urn:microsoft.com/office/officeart/2005/8/layout/radial1"/>
    <dgm:cxn modelId="{1A0DDF90-337A-4190-9492-1A7C4E81938B}" type="presOf" srcId="{5C3B8761-E9C4-8B46-8E8C-C921F5F42647}" destId="{269EA03B-D327-8A4E-B203-542D710BC126}" srcOrd="0" destOrd="0" presId="urn:microsoft.com/office/officeart/2005/8/layout/radial1"/>
    <dgm:cxn modelId="{48C47D06-290E-4409-A728-A40D23DE1D95}" type="presOf" srcId="{5B32DABA-7359-7A4D-888B-3189418AFFF2}" destId="{E4995CF1-AE1D-1640-922D-6E97E413F342}" srcOrd="0" destOrd="0" presId="urn:microsoft.com/office/officeart/2005/8/layout/radial1"/>
    <dgm:cxn modelId="{A001583D-F941-4F48-B12B-146D346C4E10}" type="presOf" srcId="{911C4BC2-657F-EC47-A652-A09857CC6A7C}" destId="{9FAB2937-4F59-7940-9B91-382B5B84D461}" srcOrd="0" destOrd="0" presId="urn:microsoft.com/office/officeart/2005/8/layout/radial1"/>
    <dgm:cxn modelId="{D6B4204F-350B-47A4-8F08-A6F9CE24B6C1}" type="presOf" srcId="{C37A097B-7333-1241-8492-76CB503A6D03}" destId="{F5AC0001-2608-8B4B-8BDE-48270F2C975A}" srcOrd="0" destOrd="0" presId="urn:microsoft.com/office/officeart/2005/8/layout/radial1"/>
    <dgm:cxn modelId="{DD4C3B67-B2BF-4BD2-A598-5EAEF6B53DF1}" type="presOf" srcId="{C37A097B-7333-1241-8492-76CB503A6D03}" destId="{0D650D46-6310-D540-B47D-53F83D0EFCB2}" srcOrd="1" destOrd="0" presId="urn:microsoft.com/office/officeart/2005/8/layout/radial1"/>
    <dgm:cxn modelId="{0C779116-BC39-4201-BA6B-A24ECF7D36ED}" type="presOf" srcId="{06FB439F-3DD5-1D4D-AEBE-565DA4361D5F}" destId="{2D854CDF-41EA-5744-8235-089E5DE9AD05}" srcOrd="0" destOrd="0" presId="urn:microsoft.com/office/officeart/2005/8/layout/radial1"/>
    <dgm:cxn modelId="{28E19317-8776-4D6E-91A2-2118BABBEF04}" type="presParOf" srcId="{607E6184-7778-FF49-ACB1-B59E1B799FF1}" destId="{2D854CDF-41EA-5744-8235-089E5DE9AD05}" srcOrd="0" destOrd="0" presId="urn:microsoft.com/office/officeart/2005/8/layout/radial1"/>
    <dgm:cxn modelId="{B1D10553-1A66-428A-AF86-C9F08508DDBE}" type="presParOf" srcId="{607E6184-7778-FF49-ACB1-B59E1B799FF1}" destId="{1B90DE1B-42C8-E54F-9D6D-3C1D577B52B9}" srcOrd="1" destOrd="0" presId="urn:microsoft.com/office/officeart/2005/8/layout/radial1"/>
    <dgm:cxn modelId="{B8718167-21E4-458A-8022-6595ECC2C5FB}" type="presParOf" srcId="{1B90DE1B-42C8-E54F-9D6D-3C1D577B52B9}" destId="{A3A2697C-A750-E54D-9BBB-EF2858B2CA38}" srcOrd="0" destOrd="0" presId="urn:microsoft.com/office/officeart/2005/8/layout/radial1"/>
    <dgm:cxn modelId="{B7A327F4-58C4-4B0F-B09E-E64A3B571DE8}" type="presParOf" srcId="{607E6184-7778-FF49-ACB1-B59E1B799FF1}" destId="{82C43F6E-C3B7-5440-BEF5-A4D46AB0D469}" srcOrd="2" destOrd="0" presId="urn:microsoft.com/office/officeart/2005/8/layout/radial1"/>
    <dgm:cxn modelId="{E1614089-E62A-40BF-9BE7-06BB8CA6AA35}" type="presParOf" srcId="{607E6184-7778-FF49-ACB1-B59E1B799FF1}" destId="{101840FE-E98D-954D-8451-5AC8E203B2F1}" srcOrd="3" destOrd="0" presId="urn:microsoft.com/office/officeart/2005/8/layout/radial1"/>
    <dgm:cxn modelId="{AB24AE95-2032-4D9F-8DF4-A5A8058EE485}" type="presParOf" srcId="{101840FE-E98D-954D-8451-5AC8E203B2F1}" destId="{DCD70963-929C-5E48-9689-F4159D0BE599}" srcOrd="0" destOrd="0" presId="urn:microsoft.com/office/officeart/2005/8/layout/radial1"/>
    <dgm:cxn modelId="{9DA2D1F5-5F37-43BB-AC13-C624673F93BF}" type="presParOf" srcId="{607E6184-7778-FF49-ACB1-B59E1B799FF1}" destId="{E4995CF1-AE1D-1640-922D-6E97E413F342}" srcOrd="4" destOrd="0" presId="urn:microsoft.com/office/officeart/2005/8/layout/radial1"/>
    <dgm:cxn modelId="{0191BE8A-561C-44B8-B906-624A7978096F}" type="presParOf" srcId="{607E6184-7778-FF49-ACB1-B59E1B799FF1}" destId="{9FAB2937-4F59-7940-9B91-382B5B84D461}" srcOrd="5" destOrd="0" presId="urn:microsoft.com/office/officeart/2005/8/layout/radial1"/>
    <dgm:cxn modelId="{B120F2D8-C9D4-4744-B50B-B8BA7EFC6524}" type="presParOf" srcId="{9FAB2937-4F59-7940-9B91-382B5B84D461}" destId="{2730291F-86C9-3241-BCAC-12B481000559}" srcOrd="0" destOrd="0" presId="urn:microsoft.com/office/officeart/2005/8/layout/radial1"/>
    <dgm:cxn modelId="{95A82342-B6DD-4CA7-97C1-623FF7F02613}" type="presParOf" srcId="{607E6184-7778-FF49-ACB1-B59E1B799FF1}" destId="{F359298D-2571-6243-AEF3-FA741B863937}" srcOrd="6" destOrd="0" presId="urn:microsoft.com/office/officeart/2005/8/layout/radial1"/>
    <dgm:cxn modelId="{1A87B21E-D3FC-4325-BDA9-9BBB4553CDC7}" type="presParOf" srcId="{607E6184-7778-FF49-ACB1-B59E1B799FF1}" destId="{C06E0CE1-FF6D-E64A-953F-06556FF03EA5}" srcOrd="7" destOrd="0" presId="urn:microsoft.com/office/officeart/2005/8/layout/radial1"/>
    <dgm:cxn modelId="{82400FCB-4A58-4BD2-97DB-BD3EC6FE1069}" type="presParOf" srcId="{C06E0CE1-FF6D-E64A-953F-06556FF03EA5}" destId="{5C34DF8E-50D9-DB41-A00A-1ABAAAC29D0B}" srcOrd="0" destOrd="0" presId="urn:microsoft.com/office/officeart/2005/8/layout/radial1"/>
    <dgm:cxn modelId="{9BA9D5DC-844C-4A21-A262-C0D5FCDAA3CF}" type="presParOf" srcId="{607E6184-7778-FF49-ACB1-B59E1B799FF1}" destId="{269EA03B-D327-8A4E-B203-542D710BC126}" srcOrd="8" destOrd="0" presId="urn:microsoft.com/office/officeart/2005/8/layout/radial1"/>
    <dgm:cxn modelId="{B14B43E2-5107-4117-8F84-E2DE96EBCDCD}" type="presParOf" srcId="{607E6184-7778-FF49-ACB1-B59E1B799FF1}" destId="{CAB5EBEF-DC80-0B41-BEB6-666B575AAA56}" srcOrd="9" destOrd="0" presId="urn:microsoft.com/office/officeart/2005/8/layout/radial1"/>
    <dgm:cxn modelId="{69C58210-DE30-4B5E-9F87-A19AD2004311}" type="presParOf" srcId="{CAB5EBEF-DC80-0B41-BEB6-666B575AAA56}" destId="{51A7F274-F8F7-2242-AE78-C3EE5C641F39}" srcOrd="0" destOrd="0" presId="urn:microsoft.com/office/officeart/2005/8/layout/radial1"/>
    <dgm:cxn modelId="{4B1A6381-379B-42F6-8AC3-9C0FBE19860B}" type="presParOf" srcId="{607E6184-7778-FF49-ACB1-B59E1B799FF1}" destId="{C36EAC13-4867-ED45-9814-51BE5D889869}" srcOrd="10" destOrd="0" presId="urn:microsoft.com/office/officeart/2005/8/layout/radial1"/>
    <dgm:cxn modelId="{151BF029-0A8A-46C7-A8D8-C259689D1BE3}" type="presParOf" srcId="{607E6184-7778-FF49-ACB1-B59E1B799FF1}" destId="{1AED8C9A-2BDD-304C-AAFF-AC7CFE777C1B}" srcOrd="11" destOrd="0" presId="urn:microsoft.com/office/officeart/2005/8/layout/radial1"/>
    <dgm:cxn modelId="{579B9DF6-95AC-4F23-A57B-5E87ADC6C5E8}" type="presParOf" srcId="{1AED8C9A-2BDD-304C-AAFF-AC7CFE777C1B}" destId="{45B83BD7-7C92-C54F-9C70-C38D05999A49}" srcOrd="0" destOrd="0" presId="urn:microsoft.com/office/officeart/2005/8/layout/radial1"/>
    <dgm:cxn modelId="{1040A0AE-5ABC-4984-90EC-20889BF4396C}" type="presParOf" srcId="{607E6184-7778-FF49-ACB1-B59E1B799FF1}" destId="{BA722C94-079A-3344-9E50-D8C6E9C47520}" srcOrd="12" destOrd="0" presId="urn:microsoft.com/office/officeart/2005/8/layout/radial1"/>
    <dgm:cxn modelId="{3A0031BA-A5FE-4C66-8888-40F201E2C658}" type="presParOf" srcId="{607E6184-7778-FF49-ACB1-B59E1B799FF1}" destId="{A81049E1-60BC-2447-A854-9CC8F1E43B0E}" srcOrd="13" destOrd="0" presId="urn:microsoft.com/office/officeart/2005/8/layout/radial1"/>
    <dgm:cxn modelId="{387A3077-29E4-4C7D-895C-27C75C426622}" type="presParOf" srcId="{A81049E1-60BC-2447-A854-9CC8F1E43B0E}" destId="{BC4762E7-44CC-2248-8055-481F62FBAAB8}" srcOrd="0" destOrd="0" presId="urn:microsoft.com/office/officeart/2005/8/layout/radial1"/>
    <dgm:cxn modelId="{D9D9B35D-E127-4908-8683-EC1F9D7D1EC7}" type="presParOf" srcId="{607E6184-7778-FF49-ACB1-B59E1B799FF1}" destId="{785D9879-0B7B-0740-9F39-93602A81DE20}" srcOrd="14" destOrd="0" presId="urn:microsoft.com/office/officeart/2005/8/layout/radial1"/>
    <dgm:cxn modelId="{C95A3EDA-4C6A-491E-91D8-E1BE2052DB26}" type="presParOf" srcId="{607E6184-7778-FF49-ACB1-B59E1B799FF1}" destId="{F5AC0001-2608-8B4B-8BDE-48270F2C975A}" srcOrd="15" destOrd="0" presId="urn:microsoft.com/office/officeart/2005/8/layout/radial1"/>
    <dgm:cxn modelId="{025847D3-2F13-43C5-8E00-72AD0AD27422}" type="presParOf" srcId="{F5AC0001-2608-8B4B-8BDE-48270F2C975A}" destId="{0D650D46-6310-D540-B47D-53F83D0EFCB2}" srcOrd="0" destOrd="0" presId="urn:microsoft.com/office/officeart/2005/8/layout/radial1"/>
    <dgm:cxn modelId="{5D10E0E8-CC61-49B2-B8A5-1231694367B6}" type="presParOf" srcId="{607E6184-7778-FF49-ACB1-B59E1B799FF1}" destId="{5BE23E1D-44F5-884B-AFD7-3BFF5A3BA3AA}" srcOrd="1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7E5EB2-FD0D-5E48-A4B2-173DFFA3EE77}" type="doc">
      <dgm:prSet loTypeId="urn:microsoft.com/office/officeart/2005/8/layout/radial1" loCatId="relationship" qsTypeId="urn:microsoft.com/office/officeart/2005/8/quickstyle/3D1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112DFD1-8D32-BF40-A424-7F4999D6DBF4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Appendix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381DDF-F066-CB42-B613-CDBC9BC62169}" type="parTrans" cxnId="{A98834EA-0717-294D-956F-D502F75F439C}">
      <dgm:prSet/>
      <dgm:spPr/>
      <dgm:t>
        <a:bodyPr/>
        <a:lstStyle/>
        <a:p>
          <a:endParaRPr lang="en-US"/>
        </a:p>
      </dgm:t>
    </dgm:pt>
    <dgm:pt modelId="{74036E91-F359-ED47-883B-19E4DAD763F9}" type="sibTrans" cxnId="{A98834EA-0717-294D-956F-D502F75F439C}">
      <dgm:prSet/>
      <dgm:spPr/>
      <dgm:t>
        <a:bodyPr/>
        <a:lstStyle/>
        <a:p>
          <a:endParaRPr lang="en-US"/>
        </a:p>
      </dgm:t>
    </dgm:pt>
    <dgm:pt modelId="{654F3AB9-0693-7545-92DE-795C567014E1}" type="pres">
      <dgm:prSet presAssocID="{3A7E5EB2-FD0D-5E48-A4B2-173DFFA3EE7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93D869-1F0C-A644-8598-9207131E287F}" type="pres">
      <dgm:prSet presAssocID="{7112DFD1-8D32-BF40-A424-7F4999D6DBF4}" presName="centerShape" presStyleLbl="node0" presStyleIdx="0" presStyleCnt="1" custLinFactNeighborY="-1200"/>
      <dgm:spPr/>
      <dgm:t>
        <a:bodyPr/>
        <a:lstStyle/>
        <a:p>
          <a:endParaRPr lang="en-US"/>
        </a:p>
      </dgm:t>
    </dgm:pt>
  </dgm:ptLst>
  <dgm:cxnLst>
    <dgm:cxn modelId="{1F0A0F71-487B-482B-A351-D30FEC8FCDA5}" type="presOf" srcId="{7112DFD1-8D32-BF40-A424-7F4999D6DBF4}" destId="{1B93D869-1F0C-A644-8598-9207131E287F}" srcOrd="0" destOrd="0" presId="urn:microsoft.com/office/officeart/2005/8/layout/radial1"/>
    <dgm:cxn modelId="{A98834EA-0717-294D-956F-D502F75F439C}" srcId="{3A7E5EB2-FD0D-5E48-A4B2-173DFFA3EE77}" destId="{7112DFD1-8D32-BF40-A424-7F4999D6DBF4}" srcOrd="0" destOrd="0" parTransId="{04381DDF-F066-CB42-B613-CDBC9BC62169}" sibTransId="{74036E91-F359-ED47-883B-19E4DAD763F9}"/>
    <dgm:cxn modelId="{D3936301-036B-4E4D-8E42-0B2BF27E9354}" type="presOf" srcId="{3A7E5EB2-FD0D-5E48-A4B2-173DFFA3EE77}" destId="{654F3AB9-0693-7545-92DE-795C567014E1}" srcOrd="0" destOrd="0" presId="urn:microsoft.com/office/officeart/2005/8/layout/radial1"/>
    <dgm:cxn modelId="{D0B84C88-A478-4ADA-B9AF-63790B1346B7}" type="presParOf" srcId="{654F3AB9-0693-7545-92DE-795C567014E1}" destId="{1B93D869-1F0C-A644-8598-9207131E287F}" srcOrd="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54CDF-41EA-5744-8235-089E5DE9AD05}">
      <dsp:nvSpPr>
        <dsp:cNvPr id="0" name=""/>
        <dsp:cNvSpPr/>
      </dsp:nvSpPr>
      <dsp:spPr>
        <a:xfrm>
          <a:off x="2843923" y="1582116"/>
          <a:ext cx="1404897" cy="131781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Executive Summary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49665" y="1775105"/>
        <a:ext cx="993413" cy="931833"/>
      </dsp:txXfrm>
    </dsp:sp>
    <dsp:sp modelId="{1B90DE1B-42C8-E54F-9D6D-3C1D577B52B9}">
      <dsp:nvSpPr>
        <dsp:cNvPr id="0" name=""/>
        <dsp:cNvSpPr/>
      </dsp:nvSpPr>
      <dsp:spPr>
        <a:xfrm rot="11065073">
          <a:off x="1889006" y="2137321"/>
          <a:ext cx="958711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958711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344394" y="2126041"/>
        <a:ext cx="47935" cy="47935"/>
      </dsp:txXfrm>
    </dsp:sp>
    <dsp:sp modelId="{82C43F6E-C3B7-5440-BEF5-A4D46AB0D469}">
      <dsp:nvSpPr>
        <dsp:cNvPr id="0" name=""/>
        <dsp:cNvSpPr/>
      </dsp:nvSpPr>
      <dsp:spPr>
        <a:xfrm>
          <a:off x="441911" y="1416212"/>
          <a:ext cx="1451278" cy="128204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Critical Risks 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54446" y="1603963"/>
        <a:ext cx="1026208" cy="906542"/>
      </dsp:txXfrm>
    </dsp:sp>
    <dsp:sp modelId="{101840FE-E98D-954D-8451-5AC8E203B2F1}">
      <dsp:nvSpPr>
        <dsp:cNvPr id="0" name=""/>
        <dsp:cNvSpPr/>
      </dsp:nvSpPr>
      <dsp:spPr>
        <a:xfrm rot="19114866">
          <a:off x="3972312" y="1550084"/>
          <a:ext cx="685740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685740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98039" y="1545629"/>
        <a:ext cx="34287" cy="34287"/>
      </dsp:txXfrm>
    </dsp:sp>
    <dsp:sp modelId="{E4995CF1-AE1D-1640-922D-6E97E413F342}">
      <dsp:nvSpPr>
        <dsp:cNvPr id="0" name=""/>
        <dsp:cNvSpPr/>
      </dsp:nvSpPr>
      <dsp:spPr>
        <a:xfrm>
          <a:off x="4360108" y="241954"/>
          <a:ext cx="1451278" cy="1282044"/>
        </a:xfrm>
        <a:prstGeom prst="ellipse">
          <a:avLst/>
        </a:prstGeom>
        <a:gradFill rotWithShape="0">
          <a:gsLst>
            <a:gs pos="0">
              <a:schemeClr val="accent4">
                <a:hueOff val="-637824"/>
                <a:satOff val="3843"/>
                <a:lumOff val="308"/>
                <a:alphaOff val="0"/>
                <a:shade val="51000"/>
                <a:satMod val="130000"/>
              </a:schemeClr>
            </a:gs>
            <a:gs pos="80000">
              <a:schemeClr val="accent4">
                <a:hueOff val="-637824"/>
                <a:satOff val="3843"/>
                <a:lumOff val="308"/>
                <a:alphaOff val="0"/>
                <a:shade val="93000"/>
                <a:satMod val="130000"/>
              </a:schemeClr>
            </a:gs>
            <a:gs pos="100000">
              <a:schemeClr val="accent4">
                <a:hueOff val="-637824"/>
                <a:satOff val="3843"/>
                <a:lumOff val="30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Company/ Product Description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72643" y="429705"/>
        <a:ext cx="1026208" cy="906542"/>
      </dsp:txXfrm>
    </dsp:sp>
    <dsp:sp modelId="{9FAB2937-4F59-7940-9B91-382B5B84D461}">
      <dsp:nvSpPr>
        <dsp:cNvPr id="0" name=""/>
        <dsp:cNvSpPr/>
      </dsp:nvSpPr>
      <dsp:spPr>
        <a:xfrm rot="5023134">
          <a:off x="3495485" y="3021066"/>
          <a:ext cx="276280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276280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26719" y="3026848"/>
        <a:ext cx="13814" cy="13814"/>
      </dsp:txXfrm>
    </dsp:sp>
    <dsp:sp modelId="{F359298D-2571-6243-AEF3-FA741B863937}">
      <dsp:nvSpPr>
        <dsp:cNvPr id="0" name=""/>
        <dsp:cNvSpPr/>
      </dsp:nvSpPr>
      <dsp:spPr>
        <a:xfrm>
          <a:off x="2880308" y="3168810"/>
          <a:ext cx="1677475" cy="1282044"/>
        </a:xfrm>
        <a:prstGeom prst="ellipse">
          <a:avLst/>
        </a:prstGeom>
        <a:gradFill rotWithShape="0">
          <a:gsLst>
            <a:gs pos="0">
              <a:schemeClr val="accent4">
                <a:hueOff val="-1275649"/>
                <a:satOff val="7685"/>
                <a:lumOff val="616"/>
                <a:alphaOff val="0"/>
                <a:shade val="51000"/>
                <a:satMod val="130000"/>
              </a:schemeClr>
            </a:gs>
            <a:gs pos="80000">
              <a:schemeClr val="accent4">
                <a:hueOff val="-1275649"/>
                <a:satOff val="7685"/>
                <a:lumOff val="616"/>
                <a:alphaOff val="0"/>
                <a:shade val="93000"/>
                <a:satMod val="130000"/>
              </a:schemeClr>
            </a:gs>
            <a:gs pos="100000">
              <a:schemeClr val="accent4">
                <a:hueOff val="-1275649"/>
                <a:satOff val="7685"/>
                <a:lumOff val="61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Operations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25969" y="3356561"/>
        <a:ext cx="1186153" cy="906542"/>
      </dsp:txXfrm>
    </dsp:sp>
    <dsp:sp modelId="{C06E0CE1-FF6D-E64A-953F-06556FF03EA5}">
      <dsp:nvSpPr>
        <dsp:cNvPr id="0" name=""/>
        <dsp:cNvSpPr/>
      </dsp:nvSpPr>
      <dsp:spPr>
        <a:xfrm rot="21547134">
          <a:off x="4248690" y="2212819"/>
          <a:ext cx="612956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612956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39845" y="2210183"/>
        <a:ext cx="30647" cy="30647"/>
      </dsp:txXfrm>
    </dsp:sp>
    <dsp:sp modelId="{269EA03B-D327-8A4E-B203-542D710BC126}">
      <dsp:nvSpPr>
        <dsp:cNvPr id="0" name=""/>
        <dsp:cNvSpPr/>
      </dsp:nvSpPr>
      <dsp:spPr>
        <a:xfrm>
          <a:off x="4861501" y="1568614"/>
          <a:ext cx="1451278" cy="1282044"/>
        </a:xfrm>
        <a:prstGeom prst="ellipse">
          <a:avLst/>
        </a:prstGeom>
        <a:gradFill rotWithShape="0">
          <a:gsLst>
            <a:gs pos="0">
              <a:schemeClr val="accent4">
                <a:hueOff val="-1913473"/>
                <a:satOff val="11528"/>
                <a:lumOff val="924"/>
                <a:alphaOff val="0"/>
                <a:shade val="51000"/>
                <a:satMod val="130000"/>
              </a:schemeClr>
            </a:gs>
            <a:gs pos="80000">
              <a:schemeClr val="accent4">
                <a:hueOff val="-1913473"/>
                <a:satOff val="11528"/>
                <a:lumOff val="924"/>
                <a:alphaOff val="0"/>
                <a:shade val="93000"/>
                <a:satMod val="130000"/>
              </a:schemeClr>
            </a:gs>
            <a:gs pos="100000">
              <a:schemeClr val="accent4">
                <a:hueOff val="-1913473"/>
                <a:satOff val="11528"/>
                <a:lumOff val="9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Marketing Plan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74036" y="1756365"/>
        <a:ext cx="1026208" cy="906542"/>
      </dsp:txXfrm>
    </dsp:sp>
    <dsp:sp modelId="{CAB5EBEF-DC80-0B41-BEB6-666B575AAA56}">
      <dsp:nvSpPr>
        <dsp:cNvPr id="0" name=""/>
        <dsp:cNvSpPr/>
      </dsp:nvSpPr>
      <dsp:spPr>
        <a:xfrm rot="2163578">
          <a:off x="4027655" y="2858505"/>
          <a:ext cx="768355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768355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92624" y="2851984"/>
        <a:ext cx="38417" cy="38417"/>
      </dsp:txXfrm>
    </dsp:sp>
    <dsp:sp modelId="{C36EAC13-4867-ED45-9814-51BE5D889869}">
      <dsp:nvSpPr>
        <dsp:cNvPr id="0" name=""/>
        <dsp:cNvSpPr/>
      </dsp:nvSpPr>
      <dsp:spPr>
        <a:xfrm>
          <a:off x="4556710" y="2864023"/>
          <a:ext cx="1451278" cy="1282044"/>
        </a:xfrm>
        <a:prstGeom prst="ellipse">
          <a:avLst/>
        </a:prstGeom>
        <a:gradFill rotWithShape="0">
          <a:gsLst>
            <a:gs pos="0">
              <a:schemeClr val="accent4">
                <a:hueOff val="-2551297"/>
                <a:satOff val="15371"/>
                <a:lumOff val="1232"/>
                <a:alphaOff val="0"/>
                <a:shade val="51000"/>
                <a:satMod val="130000"/>
              </a:schemeClr>
            </a:gs>
            <a:gs pos="80000">
              <a:schemeClr val="accent4">
                <a:hueOff val="-2551297"/>
                <a:satOff val="15371"/>
                <a:lumOff val="1232"/>
                <a:alphaOff val="0"/>
                <a:shade val="93000"/>
                <a:satMod val="130000"/>
              </a:schemeClr>
            </a:gs>
            <a:gs pos="100000">
              <a:schemeClr val="accent4">
                <a:hueOff val="-2551297"/>
                <a:satOff val="15371"/>
                <a:lumOff val="123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Team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69245" y="3051774"/>
        <a:ext cx="1026208" cy="906542"/>
      </dsp:txXfrm>
    </dsp:sp>
    <dsp:sp modelId="{1AED8C9A-2BDD-304C-AAFF-AC7CFE777C1B}">
      <dsp:nvSpPr>
        <dsp:cNvPr id="0" name=""/>
        <dsp:cNvSpPr/>
      </dsp:nvSpPr>
      <dsp:spPr>
        <a:xfrm rot="8518918">
          <a:off x="2401065" y="2858858"/>
          <a:ext cx="677589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677589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722920" y="2854607"/>
        <a:ext cx="33879" cy="33879"/>
      </dsp:txXfrm>
    </dsp:sp>
    <dsp:sp modelId="{BA722C94-079A-3344-9E50-D8C6E9C47520}">
      <dsp:nvSpPr>
        <dsp:cNvPr id="0" name=""/>
        <dsp:cNvSpPr/>
      </dsp:nvSpPr>
      <dsp:spPr>
        <a:xfrm>
          <a:off x="1203912" y="2864017"/>
          <a:ext cx="1451278" cy="1282044"/>
        </a:xfrm>
        <a:prstGeom prst="ellipse">
          <a:avLst/>
        </a:prstGeom>
        <a:gradFill rotWithShape="0">
          <a:gsLst>
            <a:gs pos="0">
              <a:schemeClr val="accent4">
                <a:hueOff val="-3189121"/>
                <a:satOff val="19214"/>
                <a:lumOff val="1540"/>
                <a:alphaOff val="0"/>
                <a:shade val="51000"/>
                <a:satMod val="130000"/>
              </a:schemeClr>
            </a:gs>
            <a:gs pos="80000">
              <a:schemeClr val="accent4">
                <a:hueOff val="-3189121"/>
                <a:satOff val="19214"/>
                <a:lumOff val="1540"/>
                <a:alphaOff val="0"/>
                <a:shade val="93000"/>
                <a:satMod val="130000"/>
              </a:schemeClr>
            </a:gs>
            <a:gs pos="100000">
              <a:schemeClr val="accent4">
                <a:hueOff val="-3189121"/>
                <a:satOff val="19214"/>
                <a:lumOff val="15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Develop-</a:t>
          </a:r>
          <a:r>
            <a:rPr lang="en-US" sz="14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ment</a:t>
          </a: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 Plan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16447" y="3051768"/>
        <a:ext cx="1026208" cy="906542"/>
      </dsp:txXfrm>
    </dsp:sp>
    <dsp:sp modelId="{A81049E1-60BC-2447-A854-9CC8F1E43B0E}">
      <dsp:nvSpPr>
        <dsp:cNvPr id="0" name=""/>
        <dsp:cNvSpPr/>
      </dsp:nvSpPr>
      <dsp:spPr>
        <a:xfrm rot="16256761">
          <a:off x="3409603" y="1419401"/>
          <a:ext cx="300252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300252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52223" y="1424583"/>
        <a:ext cx="15012" cy="15012"/>
      </dsp:txXfrm>
    </dsp:sp>
    <dsp:sp modelId="{785D9879-0B7B-0740-9F39-93602A81DE20}">
      <dsp:nvSpPr>
        <dsp:cNvPr id="0" name=""/>
        <dsp:cNvSpPr/>
      </dsp:nvSpPr>
      <dsp:spPr>
        <a:xfrm>
          <a:off x="2804109" y="0"/>
          <a:ext cx="1537364" cy="1282044"/>
        </a:xfrm>
        <a:prstGeom prst="ellipse">
          <a:avLst/>
        </a:prstGeom>
        <a:gradFill rotWithShape="0">
          <a:gsLst>
            <a:gs pos="0">
              <a:schemeClr val="accent4">
                <a:hueOff val="-3826945"/>
                <a:satOff val="23056"/>
                <a:lumOff val="1848"/>
                <a:alphaOff val="0"/>
                <a:shade val="51000"/>
                <a:satMod val="130000"/>
              </a:schemeClr>
            </a:gs>
            <a:gs pos="80000">
              <a:schemeClr val="accent4">
                <a:hueOff val="-3826945"/>
                <a:satOff val="23056"/>
                <a:lumOff val="1848"/>
                <a:alphaOff val="0"/>
                <a:shade val="93000"/>
                <a:satMod val="130000"/>
              </a:schemeClr>
            </a:gs>
            <a:gs pos="100000">
              <a:schemeClr val="accent4">
                <a:hueOff val="-3826945"/>
                <a:satOff val="23056"/>
                <a:lumOff val="184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Industry/ Competitor Analysis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29251" y="187751"/>
        <a:ext cx="1087080" cy="906542"/>
      </dsp:txXfrm>
    </dsp:sp>
    <dsp:sp modelId="{F5AC0001-2608-8B4B-8BDE-48270F2C975A}">
      <dsp:nvSpPr>
        <dsp:cNvPr id="0" name=""/>
        <dsp:cNvSpPr/>
      </dsp:nvSpPr>
      <dsp:spPr>
        <a:xfrm rot="13335908">
          <a:off x="2442262" y="1538075"/>
          <a:ext cx="689196" cy="25376"/>
        </a:xfrm>
        <a:custGeom>
          <a:avLst/>
          <a:gdLst/>
          <a:ahLst/>
          <a:cxnLst/>
          <a:rect l="0" t="0" r="0" b="0"/>
          <a:pathLst>
            <a:path>
              <a:moveTo>
                <a:pt x="0" y="12688"/>
              </a:moveTo>
              <a:lnTo>
                <a:pt x="689196" y="1268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769630" y="1533534"/>
        <a:ext cx="34459" cy="34459"/>
      </dsp:txXfrm>
    </dsp:sp>
    <dsp:sp modelId="{5BE23E1D-44F5-884B-AFD7-3BFF5A3BA3AA}">
      <dsp:nvSpPr>
        <dsp:cNvPr id="0" name=""/>
        <dsp:cNvSpPr/>
      </dsp:nvSpPr>
      <dsp:spPr>
        <a:xfrm>
          <a:off x="1344002" y="228599"/>
          <a:ext cx="1386751" cy="1282044"/>
        </a:xfrm>
        <a:prstGeom prst="ellipse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Financial Plan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47087" y="416350"/>
        <a:ext cx="980581" cy="906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3D869-1F0C-A644-8598-9207131E287F}">
      <dsp:nvSpPr>
        <dsp:cNvPr id="0" name=""/>
        <dsp:cNvSpPr/>
      </dsp:nvSpPr>
      <dsp:spPr>
        <a:xfrm>
          <a:off x="381148" y="0"/>
          <a:ext cx="1218902" cy="1218902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Appendix</a:t>
          </a:r>
          <a:endParaRPr lang="en-US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652" y="178504"/>
        <a:ext cx="861894" cy="861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66C37-BC81-4481-899B-4A1B3CD394FD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22ACF-05A0-49FC-BB59-D86F0EE02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06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33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***</a:t>
            </a:r>
            <a:r>
              <a:rPr lang="en-US" smtClean="0"/>
              <a:t>new slide***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13521-A81F-3D43-BEEB-3436A810A22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0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9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7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2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1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76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9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1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5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9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80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381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err="1" smtClean="0">
                <a:solidFill>
                  <a:schemeClr val="tx1"/>
                </a:solidFill>
              </a:rPr>
              <a:t>Bygrave</a:t>
            </a:r>
            <a:r>
              <a:rPr lang="en-US" sz="1000" dirty="0" smtClean="0">
                <a:solidFill>
                  <a:schemeClr val="tx1"/>
                </a:solidFill>
              </a:rPr>
              <a:t>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48400"/>
            <a:ext cx="1143000" cy="58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87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BUSINESS PLANNING PROCESS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7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85800" y="664829"/>
            <a:ext cx="77724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You need a business plan 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95300" y="1676400"/>
            <a:ext cx="8267700" cy="3931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It is a small investment in time and cost when compared to the time and cost of starting a business.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It forces the entrepreneur to think critically about all aspects of the business venture.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It can later be used as a benchmark to monitor the progress of the business.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endParaRPr lang="en-US" sz="2900" dirty="0"/>
          </a:p>
        </p:txBody>
      </p:sp>
      <p:sp>
        <p:nvSpPr>
          <p:cNvPr id="6" name="TextBox 5"/>
          <p:cNvSpPr txBox="1"/>
          <p:nvPr/>
        </p:nvSpPr>
        <p:spPr>
          <a:xfrm>
            <a:off x="1676400" y="5326559"/>
            <a:ext cx="5981700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“Plans are nothing, but planning is everything”     -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GEN Dwight D. Eisenhower</a:t>
            </a:r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649648" y="308515"/>
            <a:ext cx="780855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Business planning is a continuous process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533400" y="1981200"/>
            <a:ext cx="8458200" cy="252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20040" indent="-320040"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business planning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when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starting to think about a new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venture</a:t>
            </a:r>
            <a:endParaRPr lang="en-US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Organize information into topic areas </a:t>
            </a:r>
            <a:endParaRPr lang="en-US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Focus on critical aspects of the business model and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follow basic/common plan formats</a:t>
            </a:r>
          </a:p>
          <a:p>
            <a:pPr marL="320040" indent="-320040"/>
            <a:endParaRPr lang="en-US" b="1" dirty="0">
              <a:solidFill>
                <a:schemeClr val="folHlink"/>
              </a:solidFill>
              <a:latin typeface="Book Antiqu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4724400"/>
            <a:ext cx="6324600" cy="11079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Keep in mind—the business plan is a “living document.” It will continue to evolve as you progress</a:t>
            </a:r>
            <a:r>
              <a:rPr lang="en-US" dirty="0" smtClean="0"/>
              <a:t>.</a:t>
            </a:r>
            <a:endParaRPr lang="en-US" sz="22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65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694316" y="297359"/>
            <a:ext cx="768768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Your plan should flow like a story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465717" y="1878876"/>
            <a:ext cx="8449683" cy="242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will stakeholders interpret your plan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6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tagline creates a unifying plot line that organizes your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thinking</a:t>
            </a:r>
            <a:endParaRPr lang="en-US" sz="26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27432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Keep your plan as close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 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“general format” as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possible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6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577146" y="280109"/>
            <a:ext cx="8424456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Business plans may be judged by their covers…have a good one </a:t>
            </a:r>
            <a:endParaRPr lang="en-US" sz="4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498474" y="1769586"/>
            <a:ext cx="3768726" cy="4021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900" u="sng" dirty="0"/>
              <a:t>The </a:t>
            </a:r>
            <a:r>
              <a:rPr lang="en-US" sz="2900" u="sng" dirty="0" smtClean="0"/>
              <a:t>Cover</a:t>
            </a:r>
            <a:endParaRPr lang="en-US" sz="2000" b="1" i="1" u="sng" dirty="0" smtClean="0">
              <a:solidFill>
                <a:schemeClr val="folHlink"/>
              </a:solidFill>
              <a:latin typeface="Book Antiqua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/>
              <a:t>Design an eye</a:t>
            </a:r>
            <a:r>
              <a:rPr lang="en-US" sz="2900" dirty="0"/>
              <a:t>-</a:t>
            </a:r>
            <a:r>
              <a:rPr lang="en-US" sz="2900" dirty="0" smtClean="0"/>
              <a:t>catching front page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/>
              <a:t>State company name and your contact information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/>
              <a:t>Include the date</a:t>
            </a: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/>
              <a:t>Control distribution</a:t>
            </a:r>
            <a:endParaRPr lang="en-US" sz="2600" b="1" dirty="0" smtClean="0">
              <a:solidFill>
                <a:schemeClr val="folHlink"/>
              </a:solidFill>
              <a:latin typeface="Book Antiqua" charset="0"/>
            </a:endParaRPr>
          </a:p>
        </p:txBody>
      </p:sp>
      <p:pic>
        <p:nvPicPr>
          <p:cNvPr id="1013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1865566"/>
            <a:ext cx="3581400" cy="4306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9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3" dur="indefinite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53" dur="80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4" dur="80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80"/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7" dur="80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8" dur="80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381000" y="298783"/>
            <a:ext cx="877749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Summarize your business plan with an executive summary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533400" y="1890782"/>
            <a:ext cx="7696200" cy="156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Write Executive Summary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last</a:t>
            </a:r>
            <a:endParaRPr lang="en-US" sz="28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Hook the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reader</a:t>
            </a:r>
            <a:endParaRPr lang="en-US" sz="28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 compelling information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65699"/>
              </p:ext>
            </p:extLst>
          </p:nvPr>
        </p:nvGraphicFramePr>
        <p:xfrm>
          <a:off x="533400" y="4023360"/>
          <a:ext cx="76962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/>
                <a:gridCol w="3848100"/>
              </a:tblGrid>
              <a:tr h="533400">
                <a:tc>
                  <a:txBody>
                    <a:bodyPr/>
                    <a:lstStyle/>
                    <a:p>
                      <a:pPr marL="640080" lvl="1" indent="-274320" algn="l" defTabSz="457200" rtl="0" eaLnBrk="1" latinLnBrk="0" hangingPunct="1">
                        <a:spcBef>
                          <a:spcPts val="550"/>
                        </a:spcBef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 of Opportunity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Competitive Advantage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Business Concept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Business Model and Economics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Industry Overview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kern="1200" noProof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Team and Offering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640080" marR="0" lvl="1" indent="-27432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60000"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Target Market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8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184220" y="261434"/>
            <a:ext cx="8686799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Your plan should cover </a:t>
            </a: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eight </a:t>
            </a: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main areas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3251464628"/>
              </p:ext>
            </p:extLst>
          </p:nvPr>
        </p:nvGraphicFramePr>
        <p:xfrm>
          <a:off x="624892" y="1707984"/>
          <a:ext cx="7162800" cy="4482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1912243784"/>
              </p:ext>
            </p:extLst>
          </p:nvPr>
        </p:nvGraphicFramePr>
        <p:xfrm>
          <a:off x="6705600" y="4800600"/>
          <a:ext cx="19812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13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614288" y="297359"/>
            <a:ext cx="822491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You’ll need 3 types of business plans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533400" y="1905000"/>
            <a:ext cx="8305800" cy="4596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Operational </a:t>
            </a:r>
            <a:r>
              <a:rPr lang="en-US" sz="2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endParaRPr lang="en-US" sz="24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Formal</a:t>
            </a:r>
            <a:r>
              <a:rPr lang="en-US" sz="2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use  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40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endParaRPr lang="en-US" sz="24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Expanded</a:t>
            </a:r>
            <a:r>
              <a:rPr lang="en-US" sz="2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xecutive Summary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enticing interested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stakeholders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772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10 pages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9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685800" y="381000"/>
            <a:ext cx="8001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Recap</a:t>
            </a:r>
            <a:endParaRPr lang="en-US" sz="440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533400" y="1981200"/>
            <a:ext cx="8458200" cy="196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planning allows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the entrepreneur to better anticipate instead of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en-US" sz="3000" b="1" dirty="0" smtClean="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q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Entrepreneurs can get feedback from experts, including investors, vendors and 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2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258&quot;&gt;&lt;property id=&quot;20148&quot; value=&quot;5&quot;/&gt;&lt;property id=&quot;20300&quot; value=&quot;Slide 2&quot;/&gt;&lt;property id=&quot;20307&quot; value=&quot;258&quot;/&gt;&lt;/object&gt;&lt;object type=&quot;3&quot; unique_id=&quot;10259&quot;&gt;&lt;property id=&quot;20148&quot; value=&quot;5&quot;/&gt;&lt;property id=&quot;20300&quot; value=&quot;Slide 3&quot;/&gt;&lt;property id=&quot;20307&quot; value=&quot;259&quot;/&gt;&lt;/object&gt;&lt;object type=&quot;3&quot; unique_id=&quot;10260&quot;&gt;&lt;property id=&quot;20148&quot; value=&quot;5&quot;/&gt;&lt;property id=&quot;20300&quot; value=&quot;Slide 4&quot;/&gt;&lt;property id=&quot;20307&quot; value=&quot;260&quot;/&gt;&lt;/object&gt;&lt;object type=&quot;3&quot; unique_id=&quot;10261&quot;&gt;&lt;property id=&quot;20148&quot; value=&quot;5&quot;/&gt;&lt;property id=&quot;20300&quot; value=&quot;Slide 5&quot;/&gt;&lt;property id=&quot;20307&quot; value=&quot;261&quot;/&gt;&lt;/object&gt;&lt;object type=&quot;3&quot; unique_id=&quot;10262&quot;&gt;&lt;property id=&quot;20148&quot; value=&quot;5&quot;/&gt;&lt;property id=&quot;20300&quot; value=&quot;Slide 6&quot;/&gt;&lt;property id=&quot;20307&quot; value=&quot;262&quot;/&gt;&lt;/object&gt;&lt;object type=&quot;3&quot; unique_id=&quot;10263&quot;&gt;&lt;property id=&quot;20148&quot; value=&quot;5&quot;/&gt;&lt;property id=&quot;20300&quot; value=&quot;Slide 7&quot;/&gt;&lt;property id=&quot;20307&quot; value=&quot;263&quot;/&gt;&lt;/object&gt;&lt;object type=&quot;3&quot; unique_id=&quot;10264&quot;&gt;&lt;property id=&quot;20148&quot; value=&quot;5&quot;/&gt;&lt;property id=&quot;20300&quot; value=&quot;Slide 8&quot;/&gt;&lt;property id=&quot;20307&quot; value=&quot;264&quot;/&gt;&lt;/object&gt;&lt;object type=&quot;3&quot; unique_id=&quot;10265&quot;&gt;&lt;property id=&quot;20148&quot; value=&quot;5&quot;/&gt;&lt;property id=&quot;20300&quot; value=&quot;Slide 9&quot;/&gt;&lt;property id=&quot;20307&quot; value=&quot;26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</TotalTime>
  <Words>443</Words>
  <Application>Microsoft Office PowerPoint</Application>
  <PresentationFormat>On-screen Show (4:3)</PresentationFormat>
  <Paragraphs>80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31</cp:revision>
  <dcterms:created xsi:type="dcterms:W3CDTF">2013-10-12T04:14:45Z</dcterms:created>
  <dcterms:modified xsi:type="dcterms:W3CDTF">2015-03-04T18:37:30Z</dcterms:modified>
</cp:coreProperties>
</file>