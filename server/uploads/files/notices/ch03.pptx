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6"/>
  </p:notesMasterIdLst>
  <p:handoutMasterIdLst>
    <p:handoutMasterId r:id="rId17"/>
  </p:handoutMasterIdLst>
  <p:sldIdLst>
    <p:sldId id="256" r:id="rId2"/>
    <p:sldId id="283" r:id="rId3"/>
    <p:sldId id="284" r:id="rId4"/>
    <p:sldId id="285" r:id="rId5"/>
    <p:sldId id="302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43"/>
    <a:srgbClr val="FFFF66"/>
    <a:srgbClr val="23732D"/>
    <a:srgbClr val="75D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>
        <p:scale>
          <a:sx n="95" d="100"/>
          <a:sy n="95" d="100"/>
        </p:scale>
        <p:origin x="-384" y="9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88A112-985F-4193-927C-0D9346F2A6AE}" type="doc">
      <dgm:prSet loTypeId="urn:microsoft.com/office/officeart/2005/8/layout/cycle7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83ADD4A-BB7C-4C6E-9E5E-92F0761C3323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See Yourself</a:t>
          </a:r>
          <a:endParaRPr lang="en-US" dirty="0"/>
        </a:p>
      </dgm:t>
    </dgm:pt>
    <dgm:pt modelId="{0831F056-E4F3-42E6-81ED-C00DA2B84440}" type="parTrans" cxnId="{05734541-86A7-4C0A-9EBE-42BE831CB2E0}">
      <dgm:prSet/>
      <dgm:spPr/>
      <dgm:t>
        <a:bodyPr/>
        <a:lstStyle/>
        <a:p>
          <a:endParaRPr lang="en-US"/>
        </a:p>
      </dgm:t>
    </dgm:pt>
    <dgm:pt modelId="{D68B6555-E033-443C-BF90-F2029D25F73C}" type="sibTrans" cxnId="{05734541-86A7-4C0A-9EBE-42BE831CB2E0}">
      <dgm:prSet/>
      <dgm:spPr/>
      <dgm:t>
        <a:bodyPr/>
        <a:lstStyle/>
        <a:p>
          <a:endParaRPr lang="en-US"/>
        </a:p>
      </dgm:t>
    </dgm:pt>
    <dgm:pt modelId="{6AA24F1A-74E8-4EDD-82AB-2042A60CF7D3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See the Market</a:t>
          </a:r>
          <a:endParaRPr lang="en-US" dirty="0"/>
        </a:p>
      </dgm:t>
    </dgm:pt>
    <dgm:pt modelId="{E12C4782-AD89-4666-B956-C7A2C0FAF246}" type="parTrans" cxnId="{A42C9809-A843-4CD5-8BB0-B1C2C470ADCF}">
      <dgm:prSet/>
      <dgm:spPr/>
      <dgm:t>
        <a:bodyPr/>
        <a:lstStyle/>
        <a:p>
          <a:endParaRPr lang="en-US"/>
        </a:p>
      </dgm:t>
    </dgm:pt>
    <dgm:pt modelId="{5AEE2FE7-4E77-41DC-9802-7D37F178C505}" type="sibTrans" cxnId="{A42C9809-A843-4CD5-8BB0-B1C2C470ADCF}">
      <dgm:prSet/>
      <dgm:spPr/>
      <dgm:t>
        <a:bodyPr/>
        <a:lstStyle/>
        <a:p>
          <a:endParaRPr lang="en-US"/>
        </a:p>
      </dgm:t>
    </dgm:pt>
    <dgm:pt modelId="{FC978394-6B17-4101-B8AD-B37E0A02F89A}">
      <dgm:prSet phldrT="[Text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See the Competition</a:t>
          </a:r>
          <a:endParaRPr lang="en-US" dirty="0"/>
        </a:p>
      </dgm:t>
    </dgm:pt>
    <dgm:pt modelId="{A179B216-AC0B-4DA8-BC3B-10ACAB79BD96}" type="parTrans" cxnId="{AF6ED134-50B2-41B3-B11A-4406C809FD1F}">
      <dgm:prSet/>
      <dgm:spPr/>
      <dgm:t>
        <a:bodyPr/>
        <a:lstStyle/>
        <a:p>
          <a:endParaRPr lang="en-US"/>
        </a:p>
      </dgm:t>
    </dgm:pt>
    <dgm:pt modelId="{D18B8FF2-3953-4777-82C7-ADFCDDEF708A}" type="sibTrans" cxnId="{AF6ED134-50B2-41B3-B11A-4406C809FD1F}">
      <dgm:prSet/>
      <dgm:spPr/>
      <dgm:t>
        <a:bodyPr/>
        <a:lstStyle/>
        <a:p>
          <a:endParaRPr lang="en-US"/>
        </a:p>
      </dgm:t>
    </dgm:pt>
    <dgm:pt modelId="{25F9AA0C-F07F-46FD-B71D-D4205401A91C}" type="pres">
      <dgm:prSet presAssocID="{0488A112-985F-4193-927C-0D9346F2A6A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E010696-5DE4-4551-9DF3-B1928666FBB1}" type="pres">
      <dgm:prSet presAssocID="{083ADD4A-BB7C-4C6E-9E5E-92F0761C3323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F9A53C-CF44-4D33-A9F7-94829DA2BDD9}" type="pres">
      <dgm:prSet presAssocID="{D68B6555-E033-443C-BF90-F2029D25F73C}" presName="sibTrans" presStyleLbl="sibTrans2D1" presStyleIdx="0" presStyleCnt="3"/>
      <dgm:spPr/>
      <dgm:t>
        <a:bodyPr/>
        <a:lstStyle/>
        <a:p>
          <a:endParaRPr lang="en-US"/>
        </a:p>
      </dgm:t>
    </dgm:pt>
    <dgm:pt modelId="{B804BC89-84EE-453A-9131-EA64AAE23F5A}" type="pres">
      <dgm:prSet presAssocID="{D68B6555-E033-443C-BF90-F2029D25F73C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80A7E2D2-6CCB-4F0C-B2AD-EA6BE0916265}" type="pres">
      <dgm:prSet presAssocID="{6AA24F1A-74E8-4EDD-82AB-2042A60CF7D3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2EBF1D-AB09-4081-9A00-F19213874186}" type="pres">
      <dgm:prSet presAssocID="{5AEE2FE7-4E77-41DC-9802-7D37F178C505}" presName="sibTrans" presStyleLbl="sibTrans2D1" presStyleIdx="1" presStyleCnt="3"/>
      <dgm:spPr/>
      <dgm:t>
        <a:bodyPr/>
        <a:lstStyle/>
        <a:p>
          <a:endParaRPr lang="en-US"/>
        </a:p>
      </dgm:t>
    </dgm:pt>
    <dgm:pt modelId="{C41EB901-6F28-4EC8-8BBB-08A8518F42D3}" type="pres">
      <dgm:prSet presAssocID="{5AEE2FE7-4E77-41DC-9802-7D37F178C505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14782E7B-163F-4429-B922-508A66651CC7}" type="pres">
      <dgm:prSet presAssocID="{FC978394-6B17-4101-B8AD-B37E0A02F89A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CD2C85-4E02-46E8-968C-DD7DB193A659}" type="pres">
      <dgm:prSet presAssocID="{D18B8FF2-3953-4777-82C7-ADFCDDEF708A}" presName="sibTrans" presStyleLbl="sibTrans2D1" presStyleIdx="2" presStyleCnt="3"/>
      <dgm:spPr/>
      <dgm:t>
        <a:bodyPr/>
        <a:lstStyle/>
        <a:p>
          <a:endParaRPr lang="en-US"/>
        </a:p>
      </dgm:t>
    </dgm:pt>
    <dgm:pt modelId="{396A6578-7921-4E28-B6AF-513BEF3FE040}" type="pres">
      <dgm:prSet presAssocID="{D18B8FF2-3953-4777-82C7-ADFCDDEF708A}" presName="connectorText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05734541-86A7-4C0A-9EBE-42BE831CB2E0}" srcId="{0488A112-985F-4193-927C-0D9346F2A6AE}" destId="{083ADD4A-BB7C-4C6E-9E5E-92F0761C3323}" srcOrd="0" destOrd="0" parTransId="{0831F056-E4F3-42E6-81ED-C00DA2B84440}" sibTransId="{D68B6555-E033-443C-BF90-F2029D25F73C}"/>
    <dgm:cxn modelId="{AF6ED134-50B2-41B3-B11A-4406C809FD1F}" srcId="{0488A112-985F-4193-927C-0D9346F2A6AE}" destId="{FC978394-6B17-4101-B8AD-B37E0A02F89A}" srcOrd="2" destOrd="0" parTransId="{A179B216-AC0B-4DA8-BC3B-10ACAB79BD96}" sibTransId="{D18B8FF2-3953-4777-82C7-ADFCDDEF708A}"/>
    <dgm:cxn modelId="{113FA15A-96EE-45CA-BEC6-5DA62B16E4E6}" type="presOf" srcId="{D68B6555-E033-443C-BF90-F2029D25F73C}" destId="{B0F9A53C-CF44-4D33-A9F7-94829DA2BDD9}" srcOrd="0" destOrd="0" presId="urn:microsoft.com/office/officeart/2005/8/layout/cycle7"/>
    <dgm:cxn modelId="{518C6D42-F78A-49C3-9CB6-C79470B2441A}" type="presOf" srcId="{5AEE2FE7-4E77-41DC-9802-7D37F178C505}" destId="{D72EBF1D-AB09-4081-9A00-F19213874186}" srcOrd="0" destOrd="0" presId="urn:microsoft.com/office/officeart/2005/8/layout/cycle7"/>
    <dgm:cxn modelId="{70BD8757-6D07-4679-B469-975AD5CA908C}" type="presOf" srcId="{D18B8FF2-3953-4777-82C7-ADFCDDEF708A}" destId="{396A6578-7921-4E28-B6AF-513BEF3FE040}" srcOrd="1" destOrd="0" presId="urn:microsoft.com/office/officeart/2005/8/layout/cycle7"/>
    <dgm:cxn modelId="{77319125-8AFE-4BC1-9B0D-E0C0AB9402D4}" type="presOf" srcId="{6AA24F1A-74E8-4EDD-82AB-2042A60CF7D3}" destId="{80A7E2D2-6CCB-4F0C-B2AD-EA6BE0916265}" srcOrd="0" destOrd="0" presId="urn:microsoft.com/office/officeart/2005/8/layout/cycle7"/>
    <dgm:cxn modelId="{7BC929A1-247C-4E62-8B9C-1421A9690B0A}" type="presOf" srcId="{5AEE2FE7-4E77-41DC-9802-7D37F178C505}" destId="{C41EB901-6F28-4EC8-8BBB-08A8518F42D3}" srcOrd="1" destOrd="0" presId="urn:microsoft.com/office/officeart/2005/8/layout/cycle7"/>
    <dgm:cxn modelId="{A42C9809-A843-4CD5-8BB0-B1C2C470ADCF}" srcId="{0488A112-985F-4193-927C-0D9346F2A6AE}" destId="{6AA24F1A-74E8-4EDD-82AB-2042A60CF7D3}" srcOrd="1" destOrd="0" parTransId="{E12C4782-AD89-4666-B956-C7A2C0FAF246}" sibTransId="{5AEE2FE7-4E77-41DC-9802-7D37F178C505}"/>
    <dgm:cxn modelId="{3F1C261A-D663-4ADF-AF52-A4F551C2D2E6}" type="presOf" srcId="{083ADD4A-BB7C-4C6E-9E5E-92F0761C3323}" destId="{6E010696-5DE4-4551-9DF3-B1928666FBB1}" srcOrd="0" destOrd="0" presId="urn:microsoft.com/office/officeart/2005/8/layout/cycle7"/>
    <dgm:cxn modelId="{AB27893A-B019-47AE-A788-28E86F8B152A}" type="presOf" srcId="{0488A112-985F-4193-927C-0D9346F2A6AE}" destId="{25F9AA0C-F07F-46FD-B71D-D4205401A91C}" srcOrd="0" destOrd="0" presId="urn:microsoft.com/office/officeart/2005/8/layout/cycle7"/>
    <dgm:cxn modelId="{3FAF6350-D5F3-44B6-9F9B-62EE9E557EF1}" type="presOf" srcId="{D68B6555-E033-443C-BF90-F2029D25F73C}" destId="{B804BC89-84EE-453A-9131-EA64AAE23F5A}" srcOrd="1" destOrd="0" presId="urn:microsoft.com/office/officeart/2005/8/layout/cycle7"/>
    <dgm:cxn modelId="{3AA9C90C-F96D-4887-8324-A09DDF02F19C}" type="presOf" srcId="{D18B8FF2-3953-4777-82C7-ADFCDDEF708A}" destId="{E5CD2C85-4E02-46E8-968C-DD7DB193A659}" srcOrd="0" destOrd="0" presId="urn:microsoft.com/office/officeart/2005/8/layout/cycle7"/>
    <dgm:cxn modelId="{7CC32C7B-EA19-40A6-895F-48A01F455E89}" type="presOf" srcId="{FC978394-6B17-4101-B8AD-B37E0A02F89A}" destId="{14782E7B-163F-4429-B922-508A66651CC7}" srcOrd="0" destOrd="0" presId="urn:microsoft.com/office/officeart/2005/8/layout/cycle7"/>
    <dgm:cxn modelId="{B32DCEE5-4139-4F35-BE2B-76EBD03C9B31}" type="presParOf" srcId="{25F9AA0C-F07F-46FD-B71D-D4205401A91C}" destId="{6E010696-5DE4-4551-9DF3-B1928666FBB1}" srcOrd="0" destOrd="0" presId="urn:microsoft.com/office/officeart/2005/8/layout/cycle7"/>
    <dgm:cxn modelId="{F45B50D2-D33D-4F24-B9B0-33AD13B5A0B9}" type="presParOf" srcId="{25F9AA0C-F07F-46FD-B71D-D4205401A91C}" destId="{B0F9A53C-CF44-4D33-A9F7-94829DA2BDD9}" srcOrd="1" destOrd="0" presId="urn:microsoft.com/office/officeart/2005/8/layout/cycle7"/>
    <dgm:cxn modelId="{E0782569-B31E-4E85-A4FB-5AF368680D85}" type="presParOf" srcId="{B0F9A53C-CF44-4D33-A9F7-94829DA2BDD9}" destId="{B804BC89-84EE-453A-9131-EA64AAE23F5A}" srcOrd="0" destOrd="0" presId="urn:microsoft.com/office/officeart/2005/8/layout/cycle7"/>
    <dgm:cxn modelId="{80E8EBA2-F9C7-4DA0-ACCF-F2AB471EBCDE}" type="presParOf" srcId="{25F9AA0C-F07F-46FD-B71D-D4205401A91C}" destId="{80A7E2D2-6CCB-4F0C-B2AD-EA6BE0916265}" srcOrd="2" destOrd="0" presId="urn:microsoft.com/office/officeart/2005/8/layout/cycle7"/>
    <dgm:cxn modelId="{875FEC06-57BE-4B0F-B9E2-B6268D1F3931}" type="presParOf" srcId="{25F9AA0C-F07F-46FD-B71D-D4205401A91C}" destId="{D72EBF1D-AB09-4081-9A00-F19213874186}" srcOrd="3" destOrd="0" presId="urn:microsoft.com/office/officeart/2005/8/layout/cycle7"/>
    <dgm:cxn modelId="{49652A62-3E23-46C1-BF5B-28C2E82028C4}" type="presParOf" srcId="{D72EBF1D-AB09-4081-9A00-F19213874186}" destId="{C41EB901-6F28-4EC8-8BBB-08A8518F42D3}" srcOrd="0" destOrd="0" presId="urn:microsoft.com/office/officeart/2005/8/layout/cycle7"/>
    <dgm:cxn modelId="{F6FCA6BD-A48B-40E3-A529-1CE7F62E5DDA}" type="presParOf" srcId="{25F9AA0C-F07F-46FD-B71D-D4205401A91C}" destId="{14782E7B-163F-4429-B922-508A66651CC7}" srcOrd="4" destOrd="0" presId="urn:microsoft.com/office/officeart/2005/8/layout/cycle7"/>
    <dgm:cxn modelId="{FBF51F54-7BBE-4321-87B4-B698F59ECD57}" type="presParOf" srcId="{25F9AA0C-F07F-46FD-B71D-D4205401A91C}" destId="{E5CD2C85-4E02-46E8-968C-DD7DB193A659}" srcOrd="5" destOrd="0" presId="urn:microsoft.com/office/officeart/2005/8/layout/cycle7"/>
    <dgm:cxn modelId="{DA2B7092-1F80-4D36-8089-A98D0418F655}" type="presParOf" srcId="{E5CD2C85-4E02-46E8-968C-DD7DB193A659}" destId="{396A6578-7921-4E28-B6AF-513BEF3FE040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DBCEC7-B969-5F43-9E2C-D16DF1E19F77}" type="doc">
      <dgm:prSet loTypeId="urn:microsoft.com/office/officeart/2005/8/layout/process4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854021C1-C5F1-0349-83EA-6339C1ED6FA6}">
      <dgm:prSet phldrT="[Text]" custT="1"/>
      <dgm:spPr/>
      <dgm:t>
        <a:bodyPr/>
        <a:lstStyle/>
        <a:p>
          <a:r>
            <a:rPr lang="en-US" sz="2900" dirty="0" smtClean="0"/>
            <a:t>Seed of an idea</a:t>
          </a:r>
          <a:endParaRPr lang="en-US" sz="2900" dirty="0"/>
        </a:p>
      </dgm:t>
    </dgm:pt>
    <dgm:pt modelId="{56DDA1E7-19F3-B84F-AC00-A2B140BE268C}" type="parTrans" cxnId="{C1822A1B-A249-FF4D-B06E-711B0B09F966}">
      <dgm:prSet/>
      <dgm:spPr/>
      <dgm:t>
        <a:bodyPr/>
        <a:lstStyle/>
        <a:p>
          <a:endParaRPr lang="en-US"/>
        </a:p>
      </dgm:t>
    </dgm:pt>
    <dgm:pt modelId="{6099DCB2-B2BF-2847-BA9E-AD2384A10C0B}" type="sibTrans" cxnId="{C1822A1B-A249-FF4D-B06E-711B0B09F966}">
      <dgm:prSet/>
      <dgm:spPr/>
      <dgm:t>
        <a:bodyPr/>
        <a:lstStyle/>
        <a:p>
          <a:endParaRPr lang="en-US"/>
        </a:p>
      </dgm:t>
    </dgm:pt>
    <dgm:pt modelId="{92EAF52D-AA85-7F4B-90E6-9C89E89F2006}">
      <dgm:prSet phldrT="[Text]" custT="1"/>
      <dgm:spPr/>
      <dgm:t>
        <a:bodyPr/>
        <a:lstStyle/>
        <a:p>
          <a:r>
            <a:rPr lang="en-US" sz="2000" dirty="0" smtClean="0"/>
            <a:t>Passion</a:t>
          </a:r>
          <a:endParaRPr lang="en-US" sz="2000" dirty="0"/>
        </a:p>
      </dgm:t>
    </dgm:pt>
    <dgm:pt modelId="{98A88779-146E-1245-B4A5-FF2FC417A1CD}" type="parTrans" cxnId="{57DA559A-6697-6C47-B862-37AC89D2EA87}">
      <dgm:prSet/>
      <dgm:spPr/>
      <dgm:t>
        <a:bodyPr/>
        <a:lstStyle/>
        <a:p>
          <a:endParaRPr lang="en-US"/>
        </a:p>
      </dgm:t>
    </dgm:pt>
    <dgm:pt modelId="{34956CEB-2589-0F49-B52D-4775A4AF8D49}" type="sibTrans" cxnId="{57DA559A-6697-6C47-B862-37AC89D2EA87}">
      <dgm:prSet/>
      <dgm:spPr/>
      <dgm:t>
        <a:bodyPr/>
        <a:lstStyle/>
        <a:p>
          <a:endParaRPr lang="en-US"/>
        </a:p>
      </dgm:t>
    </dgm:pt>
    <dgm:pt modelId="{F390854A-1B8A-2745-9BC1-85029A72BA57}">
      <dgm:prSet phldrT="[Text]" custT="1"/>
      <dgm:spPr/>
      <dgm:t>
        <a:bodyPr/>
        <a:lstStyle/>
        <a:p>
          <a:r>
            <a:rPr lang="en-US" sz="2000" dirty="0" smtClean="0"/>
            <a:t>Professional experience</a:t>
          </a:r>
          <a:endParaRPr lang="en-US" sz="2000" dirty="0"/>
        </a:p>
      </dgm:t>
    </dgm:pt>
    <dgm:pt modelId="{E655EB73-60D5-9147-95F9-A4760B1E9844}" type="parTrans" cxnId="{9A583C7E-5375-F24C-8C5B-B8A3DEC54FBF}">
      <dgm:prSet/>
      <dgm:spPr/>
      <dgm:t>
        <a:bodyPr/>
        <a:lstStyle/>
        <a:p>
          <a:endParaRPr lang="en-US"/>
        </a:p>
      </dgm:t>
    </dgm:pt>
    <dgm:pt modelId="{5EE5EFCA-4FDB-884B-8D5A-537A0E0CC88E}" type="sibTrans" cxnId="{9A583C7E-5375-F24C-8C5B-B8A3DEC54FBF}">
      <dgm:prSet/>
      <dgm:spPr/>
      <dgm:t>
        <a:bodyPr/>
        <a:lstStyle/>
        <a:p>
          <a:endParaRPr lang="en-US"/>
        </a:p>
      </dgm:t>
    </dgm:pt>
    <dgm:pt modelId="{39631B6F-CACB-2A49-933F-BCDAFF02A5E3}">
      <dgm:prSet phldrT="[Text]" custT="1"/>
      <dgm:spPr/>
      <dgm:t>
        <a:bodyPr/>
        <a:lstStyle/>
        <a:p>
          <a:r>
            <a:rPr lang="en-US" sz="2900" dirty="0" smtClean="0"/>
            <a:t>Idea</a:t>
          </a:r>
          <a:endParaRPr lang="en-US" sz="2900" dirty="0"/>
        </a:p>
      </dgm:t>
    </dgm:pt>
    <dgm:pt modelId="{1EE0CE73-75A3-7C4D-A839-BE90AD369F04}" type="parTrans" cxnId="{6339E317-712F-D348-A993-ED0A09CA4E2F}">
      <dgm:prSet/>
      <dgm:spPr/>
      <dgm:t>
        <a:bodyPr/>
        <a:lstStyle/>
        <a:p>
          <a:endParaRPr lang="en-US"/>
        </a:p>
      </dgm:t>
    </dgm:pt>
    <dgm:pt modelId="{580C47EE-2018-A649-B7EC-4FBDB5773C4C}" type="sibTrans" cxnId="{6339E317-712F-D348-A993-ED0A09CA4E2F}">
      <dgm:prSet/>
      <dgm:spPr/>
      <dgm:t>
        <a:bodyPr/>
        <a:lstStyle/>
        <a:p>
          <a:endParaRPr lang="en-US"/>
        </a:p>
      </dgm:t>
    </dgm:pt>
    <dgm:pt modelId="{1347BC21-8F14-EF49-981D-12E828B0F995}">
      <dgm:prSet phldrT="[Text]" custT="1"/>
      <dgm:spPr/>
      <dgm:t>
        <a:bodyPr/>
        <a:lstStyle/>
        <a:p>
          <a:r>
            <a:rPr lang="en-US" sz="2000" dirty="0" smtClean="0"/>
            <a:t>Idea multiplication</a:t>
          </a:r>
          <a:endParaRPr lang="en-US" sz="2000" dirty="0"/>
        </a:p>
      </dgm:t>
    </dgm:pt>
    <dgm:pt modelId="{39B242BF-EF6B-064E-86AC-62C1883DECB0}" type="parTrans" cxnId="{A0CE7A0B-0B25-CE44-94BE-78B3085B1CDD}">
      <dgm:prSet/>
      <dgm:spPr/>
      <dgm:t>
        <a:bodyPr/>
        <a:lstStyle/>
        <a:p>
          <a:endParaRPr lang="en-US"/>
        </a:p>
      </dgm:t>
    </dgm:pt>
    <dgm:pt modelId="{6BD19EAB-EF82-A341-A40A-AFACA4EB5089}" type="sibTrans" cxnId="{A0CE7A0B-0B25-CE44-94BE-78B3085B1CDD}">
      <dgm:prSet/>
      <dgm:spPr/>
      <dgm:t>
        <a:bodyPr/>
        <a:lstStyle/>
        <a:p>
          <a:endParaRPr lang="en-US"/>
        </a:p>
      </dgm:t>
    </dgm:pt>
    <dgm:pt modelId="{4EEDB731-A9BB-F84D-A3F9-818A21B1D700}">
      <dgm:prSet phldrT="[Text]" custT="1"/>
      <dgm:spPr/>
      <dgm:t>
        <a:bodyPr/>
        <a:lstStyle/>
        <a:p>
          <a:r>
            <a:rPr lang="en-US" sz="2900" dirty="0" smtClean="0"/>
            <a:t>Viable opportunity</a:t>
          </a:r>
          <a:endParaRPr lang="en-US" sz="2900" dirty="0"/>
        </a:p>
      </dgm:t>
    </dgm:pt>
    <dgm:pt modelId="{E88D91FD-A2DC-3D49-8E61-E51498BCDD06}" type="parTrans" cxnId="{78D4C2C1-F4A9-C74A-A9A0-FB0E52C08A07}">
      <dgm:prSet/>
      <dgm:spPr/>
      <dgm:t>
        <a:bodyPr/>
        <a:lstStyle/>
        <a:p>
          <a:endParaRPr lang="en-US"/>
        </a:p>
      </dgm:t>
    </dgm:pt>
    <dgm:pt modelId="{6F5660E4-32CB-1041-BD65-99689713BDE9}" type="sibTrans" cxnId="{78D4C2C1-F4A9-C74A-A9A0-FB0E52C08A07}">
      <dgm:prSet/>
      <dgm:spPr/>
      <dgm:t>
        <a:bodyPr/>
        <a:lstStyle/>
        <a:p>
          <a:endParaRPr lang="en-US"/>
        </a:p>
      </dgm:t>
    </dgm:pt>
    <dgm:pt modelId="{2C223654-CC85-6A45-97A0-16872EF030DB}" type="pres">
      <dgm:prSet presAssocID="{6BDBCEC7-B969-5F43-9E2C-D16DF1E19F7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EC15032-714A-EC45-8DAE-DDEC9FD09516}" type="pres">
      <dgm:prSet presAssocID="{4EEDB731-A9BB-F84D-A3F9-818A21B1D700}" presName="boxAndChildren" presStyleCnt="0"/>
      <dgm:spPr/>
    </dgm:pt>
    <dgm:pt modelId="{D0675AEC-5223-354C-A923-5CACB58AC878}" type="pres">
      <dgm:prSet presAssocID="{4EEDB731-A9BB-F84D-A3F9-818A21B1D700}" presName="parentTextBox" presStyleLbl="node1" presStyleIdx="0" presStyleCnt="3"/>
      <dgm:spPr/>
      <dgm:t>
        <a:bodyPr/>
        <a:lstStyle/>
        <a:p>
          <a:endParaRPr lang="en-US"/>
        </a:p>
      </dgm:t>
    </dgm:pt>
    <dgm:pt modelId="{E91DC328-D532-2047-89CA-6B201376B26C}" type="pres">
      <dgm:prSet presAssocID="{580C47EE-2018-A649-B7EC-4FBDB5773C4C}" presName="sp" presStyleCnt="0"/>
      <dgm:spPr/>
    </dgm:pt>
    <dgm:pt modelId="{C8A85E9F-477A-8040-A58C-0B4E87283965}" type="pres">
      <dgm:prSet presAssocID="{39631B6F-CACB-2A49-933F-BCDAFF02A5E3}" presName="arrowAndChildren" presStyleCnt="0"/>
      <dgm:spPr/>
    </dgm:pt>
    <dgm:pt modelId="{CC45B110-9233-0448-BB86-D74AA27EC026}" type="pres">
      <dgm:prSet presAssocID="{39631B6F-CACB-2A49-933F-BCDAFF02A5E3}" presName="parentTextArrow" presStyleLbl="node1" presStyleIdx="0" presStyleCnt="3"/>
      <dgm:spPr/>
      <dgm:t>
        <a:bodyPr/>
        <a:lstStyle/>
        <a:p>
          <a:endParaRPr lang="en-US"/>
        </a:p>
      </dgm:t>
    </dgm:pt>
    <dgm:pt modelId="{AB080A61-F33B-0642-9300-D576619D364F}" type="pres">
      <dgm:prSet presAssocID="{39631B6F-CACB-2A49-933F-BCDAFF02A5E3}" presName="arrow" presStyleLbl="node1" presStyleIdx="1" presStyleCnt="3"/>
      <dgm:spPr/>
      <dgm:t>
        <a:bodyPr/>
        <a:lstStyle/>
        <a:p>
          <a:endParaRPr lang="en-US"/>
        </a:p>
      </dgm:t>
    </dgm:pt>
    <dgm:pt modelId="{B25587D4-5348-2A42-A712-CD25DC3BAF3F}" type="pres">
      <dgm:prSet presAssocID="{39631B6F-CACB-2A49-933F-BCDAFF02A5E3}" presName="descendantArrow" presStyleCnt="0"/>
      <dgm:spPr/>
    </dgm:pt>
    <dgm:pt modelId="{2CDE13D0-FFA1-244B-B5A9-F7BFF2E7DD5D}" type="pres">
      <dgm:prSet presAssocID="{1347BC21-8F14-EF49-981D-12E828B0F995}" presName="childTextArrow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C1CE3E-DF1A-E94B-A2E0-81B5518CD431}" type="pres">
      <dgm:prSet presAssocID="{6099DCB2-B2BF-2847-BA9E-AD2384A10C0B}" presName="sp" presStyleCnt="0"/>
      <dgm:spPr/>
    </dgm:pt>
    <dgm:pt modelId="{BC372B04-4306-924E-85F6-84D471E16C5E}" type="pres">
      <dgm:prSet presAssocID="{854021C1-C5F1-0349-83EA-6339C1ED6FA6}" presName="arrowAndChildren" presStyleCnt="0"/>
      <dgm:spPr/>
    </dgm:pt>
    <dgm:pt modelId="{D6A11F8B-47DF-934D-AC73-4B17E520857D}" type="pres">
      <dgm:prSet presAssocID="{854021C1-C5F1-0349-83EA-6339C1ED6FA6}" presName="parentTextArrow" presStyleLbl="node1" presStyleIdx="1" presStyleCnt="3"/>
      <dgm:spPr/>
      <dgm:t>
        <a:bodyPr/>
        <a:lstStyle/>
        <a:p>
          <a:endParaRPr lang="en-US"/>
        </a:p>
      </dgm:t>
    </dgm:pt>
    <dgm:pt modelId="{1B84E8E4-F104-DD41-BA0A-D1CCFCB8F46D}" type="pres">
      <dgm:prSet presAssocID="{854021C1-C5F1-0349-83EA-6339C1ED6FA6}" presName="arrow" presStyleLbl="node1" presStyleIdx="2" presStyleCnt="3"/>
      <dgm:spPr/>
      <dgm:t>
        <a:bodyPr/>
        <a:lstStyle/>
        <a:p>
          <a:endParaRPr lang="en-US"/>
        </a:p>
      </dgm:t>
    </dgm:pt>
    <dgm:pt modelId="{C313FBCD-3A16-6E41-80C6-644BC922A875}" type="pres">
      <dgm:prSet presAssocID="{854021C1-C5F1-0349-83EA-6339C1ED6FA6}" presName="descendantArrow" presStyleCnt="0"/>
      <dgm:spPr/>
    </dgm:pt>
    <dgm:pt modelId="{C5B5C06D-FF1D-744A-B534-268E81A022C2}" type="pres">
      <dgm:prSet presAssocID="{92EAF52D-AA85-7F4B-90E6-9C89E89F2006}" presName="childTextArrow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318157-250B-944B-B9DB-74A04631FF5A}" type="pres">
      <dgm:prSet presAssocID="{F390854A-1B8A-2745-9BC1-85029A72BA57}" presName="childTextArrow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815DAD4-70FC-42E4-B9ED-90B697D765A3}" type="presOf" srcId="{92EAF52D-AA85-7F4B-90E6-9C89E89F2006}" destId="{C5B5C06D-FF1D-744A-B534-268E81A022C2}" srcOrd="0" destOrd="0" presId="urn:microsoft.com/office/officeart/2005/8/layout/process4"/>
    <dgm:cxn modelId="{DD554347-76D0-4822-978C-F1BFF7D41942}" type="presOf" srcId="{6BDBCEC7-B969-5F43-9E2C-D16DF1E19F77}" destId="{2C223654-CC85-6A45-97A0-16872EF030DB}" srcOrd="0" destOrd="0" presId="urn:microsoft.com/office/officeart/2005/8/layout/process4"/>
    <dgm:cxn modelId="{78D4C2C1-F4A9-C74A-A9A0-FB0E52C08A07}" srcId="{6BDBCEC7-B969-5F43-9E2C-D16DF1E19F77}" destId="{4EEDB731-A9BB-F84D-A3F9-818A21B1D700}" srcOrd="2" destOrd="0" parTransId="{E88D91FD-A2DC-3D49-8E61-E51498BCDD06}" sibTransId="{6F5660E4-32CB-1041-BD65-99689713BDE9}"/>
    <dgm:cxn modelId="{68B77602-EA51-44B4-8668-2AFE93C18BCB}" type="presOf" srcId="{854021C1-C5F1-0349-83EA-6339C1ED6FA6}" destId="{D6A11F8B-47DF-934D-AC73-4B17E520857D}" srcOrd="0" destOrd="0" presId="urn:microsoft.com/office/officeart/2005/8/layout/process4"/>
    <dgm:cxn modelId="{6339E317-712F-D348-A993-ED0A09CA4E2F}" srcId="{6BDBCEC7-B969-5F43-9E2C-D16DF1E19F77}" destId="{39631B6F-CACB-2A49-933F-BCDAFF02A5E3}" srcOrd="1" destOrd="0" parTransId="{1EE0CE73-75A3-7C4D-A839-BE90AD369F04}" sibTransId="{580C47EE-2018-A649-B7EC-4FBDB5773C4C}"/>
    <dgm:cxn modelId="{455B9EDF-9243-44AA-97EF-592F8E21AED7}" type="presOf" srcId="{4EEDB731-A9BB-F84D-A3F9-818A21B1D700}" destId="{D0675AEC-5223-354C-A923-5CACB58AC878}" srcOrd="0" destOrd="0" presId="urn:microsoft.com/office/officeart/2005/8/layout/process4"/>
    <dgm:cxn modelId="{C1822A1B-A249-FF4D-B06E-711B0B09F966}" srcId="{6BDBCEC7-B969-5F43-9E2C-D16DF1E19F77}" destId="{854021C1-C5F1-0349-83EA-6339C1ED6FA6}" srcOrd="0" destOrd="0" parTransId="{56DDA1E7-19F3-B84F-AC00-A2B140BE268C}" sibTransId="{6099DCB2-B2BF-2847-BA9E-AD2384A10C0B}"/>
    <dgm:cxn modelId="{FF34997E-8419-44D9-9E7A-3519F3766F2E}" type="presOf" srcId="{1347BC21-8F14-EF49-981D-12E828B0F995}" destId="{2CDE13D0-FFA1-244B-B5A9-F7BFF2E7DD5D}" srcOrd="0" destOrd="0" presId="urn:microsoft.com/office/officeart/2005/8/layout/process4"/>
    <dgm:cxn modelId="{9A583C7E-5375-F24C-8C5B-B8A3DEC54FBF}" srcId="{854021C1-C5F1-0349-83EA-6339C1ED6FA6}" destId="{F390854A-1B8A-2745-9BC1-85029A72BA57}" srcOrd="1" destOrd="0" parTransId="{E655EB73-60D5-9147-95F9-A4760B1E9844}" sibTransId="{5EE5EFCA-4FDB-884B-8D5A-537A0E0CC88E}"/>
    <dgm:cxn modelId="{A0CE7A0B-0B25-CE44-94BE-78B3085B1CDD}" srcId="{39631B6F-CACB-2A49-933F-BCDAFF02A5E3}" destId="{1347BC21-8F14-EF49-981D-12E828B0F995}" srcOrd="0" destOrd="0" parTransId="{39B242BF-EF6B-064E-86AC-62C1883DECB0}" sibTransId="{6BD19EAB-EF82-A341-A40A-AFACA4EB5089}"/>
    <dgm:cxn modelId="{4E577D26-F59F-4BE7-81DF-704C50D9A9DB}" type="presOf" srcId="{F390854A-1B8A-2745-9BC1-85029A72BA57}" destId="{0A318157-250B-944B-B9DB-74A04631FF5A}" srcOrd="0" destOrd="0" presId="urn:microsoft.com/office/officeart/2005/8/layout/process4"/>
    <dgm:cxn modelId="{3A06B35E-A6BC-42A4-8E6B-05C632D28011}" type="presOf" srcId="{39631B6F-CACB-2A49-933F-BCDAFF02A5E3}" destId="{CC45B110-9233-0448-BB86-D74AA27EC026}" srcOrd="0" destOrd="0" presId="urn:microsoft.com/office/officeart/2005/8/layout/process4"/>
    <dgm:cxn modelId="{F73F536C-8210-4375-BC8B-CEE040711C8D}" type="presOf" srcId="{854021C1-C5F1-0349-83EA-6339C1ED6FA6}" destId="{1B84E8E4-F104-DD41-BA0A-D1CCFCB8F46D}" srcOrd="1" destOrd="0" presId="urn:microsoft.com/office/officeart/2005/8/layout/process4"/>
    <dgm:cxn modelId="{EE3BC982-BCD2-4513-A2BF-D4BB690B265A}" type="presOf" srcId="{39631B6F-CACB-2A49-933F-BCDAFF02A5E3}" destId="{AB080A61-F33B-0642-9300-D576619D364F}" srcOrd="1" destOrd="0" presId="urn:microsoft.com/office/officeart/2005/8/layout/process4"/>
    <dgm:cxn modelId="{57DA559A-6697-6C47-B862-37AC89D2EA87}" srcId="{854021C1-C5F1-0349-83EA-6339C1ED6FA6}" destId="{92EAF52D-AA85-7F4B-90E6-9C89E89F2006}" srcOrd="0" destOrd="0" parTransId="{98A88779-146E-1245-B4A5-FF2FC417A1CD}" sibTransId="{34956CEB-2589-0F49-B52D-4775A4AF8D49}"/>
    <dgm:cxn modelId="{74C36396-FC5A-4683-B7D8-05C58247BCA8}" type="presParOf" srcId="{2C223654-CC85-6A45-97A0-16872EF030DB}" destId="{3EC15032-714A-EC45-8DAE-DDEC9FD09516}" srcOrd="0" destOrd="0" presId="urn:microsoft.com/office/officeart/2005/8/layout/process4"/>
    <dgm:cxn modelId="{49862BF1-648F-4B96-89CE-3B55BD7DF2FE}" type="presParOf" srcId="{3EC15032-714A-EC45-8DAE-DDEC9FD09516}" destId="{D0675AEC-5223-354C-A923-5CACB58AC878}" srcOrd="0" destOrd="0" presId="urn:microsoft.com/office/officeart/2005/8/layout/process4"/>
    <dgm:cxn modelId="{03D1471D-30D8-4CAD-A04A-A86670A59152}" type="presParOf" srcId="{2C223654-CC85-6A45-97A0-16872EF030DB}" destId="{E91DC328-D532-2047-89CA-6B201376B26C}" srcOrd="1" destOrd="0" presId="urn:microsoft.com/office/officeart/2005/8/layout/process4"/>
    <dgm:cxn modelId="{BDD1C2DF-4360-4F67-A9AC-E8D3B690C69A}" type="presParOf" srcId="{2C223654-CC85-6A45-97A0-16872EF030DB}" destId="{C8A85E9F-477A-8040-A58C-0B4E87283965}" srcOrd="2" destOrd="0" presId="urn:microsoft.com/office/officeart/2005/8/layout/process4"/>
    <dgm:cxn modelId="{94F50CC3-F374-4790-B4B9-846395F27D6F}" type="presParOf" srcId="{C8A85E9F-477A-8040-A58C-0B4E87283965}" destId="{CC45B110-9233-0448-BB86-D74AA27EC026}" srcOrd="0" destOrd="0" presId="urn:microsoft.com/office/officeart/2005/8/layout/process4"/>
    <dgm:cxn modelId="{7C785155-B37A-4D0D-9D0E-5DD20DE44CCE}" type="presParOf" srcId="{C8A85E9F-477A-8040-A58C-0B4E87283965}" destId="{AB080A61-F33B-0642-9300-D576619D364F}" srcOrd="1" destOrd="0" presId="urn:microsoft.com/office/officeart/2005/8/layout/process4"/>
    <dgm:cxn modelId="{3FA1749B-341E-4198-8109-AE2DC05E03DA}" type="presParOf" srcId="{C8A85E9F-477A-8040-A58C-0B4E87283965}" destId="{B25587D4-5348-2A42-A712-CD25DC3BAF3F}" srcOrd="2" destOrd="0" presId="urn:microsoft.com/office/officeart/2005/8/layout/process4"/>
    <dgm:cxn modelId="{6C65F482-A3D9-4D19-8681-403C7AB021A2}" type="presParOf" srcId="{B25587D4-5348-2A42-A712-CD25DC3BAF3F}" destId="{2CDE13D0-FFA1-244B-B5A9-F7BFF2E7DD5D}" srcOrd="0" destOrd="0" presId="urn:microsoft.com/office/officeart/2005/8/layout/process4"/>
    <dgm:cxn modelId="{6950F5E9-B0AF-4C48-BD73-656AED1F4B93}" type="presParOf" srcId="{2C223654-CC85-6A45-97A0-16872EF030DB}" destId="{FBC1CE3E-DF1A-E94B-A2E0-81B5518CD431}" srcOrd="3" destOrd="0" presId="urn:microsoft.com/office/officeart/2005/8/layout/process4"/>
    <dgm:cxn modelId="{94500039-351A-48D0-B985-1279C5F8FBBE}" type="presParOf" srcId="{2C223654-CC85-6A45-97A0-16872EF030DB}" destId="{BC372B04-4306-924E-85F6-84D471E16C5E}" srcOrd="4" destOrd="0" presId="urn:microsoft.com/office/officeart/2005/8/layout/process4"/>
    <dgm:cxn modelId="{9F5C81B1-CE76-419B-AA20-8304A548D1F2}" type="presParOf" srcId="{BC372B04-4306-924E-85F6-84D471E16C5E}" destId="{D6A11F8B-47DF-934D-AC73-4B17E520857D}" srcOrd="0" destOrd="0" presId="urn:microsoft.com/office/officeart/2005/8/layout/process4"/>
    <dgm:cxn modelId="{D8C7068F-8D00-4C13-8D64-17B0198159BA}" type="presParOf" srcId="{BC372B04-4306-924E-85F6-84D471E16C5E}" destId="{1B84E8E4-F104-DD41-BA0A-D1CCFCB8F46D}" srcOrd="1" destOrd="0" presId="urn:microsoft.com/office/officeart/2005/8/layout/process4"/>
    <dgm:cxn modelId="{8349D79D-CA8B-4C7F-8B1E-496C1041E8C7}" type="presParOf" srcId="{BC372B04-4306-924E-85F6-84D471E16C5E}" destId="{C313FBCD-3A16-6E41-80C6-644BC922A875}" srcOrd="2" destOrd="0" presId="urn:microsoft.com/office/officeart/2005/8/layout/process4"/>
    <dgm:cxn modelId="{4280DFE2-CE55-4620-AC0C-B275355FC2CC}" type="presParOf" srcId="{C313FBCD-3A16-6E41-80C6-644BC922A875}" destId="{C5B5C06D-FF1D-744A-B534-268E81A022C2}" srcOrd="0" destOrd="0" presId="urn:microsoft.com/office/officeart/2005/8/layout/process4"/>
    <dgm:cxn modelId="{3B5F62B4-A5A6-4862-B4E3-C039F845B8C1}" type="presParOf" srcId="{C313FBCD-3A16-6E41-80C6-644BC922A875}" destId="{0A318157-250B-944B-B9DB-74A04631FF5A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694C75-3A82-4E0C-AACF-7A45D287EA01}" type="doc">
      <dgm:prSet loTypeId="urn:microsoft.com/office/officeart/2005/8/layout/radial4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F905282-774F-4F5F-9234-6F98673334A9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Seed Resources</a:t>
          </a:r>
          <a:endParaRPr lang="en-US" dirty="0">
            <a:solidFill>
              <a:schemeClr val="tx1"/>
            </a:solidFill>
          </a:endParaRPr>
        </a:p>
      </dgm:t>
    </dgm:pt>
    <dgm:pt modelId="{3062C264-1117-414F-B2F6-BA8199FDC078}" type="parTrans" cxnId="{15994B0C-632A-4EB0-B462-98220762046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A6622C8-A6B5-4A03-BDA7-7E5FC527EE76}" type="sibTrans" cxnId="{15994B0C-632A-4EB0-B462-98220762046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794FEB8-07F1-4F32-9FC8-0F274292A6AD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Passion</a:t>
          </a:r>
          <a:endParaRPr lang="en-US" dirty="0">
            <a:solidFill>
              <a:schemeClr val="tx1"/>
            </a:solidFill>
          </a:endParaRPr>
        </a:p>
      </dgm:t>
    </dgm:pt>
    <dgm:pt modelId="{D2468A43-527D-4041-A66E-99F9CF419691}" type="parTrans" cxnId="{8B91354F-02B8-44AE-ABE1-CF2848855F83}">
      <dgm:prSet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37717C7-E211-458D-AF4F-C3C1514A3682}" type="sibTrans" cxnId="{8B91354F-02B8-44AE-ABE1-CF2848855F8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42C802A-B607-4CC6-B92D-13E0646989FA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Experience &amp; Knowledge</a:t>
          </a:r>
          <a:endParaRPr lang="en-US" b="1" dirty="0">
            <a:solidFill>
              <a:schemeClr val="tx1"/>
            </a:solidFill>
          </a:endParaRPr>
        </a:p>
      </dgm:t>
    </dgm:pt>
    <dgm:pt modelId="{DE9DFADE-B4AA-40D4-9CF0-39F07B6DB40C}" type="parTrans" cxnId="{259B15BC-1BE2-4E8E-9A56-BBDD1CB89C6F}">
      <dgm:prSet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6F07BEA-D990-4EE0-B273-34056945478A}" type="sibTrans" cxnId="{259B15BC-1BE2-4E8E-9A56-BBDD1CB89C6F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C3800FA-2BB9-48D9-B510-553A374D2094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Time</a:t>
          </a:r>
          <a:endParaRPr lang="en-US" dirty="0">
            <a:solidFill>
              <a:schemeClr val="tx1"/>
            </a:solidFill>
          </a:endParaRPr>
        </a:p>
      </dgm:t>
    </dgm:pt>
    <dgm:pt modelId="{69C0AB1F-BC7B-431C-8B53-453D4853AD98}" type="parTrans" cxnId="{E3C8CC39-CF09-4F07-B2F8-B77D826356A9}">
      <dgm:prSet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9419935-AF8C-47F3-8981-1D938D62D33E}" type="sibTrans" cxnId="{E3C8CC39-CF09-4F07-B2F8-B77D826356A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40C22AF-3931-4E70-A22F-DED86A86649A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Personality</a:t>
          </a:r>
          <a:endParaRPr lang="en-US" dirty="0">
            <a:solidFill>
              <a:schemeClr val="tx1"/>
            </a:solidFill>
          </a:endParaRPr>
        </a:p>
      </dgm:t>
    </dgm:pt>
    <dgm:pt modelId="{803E61D4-1927-4A66-9EB7-AD65EC59AE50}" type="parTrans" cxnId="{A99B17BB-E9E1-4AE5-BD7F-5036A14883EF}">
      <dgm:prSet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D127C63-2244-4F87-98F5-0E1E52278461}" type="sibTrans" cxnId="{A99B17BB-E9E1-4AE5-BD7F-5036A14883EF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33AA3AB-C84C-44F7-AAB5-C210C79341C5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Capital ($)</a:t>
          </a:r>
          <a:endParaRPr lang="en-US" dirty="0">
            <a:solidFill>
              <a:schemeClr val="tx1"/>
            </a:solidFill>
          </a:endParaRPr>
        </a:p>
      </dgm:t>
    </dgm:pt>
    <dgm:pt modelId="{7CF82FB9-BC55-42E0-8831-B711A16C1DB4}" type="parTrans" cxnId="{52C2EA5D-F1F2-433B-8DA6-58E45DC6910E}">
      <dgm:prSet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05613D2-08A0-42E4-9A64-3862B338DC6C}" type="sibTrans" cxnId="{52C2EA5D-F1F2-433B-8DA6-58E45DC6910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0B95ABC-CF79-4C14-862B-0C3682F7683E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mtClean="0">
              <a:solidFill>
                <a:schemeClr val="tx1"/>
              </a:solidFill>
            </a:rPr>
            <a:t>Energy</a:t>
          </a:r>
          <a:endParaRPr lang="en-US" dirty="0">
            <a:solidFill>
              <a:schemeClr val="tx1"/>
            </a:solidFill>
          </a:endParaRPr>
        </a:p>
      </dgm:t>
    </dgm:pt>
    <dgm:pt modelId="{F764E78B-0038-4E3A-956C-D5F8369BBC0C}" type="parTrans" cxnId="{FE48DF47-FEEF-418B-B7FF-4CCC78ABDE13}">
      <dgm:prSet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2DFECD1-7CB1-417E-9876-D5A28F193FF7}" type="sibTrans" cxnId="{FE48DF47-FEEF-418B-B7FF-4CCC78ABDE1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6BF35A7-88D4-43CE-9F0D-E541D15F82CC}" type="pres">
      <dgm:prSet presAssocID="{61694C75-3A82-4E0C-AACF-7A45D287EA01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35FE77C-5E77-44EB-8030-596C7F934711}" type="pres">
      <dgm:prSet presAssocID="{DF905282-774F-4F5F-9234-6F98673334A9}" presName="centerShape" presStyleLbl="node0" presStyleIdx="0" presStyleCnt="1"/>
      <dgm:spPr/>
      <dgm:t>
        <a:bodyPr/>
        <a:lstStyle/>
        <a:p>
          <a:endParaRPr lang="en-US"/>
        </a:p>
      </dgm:t>
    </dgm:pt>
    <dgm:pt modelId="{D623EB05-C4C5-4846-9A8F-051EABA35160}" type="pres">
      <dgm:prSet presAssocID="{D2468A43-527D-4041-A66E-99F9CF419691}" presName="parTrans" presStyleLbl="bgSibTrans2D1" presStyleIdx="0" presStyleCnt="6"/>
      <dgm:spPr/>
      <dgm:t>
        <a:bodyPr/>
        <a:lstStyle/>
        <a:p>
          <a:endParaRPr lang="en-US"/>
        </a:p>
      </dgm:t>
    </dgm:pt>
    <dgm:pt modelId="{C1BC9F20-358C-47F2-AC63-B67464C7E786}" type="pres">
      <dgm:prSet presAssocID="{6794FEB8-07F1-4F32-9FC8-0F274292A6AD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40250E-5FEA-4D99-B50F-3B597A11D592}" type="pres">
      <dgm:prSet presAssocID="{F764E78B-0038-4E3A-956C-D5F8369BBC0C}" presName="parTrans" presStyleLbl="bgSibTrans2D1" presStyleIdx="1" presStyleCnt="6"/>
      <dgm:spPr/>
      <dgm:t>
        <a:bodyPr/>
        <a:lstStyle/>
        <a:p>
          <a:endParaRPr lang="en-US"/>
        </a:p>
      </dgm:t>
    </dgm:pt>
    <dgm:pt modelId="{D8AA426D-FAE6-4CAE-9428-40E96405A9D5}" type="pres">
      <dgm:prSet presAssocID="{C0B95ABC-CF79-4C14-862B-0C3682F7683E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F81499-B0CF-495A-B0DC-6EF3D1AA3924}" type="pres">
      <dgm:prSet presAssocID="{DE9DFADE-B4AA-40D4-9CF0-39F07B6DB40C}" presName="parTrans" presStyleLbl="bgSibTrans2D1" presStyleIdx="2" presStyleCnt="6"/>
      <dgm:spPr/>
      <dgm:t>
        <a:bodyPr/>
        <a:lstStyle/>
        <a:p>
          <a:endParaRPr lang="en-US"/>
        </a:p>
      </dgm:t>
    </dgm:pt>
    <dgm:pt modelId="{D5E3CB9A-DC38-474E-8CFB-9BFF1E5CCFCD}" type="pres">
      <dgm:prSet presAssocID="{342C802A-B607-4CC6-B92D-13E0646989FA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00ECE0-1729-47CA-9CE0-135275A8B383}" type="pres">
      <dgm:prSet presAssocID="{69C0AB1F-BC7B-431C-8B53-453D4853AD98}" presName="parTrans" presStyleLbl="bgSibTrans2D1" presStyleIdx="3" presStyleCnt="6"/>
      <dgm:spPr/>
      <dgm:t>
        <a:bodyPr/>
        <a:lstStyle/>
        <a:p>
          <a:endParaRPr lang="en-US"/>
        </a:p>
      </dgm:t>
    </dgm:pt>
    <dgm:pt modelId="{E8021650-D3DC-496A-B3CF-31A48D671574}" type="pres">
      <dgm:prSet presAssocID="{FC3800FA-2BB9-48D9-B510-553A374D2094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45A788-E533-46E3-ADB0-E00F4327AD90}" type="pres">
      <dgm:prSet presAssocID="{803E61D4-1927-4A66-9EB7-AD65EC59AE50}" presName="parTrans" presStyleLbl="bgSibTrans2D1" presStyleIdx="4" presStyleCnt="6"/>
      <dgm:spPr/>
      <dgm:t>
        <a:bodyPr/>
        <a:lstStyle/>
        <a:p>
          <a:endParaRPr lang="en-US"/>
        </a:p>
      </dgm:t>
    </dgm:pt>
    <dgm:pt modelId="{0062C118-8CFA-4F39-8433-A6565556F4A7}" type="pres">
      <dgm:prSet presAssocID="{E40C22AF-3931-4E70-A22F-DED86A86649A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2CEAF-9086-4B5F-B58E-19BB5AC7B558}" type="pres">
      <dgm:prSet presAssocID="{7CF82FB9-BC55-42E0-8831-B711A16C1DB4}" presName="parTrans" presStyleLbl="bgSibTrans2D1" presStyleIdx="5" presStyleCnt="6"/>
      <dgm:spPr/>
      <dgm:t>
        <a:bodyPr/>
        <a:lstStyle/>
        <a:p>
          <a:endParaRPr lang="en-US"/>
        </a:p>
      </dgm:t>
    </dgm:pt>
    <dgm:pt modelId="{6C858D82-37E5-4B47-AAE1-50D0C4537AC8}" type="pres">
      <dgm:prSet presAssocID="{D33AA3AB-C84C-44F7-AAB5-C210C79341C5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A3E90E3-6F5D-4F74-AB13-D36D227232A5}" type="presOf" srcId="{DF905282-774F-4F5F-9234-6F98673334A9}" destId="{135FE77C-5E77-44EB-8030-596C7F934711}" srcOrd="0" destOrd="0" presId="urn:microsoft.com/office/officeart/2005/8/layout/radial4"/>
    <dgm:cxn modelId="{00EF4C2A-86B6-48C6-8EC5-49BC556EA27C}" type="presOf" srcId="{D2468A43-527D-4041-A66E-99F9CF419691}" destId="{D623EB05-C4C5-4846-9A8F-051EABA35160}" srcOrd="0" destOrd="0" presId="urn:microsoft.com/office/officeart/2005/8/layout/radial4"/>
    <dgm:cxn modelId="{8B91354F-02B8-44AE-ABE1-CF2848855F83}" srcId="{DF905282-774F-4F5F-9234-6F98673334A9}" destId="{6794FEB8-07F1-4F32-9FC8-0F274292A6AD}" srcOrd="0" destOrd="0" parTransId="{D2468A43-527D-4041-A66E-99F9CF419691}" sibTransId="{C37717C7-E211-458D-AF4F-C3C1514A3682}"/>
    <dgm:cxn modelId="{ED652BD5-DE9E-48ED-B61E-82C3E7A33E4E}" type="presOf" srcId="{FC3800FA-2BB9-48D9-B510-553A374D2094}" destId="{E8021650-D3DC-496A-B3CF-31A48D671574}" srcOrd="0" destOrd="0" presId="urn:microsoft.com/office/officeart/2005/8/layout/radial4"/>
    <dgm:cxn modelId="{C083C447-A1F1-4D82-A015-A1F83D02ED4C}" type="presOf" srcId="{F764E78B-0038-4E3A-956C-D5F8369BBC0C}" destId="{4440250E-5FEA-4D99-B50F-3B597A11D592}" srcOrd="0" destOrd="0" presId="urn:microsoft.com/office/officeart/2005/8/layout/radial4"/>
    <dgm:cxn modelId="{59C4FAB7-A8BF-4EF3-A3D4-41D221AF8D4F}" type="presOf" srcId="{D33AA3AB-C84C-44F7-AAB5-C210C79341C5}" destId="{6C858D82-37E5-4B47-AAE1-50D0C4537AC8}" srcOrd="0" destOrd="0" presId="urn:microsoft.com/office/officeart/2005/8/layout/radial4"/>
    <dgm:cxn modelId="{9C600A07-3482-4A4E-8BF9-F9B42A129503}" type="presOf" srcId="{7CF82FB9-BC55-42E0-8831-B711A16C1DB4}" destId="{7E62CEAF-9086-4B5F-B58E-19BB5AC7B558}" srcOrd="0" destOrd="0" presId="urn:microsoft.com/office/officeart/2005/8/layout/radial4"/>
    <dgm:cxn modelId="{15994B0C-632A-4EB0-B462-982207620464}" srcId="{61694C75-3A82-4E0C-AACF-7A45D287EA01}" destId="{DF905282-774F-4F5F-9234-6F98673334A9}" srcOrd="0" destOrd="0" parTransId="{3062C264-1117-414F-B2F6-BA8199FDC078}" sibTransId="{CA6622C8-A6B5-4A03-BDA7-7E5FC527EE76}"/>
    <dgm:cxn modelId="{436DB6ED-1671-4406-84DE-4D2686B23D15}" type="presOf" srcId="{69C0AB1F-BC7B-431C-8B53-453D4853AD98}" destId="{6F00ECE0-1729-47CA-9CE0-135275A8B383}" srcOrd="0" destOrd="0" presId="urn:microsoft.com/office/officeart/2005/8/layout/radial4"/>
    <dgm:cxn modelId="{52C2EA5D-F1F2-433B-8DA6-58E45DC6910E}" srcId="{DF905282-774F-4F5F-9234-6F98673334A9}" destId="{D33AA3AB-C84C-44F7-AAB5-C210C79341C5}" srcOrd="5" destOrd="0" parTransId="{7CF82FB9-BC55-42E0-8831-B711A16C1DB4}" sibTransId="{F05613D2-08A0-42E4-9A64-3862B338DC6C}"/>
    <dgm:cxn modelId="{26DF913F-3D36-4407-84B7-94B8F421E748}" type="presOf" srcId="{6794FEB8-07F1-4F32-9FC8-0F274292A6AD}" destId="{C1BC9F20-358C-47F2-AC63-B67464C7E786}" srcOrd="0" destOrd="0" presId="urn:microsoft.com/office/officeart/2005/8/layout/radial4"/>
    <dgm:cxn modelId="{2AAA18F7-6330-4AF9-95C0-7BE844B83920}" type="presOf" srcId="{803E61D4-1927-4A66-9EB7-AD65EC59AE50}" destId="{4345A788-E533-46E3-ADB0-E00F4327AD90}" srcOrd="0" destOrd="0" presId="urn:microsoft.com/office/officeart/2005/8/layout/radial4"/>
    <dgm:cxn modelId="{E3E99789-E947-40D9-A9E5-4218B6D53D6C}" type="presOf" srcId="{DE9DFADE-B4AA-40D4-9CF0-39F07B6DB40C}" destId="{68F81499-B0CF-495A-B0DC-6EF3D1AA3924}" srcOrd="0" destOrd="0" presId="urn:microsoft.com/office/officeart/2005/8/layout/radial4"/>
    <dgm:cxn modelId="{91BBF4FE-F2BE-40F7-AADA-D9AFB2F10F8D}" type="presOf" srcId="{E40C22AF-3931-4E70-A22F-DED86A86649A}" destId="{0062C118-8CFA-4F39-8433-A6565556F4A7}" srcOrd="0" destOrd="0" presId="urn:microsoft.com/office/officeart/2005/8/layout/radial4"/>
    <dgm:cxn modelId="{1EF03D68-9E1D-4E1D-AB9E-6FC8EE83038D}" type="presOf" srcId="{342C802A-B607-4CC6-B92D-13E0646989FA}" destId="{D5E3CB9A-DC38-474E-8CFB-9BFF1E5CCFCD}" srcOrd="0" destOrd="0" presId="urn:microsoft.com/office/officeart/2005/8/layout/radial4"/>
    <dgm:cxn modelId="{E3C8CC39-CF09-4F07-B2F8-B77D826356A9}" srcId="{DF905282-774F-4F5F-9234-6F98673334A9}" destId="{FC3800FA-2BB9-48D9-B510-553A374D2094}" srcOrd="3" destOrd="0" parTransId="{69C0AB1F-BC7B-431C-8B53-453D4853AD98}" sibTransId="{F9419935-AF8C-47F3-8981-1D938D62D33E}"/>
    <dgm:cxn modelId="{FE48DF47-FEEF-418B-B7FF-4CCC78ABDE13}" srcId="{DF905282-774F-4F5F-9234-6F98673334A9}" destId="{C0B95ABC-CF79-4C14-862B-0C3682F7683E}" srcOrd="1" destOrd="0" parTransId="{F764E78B-0038-4E3A-956C-D5F8369BBC0C}" sibTransId="{02DFECD1-7CB1-417E-9876-D5A28F193FF7}"/>
    <dgm:cxn modelId="{569BFCF9-9069-41AF-80DC-93FD1B21EC0A}" type="presOf" srcId="{61694C75-3A82-4E0C-AACF-7A45D287EA01}" destId="{16BF35A7-88D4-43CE-9F0D-E541D15F82CC}" srcOrd="0" destOrd="0" presId="urn:microsoft.com/office/officeart/2005/8/layout/radial4"/>
    <dgm:cxn modelId="{9519E3C3-A821-4763-8F32-DCDDFDE61889}" type="presOf" srcId="{C0B95ABC-CF79-4C14-862B-0C3682F7683E}" destId="{D8AA426D-FAE6-4CAE-9428-40E96405A9D5}" srcOrd="0" destOrd="0" presId="urn:microsoft.com/office/officeart/2005/8/layout/radial4"/>
    <dgm:cxn modelId="{259B15BC-1BE2-4E8E-9A56-BBDD1CB89C6F}" srcId="{DF905282-774F-4F5F-9234-6F98673334A9}" destId="{342C802A-B607-4CC6-B92D-13E0646989FA}" srcOrd="2" destOrd="0" parTransId="{DE9DFADE-B4AA-40D4-9CF0-39F07B6DB40C}" sibTransId="{16F07BEA-D990-4EE0-B273-34056945478A}"/>
    <dgm:cxn modelId="{A99B17BB-E9E1-4AE5-BD7F-5036A14883EF}" srcId="{DF905282-774F-4F5F-9234-6F98673334A9}" destId="{E40C22AF-3931-4E70-A22F-DED86A86649A}" srcOrd="4" destOrd="0" parTransId="{803E61D4-1927-4A66-9EB7-AD65EC59AE50}" sibTransId="{BD127C63-2244-4F87-98F5-0E1E52278461}"/>
    <dgm:cxn modelId="{FE470248-2744-4468-9916-2D5BEE94E5AA}" type="presParOf" srcId="{16BF35A7-88D4-43CE-9F0D-E541D15F82CC}" destId="{135FE77C-5E77-44EB-8030-596C7F934711}" srcOrd="0" destOrd="0" presId="urn:microsoft.com/office/officeart/2005/8/layout/radial4"/>
    <dgm:cxn modelId="{04495DF4-5E92-40AE-9D75-F7ADB753573D}" type="presParOf" srcId="{16BF35A7-88D4-43CE-9F0D-E541D15F82CC}" destId="{D623EB05-C4C5-4846-9A8F-051EABA35160}" srcOrd="1" destOrd="0" presId="urn:microsoft.com/office/officeart/2005/8/layout/radial4"/>
    <dgm:cxn modelId="{48DC9F00-6CED-4B2B-ACD6-BF4EF1514DBB}" type="presParOf" srcId="{16BF35A7-88D4-43CE-9F0D-E541D15F82CC}" destId="{C1BC9F20-358C-47F2-AC63-B67464C7E786}" srcOrd="2" destOrd="0" presId="urn:microsoft.com/office/officeart/2005/8/layout/radial4"/>
    <dgm:cxn modelId="{1D8B9E70-89F7-4A7E-9D0D-4D9F3C418BDC}" type="presParOf" srcId="{16BF35A7-88D4-43CE-9F0D-E541D15F82CC}" destId="{4440250E-5FEA-4D99-B50F-3B597A11D592}" srcOrd="3" destOrd="0" presId="urn:microsoft.com/office/officeart/2005/8/layout/radial4"/>
    <dgm:cxn modelId="{C6F3B9CA-238A-40F3-939E-1E02FA372710}" type="presParOf" srcId="{16BF35A7-88D4-43CE-9F0D-E541D15F82CC}" destId="{D8AA426D-FAE6-4CAE-9428-40E96405A9D5}" srcOrd="4" destOrd="0" presId="urn:microsoft.com/office/officeart/2005/8/layout/radial4"/>
    <dgm:cxn modelId="{4C3BBC76-5107-43C4-807A-25AEE2FB477B}" type="presParOf" srcId="{16BF35A7-88D4-43CE-9F0D-E541D15F82CC}" destId="{68F81499-B0CF-495A-B0DC-6EF3D1AA3924}" srcOrd="5" destOrd="0" presId="urn:microsoft.com/office/officeart/2005/8/layout/radial4"/>
    <dgm:cxn modelId="{E97FD294-3D4B-4868-9889-06E3F8D9C93F}" type="presParOf" srcId="{16BF35A7-88D4-43CE-9F0D-E541D15F82CC}" destId="{D5E3CB9A-DC38-474E-8CFB-9BFF1E5CCFCD}" srcOrd="6" destOrd="0" presId="urn:microsoft.com/office/officeart/2005/8/layout/radial4"/>
    <dgm:cxn modelId="{661F4A7B-841C-4496-BBC0-5280A0D59180}" type="presParOf" srcId="{16BF35A7-88D4-43CE-9F0D-E541D15F82CC}" destId="{6F00ECE0-1729-47CA-9CE0-135275A8B383}" srcOrd="7" destOrd="0" presId="urn:microsoft.com/office/officeart/2005/8/layout/radial4"/>
    <dgm:cxn modelId="{D6583C7A-5B69-4068-8E34-F9EE8EA43EB9}" type="presParOf" srcId="{16BF35A7-88D4-43CE-9F0D-E541D15F82CC}" destId="{E8021650-D3DC-496A-B3CF-31A48D671574}" srcOrd="8" destOrd="0" presId="urn:microsoft.com/office/officeart/2005/8/layout/radial4"/>
    <dgm:cxn modelId="{48994607-EDEA-42F6-9D94-766E88CFBAA1}" type="presParOf" srcId="{16BF35A7-88D4-43CE-9F0D-E541D15F82CC}" destId="{4345A788-E533-46E3-ADB0-E00F4327AD90}" srcOrd="9" destOrd="0" presId="urn:microsoft.com/office/officeart/2005/8/layout/radial4"/>
    <dgm:cxn modelId="{345FF1D8-23EE-4669-849A-4BC70A9B1811}" type="presParOf" srcId="{16BF35A7-88D4-43CE-9F0D-E541D15F82CC}" destId="{0062C118-8CFA-4F39-8433-A6565556F4A7}" srcOrd="10" destOrd="0" presId="urn:microsoft.com/office/officeart/2005/8/layout/radial4"/>
    <dgm:cxn modelId="{1E8B7034-F65D-4BF7-A5DF-6D50156DA580}" type="presParOf" srcId="{16BF35A7-88D4-43CE-9F0D-E541D15F82CC}" destId="{7E62CEAF-9086-4B5F-B58E-19BB5AC7B558}" srcOrd="11" destOrd="0" presId="urn:microsoft.com/office/officeart/2005/8/layout/radial4"/>
    <dgm:cxn modelId="{4CD58654-655E-41B2-A77B-FE97ED38DFD7}" type="presParOf" srcId="{16BF35A7-88D4-43CE-9F0D-E541D15F82CC}" destId="{6C858D82-37E5-4B47-AAE1-50D0C4537AC8}" srcOrd="12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836E353-97EF-46AB-BB6F-61466FFAE055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5114E509-AC47-4E66-942F-243B6A0D8456}" type="pres">
      <dgm:prSet presAssocID="{8836E353-97EF-46AB-BB6F-61466FFAE05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</dgm:ptLst>
  <dgm:cxnLst>
    <dgm:cxn modelId="{73C7D822-F9BF-463C-ADED-6D61F75E435C}" type="presOf" srcId="{8836E353-97EF-46AB-BB6F-61466FFAE055}" destId="{5114E509-AC47-4E66-942F-243B6A0D8456}" srcOrd="0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AB7F7D9-284E-2946-B189-EA3831F2C939}" type="doc">
      <dgm:prSet loTypeId="urn:microsoft.com/office/officeart/2005/8/layout/radial1" loCatId="relationship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668BAE20-6BD0-4848-9424-A0950763B513}">
      <dgm:prSet phldrT="[Text]" custT="1"/>
      <dgm:spPr/>
      <dgm:t>
        <a:bodyPr/>
        <a:lstStyle/>
        <a:p>
          <a:r>
            <a:rPr lang="en-US" sz="2000" dirty="0" smtClean="0"/>
            <a:t>Sources of Intelligence</a:t>
          </a:r>
          <a:endParaRPr lang="en-US" sz="2000" dirty="0"/>
        </a:p>
      </dgm:t>
    </dgm:pt>
    <dgm:pt modelId="{BCD2DAF0-5F93-324F-852C-B725C3721561}" type="parTrans" cxnId="{0B53014C-64FB-454F-ACD5-5582BA45B487}">
      <dgm:prSet/>
      <dgm:spPr/>
      <dgm:t>
        <a:bodyPr/>
        <a:lstStyle/>
        <a:p>
          <a:endParaRPr lang="en-US"/>
        </a:p>
      </dgm:t>
    </dgm:pt>
    <dgm:pt modelId="{A1EE51C7-1590-7846-A2FA-D0FD29FE975E}" type="sibTrans" cxnId="{0B53014C-64FB-454F-ACD5-5582BA45B487}">
      <dgm:prSet/>
      <dgm:spPr/>
      <dgm:t>
        <a:bodyPr/>
        <a:lstStyle/>
        <a:p>
          <a:endParaRPr lang="en-US"/>
        </a:p>
      </dgm:t>
    </dgm:pt>
    <dgm:pt modelId="{88FD8189-2BAB-DA46-98B8-7E0891BF9BAE}">
      <dgm:prSet phldrT="[Text]" custT="1"/>
      <dgm:spPr/>
      <dgm:t>
        <a:bodyPr/>
        <a:lstStyle/>
        <a:p>
          <a:r>
            <a:rPr lang="en-US" sz="2100" dirty="0" smtClean="0"/>
            <a:t>Angels &amp; VC’s</a:t>
          </a:r>
          <a:endParaRPr lang="en-US" sz="2100" dirty="0"/>
        </a:p>
      </dgm:t>
    </dgm:pt>
    <dgm:pt modelId="{7DEFB126-9572-4A44-8293-3583420170CB}" type="parTrans" cxnId="{155C1E7B-8EB9-C942-AAE7-E1164F52A4AB}">
      <dgm:prSet/>
      <dgm:spPr/>
      <dgm:t>
        <a:bodyPr/>
        <a:lstStyle/>
        <a:p>
          <a:endParaRPr lang="en-US"/>
        </a:p>
      </dgm:t>
    </dgm:pt>
    <dgm:pt modelId="{66670D29-B25C-B44A-AFA4-5A9408671CA0}" type="sibTrans" cxnId="{155C1E7B-8EB9-C942-AAE7-E1164F52A4AB}">
      <dgm:prSet/>
      <dgm:spPr/>
      <dgm:t>
        <a:bodyPr/>
        <a:lstStyle/>
        <a:p>
          <a:endParaRPr lang="en-US"/>
        </a:p>
      </dgm:t>
    </dgm:pt>
    <dgm:pt modelId="{9E9EA0FA-44F3-8849-ADAF-F124F45EE345}">
      <dgm:prSet phldrT="[Text]" custT="1"/>
      <dgm:spPr/>
      <dgm:t>
        <a:bodyPr/>
        <a:lstStyle/>
        <a:p>
          <a:r>
            <a:rPr lang="en-US" sz="2100" dirty="0" smtClean="0"/>
            <a:t>Databases</a:t>
          </a:r>
          <a:endParaRPr lang="en-US" sz="2100" dirty="0"/>
        </a:p>
      </dgm:t>
    </dgm:pt>
    <dgm:pt modelId="{2A13A90D-2DF0-0E4F-AF4E-210FE4A1BE8A}" type="parTrans" cxnId="{104DC6EA-66EA-2642-9719-05193EF32E10}">
      <dgm:prSet/>
      <dgm:spPr/>
      <dgm:t>
        <a:bodyPr/>
        <a:lstStyle/>
        <a:p>
          <a:endParaRPr lang="en-US"/>
        </a:p>
      </dgm:t>
    </dgm:pt>
    <dgm:pt modelId="{62903DE3-512E-5740-8014-CC3B1C937A83}" type="sibTrans" cxnId="{104DC6EA-66EA-2642-9719-05193EF32E10}">
      <dgm:prSet/>
      <dgm:spPr/>
      <dgm:t>
        <a:bodyPr/>
        <a:lstStyle/>
        <a:p>
          <a:endParaRPr lang="en-US"/>
        </a:p>
      </dgm:t>
    </dgm:pt>
    <dgm:pt modelId="{BB0A81BA-6326-3A48-8BED-CB863CEC61FC}">
      <dgm:prSet phldrT="[Text]" custT="1"/>
      <dgm:spPr/>
      <dgm:t>
        <a:bodyPr/>
        <a:lstStyle/>
        <a:p>
          <a:r>
            <a:rPr lang="en-US" sz="2100" dirty="0" smtClean="0"/>
            <a:t>Suppliers</a:t>
          </a:r>
          <a:endParaRPr lang="en-US" sz="2100" dirty="0"/>
        </a:p>
      </dgm:t>
    </dgm:pt>
    <dgm:pt modelId="{766A3CAF-535F-484B-8C1E-F3F99DFDE6B8}" type="parTrans" cxnId="{B800C43C-56AC-2A4A-ADC7-41B2E766F2A9}">
      <dgm:prSet/>
      <dgm:spPr/>
      <dgm:t>
        <a:bodyPr/>
        <a:lstStyle/>
        <a:p>
          <a:endParaRPr lang="en-US"/>
        </a:p>
      </dgm:t>
    </dgm:pt>
    <dgm:pt modelId="{26905E8A-E8FD-5D44-82C5-D3A1443AC6BC}" type="sibTrans" cxnId="{B800C43C-56AC-2A4A-ADC7-41B2E766F2A9}">
      <dgm:prSet/>
      <dgm:spPr/>
      <dgm:t>
        <a:bodyPr/>
        <a:lstStyle/>
        <a:p>
          <a:endParaRPr lang="en-US"/>
        </a:p>
      </dgm:t>
    </dgm:pt>
    <dgm:pt modelId="{5F8BED52-4D79-C24D-AE0E-AA7E2FC84C19}">
      <dgm:prSet phldrT="[Text]"/>
      <dgm:spPr/>
      <dgm:t>
        <a:bodyPr/>
        <a:lstStyle/>
        <a:p>
          <a:endParaRPr lang="en-US" dirty="0"/>
        </a:p>
      </dgm:t>
    </dgm:pt>
    <dgm:pt modelId="{0858E007-F4B7-B348-A836-B772CB8AD222}" type="parTrans" cxnId="{E507A4CE-B807-234A-BF44-CB8ACC440C95}">
      <dgm:prSet/>
      <dgm:spPr/>
      <dgm:t>
        <a:bodyPr/>
        <a:lstStyle/>
        <a:p>
          <a:endParaRPr lang="en-US"/>
        </a:p>
      </dgm:t>
    </dgm:pt>
    <dgm:pt modelId="{A8B9B52F-1F71-3B4B-A400-784C390F1A3A}" type="sibTrans" cxnId="{E507A4CE-B807-234A-BF44-CB8ACC440C95}">
      <dgm:prSet/>
      <dgm:spPr/>
      <dgm:t>
        <a:bodyPr/>
        <a:lstStyle/>
        <a:p>
          <a:endParaRPr lang="en-US"/>
        </a:p>
      </dgm:t>
    </dgm:pt>
    <dgm:pt modelId="{B18002B9-9C0C-EA4C-8F12-B6718380878D}" type="pres">
      <dgm:prSet presAssocID="{BAB7F7D9-284E-2946-B189-EA3831F2C939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465E1A6-2D0A-B143-BD95-94B2AB6F0ADE}" type="pres">
      <dgm:prSet presAssocID="{668BAE20-6BD0-4848-9424-A0950763B513}" presName="centerShape" presStyleLbl="node0" presStyleIdx="0" presStyleCnt="1" custScaleX="115275" custScaleY="111158" custLinFactNeighborY="-880"/>
      <dgm:spPr/>
      <dgm:t>
        <a:bodyPr/>
        <a:lstStyle/>
        <a:p>
          <a:endParaRPr lang="en-US"/>
        </a:p>
      </dgm:t>
    </dgm:pt>
    <dgm:pt modelId="{21DF8E22-3F01-8140-8D56-837E8724D8AA}" type="pres">
      <dgm:prSet presAssocID="{7DEFB126-9572-4A44-8293-3583420170CB}" presName="Name9" presStyleLbl="parChTrans1D2" presStyleIdx="0" presStyleCnt="3"/>
      <dgm:spPr/>
      <dgm:t>
        <a:bodyPr/>
        <a:lstStyle/>
        <a:p>
          <a:endParaRPr lang="en-US"/>
        </a:p>
      </dgm:t>
    </dgm:pt>
    <dgm:pt modelId="{31DCF47A-E3AE-C643-8A56-E43096E511E3}" type="pres">
      <dgm:prSet presAssocID="{7DEFB126-9572-4A44-8293-3583420170CB}" presName="connTx" presStyleLbl="parChTrans1D2" presStyleIdx="0" presStyleCnt="3"/>
      <dgm:spPr/>
      <dgm:t>
        <a:bodyPr/>
        <a:lstStyle/>
        <a:p>
          <a:endParaRPr lang="en-US"/>
        </a:p>
      </dgm:t>
    </dgm:pt>
    <dgm:pt modelId="{5AF1CB85-AB56-D041-9305-D92C99EB0C23}" type="pres">
      <dgm:prSet presAssocID="{88FD8189-2BAB-DA46-98B8-7E0891BF9BAE}" presName="node" presStyleLbl="node1" presStyleIdx="0" presStyleCnt="3" custScaleX="107456" custScaleY="103855" custRadScaleRad="10605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BBAF20-98D9-E549-9415-77FB31EC76A0}" type="pres">
      <dgm:prSet presAssocID="{2A13A90D-2DF0-0E4F-AF4E-210FE4A1BE8A}" presName="Name9" presStyleLbl="parChTrans1D2" presStyleIdx="1" presStyleCnt="3"/>
      <dgm:spPr/>
      <dgm:t>
        <a:bodyPr/>
        <a:lstStyle/>
        <a:p>
          <a:endParaRPr lang="en-US"/>
        </a:p>
      </dgm:t>
    </dgm:pt>
    <dgm:pt modelId="{F3C483F7-741E-5A45-BA6E-D3283615EFA2}" type="pres">
      <dgm:prSet presAssocID="{2A13A90D-2DF0-0E4F-AF4E-210FE4A1BE8A}" presName="connTx" presStyleLbl="parChTrans1D2" presStyleIdx="1" presStyleCnt="3"/>
      <dgm:spPr/>
      <dgm:t>
        <a:bodyPr/>
        <a:lstStyle/>
        <a:p>
          <a:endParaRPr lang="en-US"/>
        </a:p>
      </dgm:t>
    </dgm:pt>
    <dgm:pt modelId="{99A56911-56FE-6E4A-98AA-CF7A8EB6F25A}" type="pres">
      <dgm:prSet presAssocID="{9E9EA0FA-44F3-8849-ADAF-F124F45EE345}" presName="node" presStyleLbl="node1" presStyleIdx="1" presStyleCnt="3" custScaleX="107456" custScaleY="103855" custRadScaleRad="103774" custRadScaleInc="-745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A50795E-02F8-1B44-AC19-BB994E14B3EF}" type="pres">
      <dgm:prSet presAssocID="{766A3CAF-535F-484B-8C1E-F3F99DFDE6B8}" presName="Name9" presStyleLbl="parChTrans1D2" presStyleIdx="2" presStyleCnt="3"/>
      <dgm:spPr/>
      <dgm:t>
        <a:bodyPr/>
        <a:lstStyle/>
        <a:p>
          <a:endParaRPr lang="en-US"/>
        </a:p>
      </dgm:t>
    </dgm:pt>
    <dgm:pt modelId="{104183C6-A2ED-AF44-B529-743E8A7BD2CF}" type="pres">
      <dgm:prSet presAssocID="{766A3CAF-535F-484B-8C1E-F3F99DFDE6B8}" presName="connTx" presStyleLbl="parChTrans1D2" presStyleIdx="2" presStyleCnt="3"/>
      <dgm:spPr/>
      <dgm:t>
        <a:bodyPr/>
        <a:lstStyle/>
        <a:p>
          <a:endParaRPr lang="en-US"/>
        </a:p>
      </dgm:t>
    </dgm:pt>
    <dgm:pt modelId="{7AC41325-54EC-FF45-A141-6DBF84CFECDB}" type="pres">
      <dgm:prSet presAssocID="{BB0A81BA-6326-3A48-8BED-CB863CEC61FC}" presName="node" presStyleLbl="node1" presStyleIdx="2" presStyleCnt="3" custScaleX="107456" custScaleY="103855" custRadScaleRad="103774" custRadScaleInc="745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4E70F8F-7DCB-41D6-A53F-BDF88FE455B4}" type="presOf" srcId="{668BAE20-6BD0-4848-9424-A0950763B513}" destId="{3465E1A6-2D0A-B143-BD95-94B2AB6F0ADE}" srcOrd="0" destOrd="0" presId="urn:microsoft.com/office/officeart/2005/8/layout/radial1"/>
    <dgm:cxn modelId="{991C726D-7F69-4B6B-BDBB-42DEA3B1B2CD}" type="presOf" srcId="{766A3CAF-535F-484B-8C1E-F3F99DFDE6B8}" destId="{104183C6-A2ED-AF44-B529-743E8A7BD2CF}" srcOrd="1" destOrd="0" presId="urn:microsoft.com/office/officeart/2005/8/layout/radial1"/>
    <dgm:cxn modelId="{649AE7C2-E641-4FC8-85AA-B05C380A7A54}" type="presOf" srcId="{7DEFB126-9572-4A44-8293-3583420170CB}" destId="{31DCF47A-E3AE-C643-8A56-E43096E511E3}" srcOrd="1" destOrd="0" presId="urn:microsoft.com/office/officeart/2005/8/layout/radial1"/>
    <dgm:cxn modelId="{0FB91D98-0B24-4413-B2FA-F5B595F9FCC2}" type="presOf" srcId="{BB0A81BA-6326-3A48-8BED-CB863CEC61FC}" destId="{7AC41325-54EC-FF45-A141-6DBF84CFECDB}" srcOrd="0" destOrd="0" presId="urn:microsoft.com/office/officeart/2005/8/layout/radial1"/>
    <dgm:cxn modelId="{104DC6EA-66EA-2642-9719-05193EF32E10}" srcId="{668BAE20-6BD0-4848-9424-A0950763B513}" destId="{9E9EA0FA-44F3-8849-ADAF-F124F45EE345}" srcOrd="1" destOrd="0" parTransId="{2A13A90D-2DF0-0E4F-AF4E-210FE4A1BE8A}" sibTransId="{62903DE3-512E-5740-8014-CC3B1C937A83}"/>
    <dgm:cxn modelId="{06AC54B9-8CCD-4E3D-87F0-50449BB92FBD}" type="presOf" srcId="{9E9EA0FA-44F3-8849-ADAF-F124F45EE345}" destId="{99A56911-56FE-6E4A-98AA-CF7A8EB6F25A}" srcOrd="0" destOrd="0" presId="urn:microsoft.com/office/officeart/2005/8/layout/radial1"/>
    <dgm:cxn modelId="{8936F011-E819-4ADA-921B-9E467A09E703}" type="presOf" srcId="{2A13A90D-2DF0-0E4F-AF4E-210FE4A1BE8A}" destId="{13BBAF20-98D9-E549-9415-77FB31EC76A0}" srcOrd="0" destOrd="0" presId="urn:microsoft.com/office/officeart/2005/8/layout/radial1"/>
    <dgm:cxn modelId="{656E9826-DC29-47FB-8D47-D99CEB3A019A}" type="presOf" srcId="{BAB7F7D9-284E-2946-B189-EA3831F2C939}" destId="{B18002B9-9C0C-EA4C-8F12-B6718380878D}" srcOrd="0" destOrd="0" presId="urn:microsoft.com/office/officeart/2005/8/layout/radial1"/>
    <dgm:cxn modelId="{0B53014C-64FB-454F-ACD5-5582BA45B487}" srcId="{BAB7F7D9-284E-2946-B189-EA3831F2C939}" destId="{668BAE20-6BD0-4848-9424-A0950763B513}" srcOrd="0" destOrd="0" parTransId="{BCD2DAF0-5F93-324F-852C-B725C3721561}" sibTransId="{A1EE51C7-1590-7846-A2FA-D0FD29FE975E}"/>
    <dgm:cxn modelId="{9FF9FF89-3F0A-45CA-9EE0-9462DEDF0C2F}" type="presOf" srcId="{88FD8189-2BAB-DA46-98B8-7E0891BF9BAE}" destId="{5AF1CB85-AB56-D041-9305-D92C99EB0C23}" srcOrd="0" destOrd="0" presId="urn:microsoft.com/office/officeart/2005/8/layout/radial1"/>
    <dgm:cxn modelId="{E08EAEB6-07CC-46EA-B305-27FBE3F05747}" type="presOf" srcId="{7DEFB126-9572-4A44-8293-3583420170CB}" destId="{21DF8E22-3F01-8140-8D56-837E8724D8AA}" srcOrd="0" destOrd="0" presId="urn:microsoft.com/office/officeart/2005/8/layout/radial1"/>
    <dgm:cxn modelId="{E507A4CE-B807-234A-BF44-CB8ACC440C95}" srcId="{BAB7F7D9-284E-2946-B189-EA3831F2C939}" destId="{5F8BED52-4D79-C24D-AE0E-AA7E2FC84C19}" srcOrd="1" destOrd="0" parTransId="{0858E007-F4B7-B348-A836-B772CB8AD222}" sibTransId="{A8B9B52F-1F71-3B4B-A400-784C390F1A3A}"/>
    <dgm:cxn modelId="{B0D9551D-8ADA-4297-A35B-D917129D7D8D}" type="presOf" srcId="{766A3CAF-535F-484B-8C1E-F3F99DFDE6B8}" destId="{3A50795E-02F8-1B44-AC19-BB994E14B3EF}" srcOrd="0" destOrd="0" presId="urn:microsoft.com/office/officeart/2005/8/layout/radial1"/>
    <dgm:cxn modelId="{C8F3A765-8837-47F6-B43B-5FDF218AC317}" type="presOf" srcId="{2A13A90D-2DF0-0E4F-AF4E-210FE4A1BE8A}" destId="{F3C483F7-741E-5A45-BA6E-D3283615EFA2}" srcOrd="1" destOrd="0" presId="urn:microsoft.com/office/officeart/2005/8/layout/radial1"/>
    <dgm:cxn modelId="{155C1E7B-8EB9-C942-AAE7-E1164F52A4AB}" srcId="{668BAE20-6BD0-4848-9424-A0950763B513}" destId="{88FD8189-2BAB-DA46-98B8-7E0891BF9BAE}" srcOrd="0" destOrd="0" parTransId="{7DEFB126-9572-4A44-8293-3583420170CB}" sibTransId="{66670D29-B25C-B44A-AFA4-5A9408671CA0}"/>
    <dgm:cxn modelId="{B800C43C-56AC-2A4A-ADC7-41B2E766F2A9}" srcId="{668BAE20-6BD0-4848-9424-A0950763B513}" destId="{BB0A81BA-6326-3A48-8BED-CB863CEC61FC}" srcOrd="2" destOrd="0" parTransId="{766A3CAF-535F-484B-8C1E-F3F99DFDE6B8}" sibTransId="{26905E8A-E8FD-5D44-82C5-D3A1443AC6BC}"/>
    <dgm:cxn modelId="{42BC6AEB-CBDA-4CB9-A113-BE18B767E275}" type="presParOf" srcId="{B18002B9-9C0C-EA4C-8F12-B6718380878D}" destId="{3465E1A6-2D0A-B143-BD95-94B2AB6F0ADE}" srcOrd="0" destOrd="0" presId="urn:microsoft.com/office/officeart/2005/8/layout/radial1"/>
    <dgm:cxn modelId="{D9EB9850-7B29-442E-B6A2-0DF52AC52BE5}" type="presParOf" srcId="{B18002B9-9C0C-EA4C-8F12-B6718380878D}" destId="{21DF8E22-3F01-8140-8D56-837E8724D8AA}" srcOrd="1" destOrd="0" presId="urn:microsoft.com/office/officeart/2005/8/layout/radial1"/>
    <dgm:cxn modelId="{B805FBD3-8B55-4C2E-9377-C962673A3BC2}" type="presParOf" srcId="{21DF8E22-3F01-8140-8D56-837E8724D8AA}" destId="{31DCF47A-E3AE-C643-8A56-E43096E511E3}" srcOrd="0" destOrd="0" presId="urn:microsoft.com/office/officeart/2005/8/layout/radial1"/>
    <dgm:cxn modelId="{669D270F-22A1-449F-A718-89FFB40D2B8A}" type="presParOf" srcId="{B18002B9-9C0C-EA4C-8F12-B6718380878D}" destId="{5AF1CB85-AB56-D041-9305-D92C99EB0C23}" srcOrd="2" destOrd="0" presId="urn:microsoft.com/office/officeart/2005/8/layout/radial1"/>
    <dgm:cxn modelId="{EE9EAE8C-630C-4218-83C0-827D8851DF85}" type="presParOf" srcId="{B18002B9-9C0C-EA4C-8F12-B6718380878D}" destId="{13BBAF20-98D9-E549-9415-77FB31EC76A0}" srcOrd="3" destOrd="0" presId="urn:microsoft.com/office/officeart/2005/8/layout/radial1"/>
    <dgm:cxn modelId="{2610C990-5BD6-468A-988E-C16FA7031C6E}" type="presParOf" srcId="{13BBAF20-98D9-E549-9415-77FB31EC76A0}" destId="{F3C483F7-741E-5A45-BA6E-D3283615EFA2}" srcOrd="0" destOrd="0" presId="urn:microsoft.com/office/officeart/2005/8/layout/radial1"/>
    <dgm:cxn modelId="{27DEDCBD-FE2B-40BA-8EFE-5661F5AD1F03}" type="presParOf" srcId="{B18002B9-9C0C-EA4C-8F12-B6718380878D}" destId="{99A56911-56FE-6E4A-98AA-CF7A8EB6F25A}" srcOrd="4" destOrd="0" presId="urn:microsoft.com/office/officeart/2005/8/layout/radial1"/>
    <dgm:cxn modelId="{91A16377-20BE-4C16-8526-3EEC2BEC4B8B}" type="presParOf" srcId="{B18002B9-9C0C-EA4C-8F12-B6718380878D}" destId="{3A50795E-02F8-1B44-AC19-BB994E14B3EF}" srcOrd="5" destOrd="0" presId="urn:microsoft.com/office/officeart/2005/8/layout/radial1"/>
    <dgm:cxn modelId="{DD2C3155-E232-400E-A0CB-A0E52F7A9446}" type="presParOf" srcId="{3A50795E-02F8-1B44-AC19-BB994E14B3EF}" destId="{104183C6-A2ED-AF44-B529-743E8A7BD2CF}" srcOrd="0" destOrd="0" presId="urn:microsoft.com/office/officeart/2005/8/layout/radial1"/>
    <dgm:cxn modelId="{C0B5857F-8007-4FB0-BDE3-DFB91C4BA56B}" type="presParOf" srcId="{B18002B9-9C0C-EA4C-8F12-B6718380878D}" destId="{7AC41325-54EC-FF45-A141-6DBF84CFECDB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010696-5DE4-4551-9DF3-B1928666FBB1}">
      <dsp:nvSpPr>
        <dsp:cNvPr id="0" name=""/>
        <dsp:cNvSpPr/>
      </dsp:nvSpPr>
      <dsp:spPr>
        <a:xfrm>
          <a:off x="1995785" y="1179"/>
          <a:ext cx="2104429" cy="105221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See Yourself</a:t>
          </a:r>
          <a:endParaRPr lang="en-US" sz="2700" kern="1200" dirty="0"/>
        </a:p>
      </dsp:txBody>
      <dsp:txXfrm>
        <a:off x="2026603" y="31997"/>
        <a:ext cx="2042793" cy="990578"/>
      </dsp:txXfrm>
    </dsp:sp>
    <dsp:sp modelId="{B0F9A53C-CF44-4D33-A9F7-94829DA2BDD9}">
      <dsp:nvSpPr>
        <dsp:cNvPr id="0" name=""/>
        <dsp:cNvSpPr/>
      </dsp:nvSpPr>
      <dsp:spPr>
        <a:xfrm rot="3600000">
          <a:off x="3368523" y="1847862"/>
          <a:ext cx="1096445" cy="368275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3479006" y="1921517"/>
        <a:ext cx="875480" cy="220965"/>
      </dsp:txXfrm>
    </dsp:sp>
    <dsp:sp modelId="{80A7E2D2-6CCB-4F0C-B2AD-EA6BE0916265}">
      <dsp:nvSpPr>
        <dsp:cNvPr id="0" name=""/>
        <dsp:cNvSpPr/>
      </dsp:nvSpPr>
      <dsp:spPr>
        <a:xfrm>
          <a:off x="3733278" y="3010605"/>
          <a:ext cx="2104429" cy="105221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See the Market</a:t>
          </a:r>
          <a:endParaRPr lang="en-US" sz="2700" kern="1200" dirty="0"/>
        </a:p>
      </dsp:txBody>
      <dsp:txXfrm>
        <a:off x="3764096" y="3041423"/>
        <a:ext cx="2042793" cy="990578"/>
      </dsp:txXfrm>
    </dsp:sp>
    <dsp:sp modelId="{D72EBF1D-AB09-4081-9A00-F19213874186}">
      <dsp:nvSpPr>
        <dsp:cNvPr id="0" name=""/>
        <dsp:cNvSpPr/>
      </dsp:nvSpPr>
      <dsp:spPr>
        <a:xfrm rot="10800000">
          <a:off x="2499777" y="3352575"/>
          <a:ext cx="1096445" cy="368275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 rot="10800000">
        <a:off x="2610259" y="3426230"/>
        <a:ext cx="875480" cy="220965"/>
      </dsp:txXfrm>
    </dsp:sp>
    <dsp:sp modelId="{14782E7B-163F-4429-B922-508A66651CC7}">
      <dsp:nvSpPr>
        <dsp:cNvPr id="0" name=""/>
        <dsp:cNvSpPr/>
      </dsp:nvSpPr>
      <dsp:spPr>
        <a:xfrm>
          <a:off x="258291" y="3010605"/>
          <a:ext cx="2104429" cy="105221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shade val="51000"/>
                <a:satMod val="130000"/>
              </a:schemeClr>
            </a:gs>
            <a:gs pos="80000">
              <a:schemeClr val="accent4">
                <a:shade val="93000"/>
                <a:satMod val="130000"/>
              </a:schemeClr>
            </a:gs>
            <a:gs pos="100000">
              <a:schemeClr val="accent4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See the Competition</a:t>
          </a:r>
          <a:endParaRPr lang="en-US" sz="2700" kern="1200" dirty="0"/>
        </a:p>
      </dsp:txBody>
      <dsp:txXfrm>
        <a:off x="289109" y="3041423"/>
        <a:ext cx="2042793" cy="990578"/>
      </dsp:txXfrm>
    </dsp:sp>
    <dsp:sp modelId="{E5CD2C85-4E02-46E8-968C-DD7DB193A659}">
      <dsp:nvSpPr>
        <dsp:cNvPr id="0" name=""/>
        <dsp:cNvSpPr/>
      </dsp:nvSpPr>
      <dsp:spPr>
        <a:xfrm rot="18000000">
          <a:off x="1631030" y="1847862"/>
          <a:ext cx="1096445" cy="368275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1741513" y="1921517"/>
        <a:ext cx="875480" cy="2209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75AEC-5223-354C-A923-5CACB58AC878}">
      <dsp:nvSpPr>
        <dsp:cNvPr id="0" name=""/>
        <dsp:cNvSpPr/>
      </dsp:nvSpPr>
      <dsp:spPr>
        <a:xfrm>
          <a:off x="0" y="3059187"/>
          <a:ext cx="5944592" cy="100409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Viable opportunity</a:t>
          </a:r>
          <a:endParaRPr lang="en-US" sz="2900" kern="1200" dirty="0"/>
        </a:p>
      </dsp:txBody>
      <dsp:txXfrm>
        <a:off x="0" y="3059187"/>
        <a:ext cx="5944592" cy="1004093"/>
      </dsp:txXfrm>
    </dsp:sp>
    <dsp:sp modelId="{AB080A61-F33B-0642-9300-D576619D364F}">
      <dsp:nvSpPr>
        <dsp:cNvPr id="0" name=""/>
        <dsp:cNvSpPr/>
      </dsp:nvSpPr>
      <dsp:spPr>
        <a:xfrm rot="10800000">
          <a:off x="0" y="1529953"/>
          <a:ext cx="5944592" cy="1544296"/>
        </a:xfrm>
        <a:prstGeom prst="upArrowCallout">
          <a:avLst/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Idea</a:t>
          </a:r>
          <a:endParaRPr lang="en-US" sz="2900" kern="1200" dirty="0"/>
        </a:p>
      </dsp:txBody>
      <dsp:txXfrm rot="-10800000">
        <a:off x="0" y="1529953"/>
        <a:ext cx="5944592" cy="542047"/>
      </dsp:txXfrm>
    </dsp:sp>
    <dsp:sp modelId="{2CDE13D0-FFA1-244B-B5A9-F7BFF2E7DD5D}">
      <dsp:nvSpPr>
        <dsp:cNvPr id="0" name=""/>
        <dsp:cNvSpPr/>
      </dsp:nvSpPr>
      <dsp:spPr>
        <a:xfrm>
          <a:off x="0" y="2072001"/>
          <a:ext cx="5944592" cy="461744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Idea multiplication</a:t>
          </a:r>
          <a:endParaRPr lang="en-US" sz="2000" kern="1200" dirty="0"/>
        </a:p>
      </dsp:txBody>
      <dsp:txXfrm>
        <a:off x="0" y="2072001"/>
        <a:ext cx="5944592" cy="461744"/>
      </dsp:txXfrm>
    </dsp:sp>
    <dsp:sp modelId="{1B84E8E4-F104-DD41-BA0A-D1CCFCB8F46D}">
      <dsp:nvSpPr>
        <dsp:cNvPr id="0" name=""/>
        <dsp:cNvSpPr/>
      </dsp:nvSpPr>
      <dsp:spPr>
        <a:xfrm rot="10800000">
          <a:off x="0" y="718"/>
          <a:ext cx="5944592" cy="1544296"/>
        </a:xfrm>
        <a:prstGeom prst="upArrowCallou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Seed of an idea</a:t>
          </a:r>
          <a:endParaRPr lang="en-US" sz="2900" kern="1200" dirty="0"/>
        </a:p>
      </dsp:txBody>
      <dsp:txXfrm rot="-10800000">
        <a:off x="0" y="718"/>
        <a:ext cx="5944592" cy="542047"/>
      </dsp:txXfrm>
    </dsp:sp>
    <dsp:sp modelId="{C5B5C06D-FF1D-744A-B534-268E81A022C2}">
      <dsp:nvSpPr>
        <dsp:cNvPr id="0" name=""/>
        <dsp:cNvSpPr/>
      </dsp:nvSpPr>
      <dsp:spPr>
        <a:xfrm>
          <a:off x="0" y="542766"/>
          <a:ext cx="2972296" cy="461744"/>
        </a:xfrm>
        <a:prstGeom prst="rect">
          <a:avLst/>
        </a:prstGeom>
        <a:solidFill>
          <a:schemeClr val="accent4">
            <a:tint val="40000"/>
            <a:alpha val="90000"/>
            <a:hueOff val="-1972853"/>
            <a:satOff val="11079"/>
            <a:lumOff val="704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-1972853"/>
              <a:satOff val="11079"/>
              <a:lumOff val="70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Passion</a:t>
          </a:r>
          <a:endParaRPr lang="en-US" sz="2000" kern="1200" dirty="0"/>
        </a:p>
      </dsp:txBody>
      <dsp:txXfrm>
        <a:off x="0" y="542766"/>
        <a:ext cx="2972296" cy="461744"/>
      </dsp:txXfrm>
    </dsp:sp>
    <dsp:sp modelId="{0A318157-250B-944B-B9DB-74A04631FF5A}">
      <dsp:nvSpPr>
        <dsp:cNvPr id="0" name=""/>
        <dsp:cNvSpPr/>
      </dsp:nvSpPr>
      <dsp:spPr>
        <a:xfrm>
          <a:off x="2972296" y="542766"/>
          <a:ext cx="2972296" cy="461744"/>
        </a:xfrm>
        <a:prstGeom prst="rect">
          <a:avLst/>
        </a:prstGeom>
        <a:solidFill>
          <a:schemeClr val="accent4">
            <a:tint val="40000"/>
            <a:alpha val="90000"/>
            <a:hueOff val="-3945706"/>
            <a:satOff val="22157"/>
            <a:lumOff val="1408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-3945706"/>
              <a:satOff val="22157"/>
              <a:lumOff val="140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Professional experience</a:t>
          </a:r>
          <a:endParaRPr lang="en-US" sz="2000" kern="1200" dirty="0"/>
        </a:p>
      </dsp:txBody>
      <dsp:txXfrm>
        <a:off x="2972296" y="542766"/>
        <a:ext cx="2972296" cy="4617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5FE77C-5E77-44EB-8030-596C7F934711}">
      <dsp:nvSpPr>
        <dsp:cNvPr id="0" name=""/>
        <dsp:cNvSpPr/>
      </dsp:nvSpPr>
      <dsp:spPr>
        <a:xfrm>
          <a:off x="2231469" y="2213151"/>
          <a:ext cx="1633061" cy="16330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solidFill>
                <a:schemeClr val="tx1"/>
              </a:solidFill>
            </a:rPr>
            <a:t>Seed Resources</a:t>
          </a:r>
          <a:endParaRPr lang="en-US" sz="2100" kern="1200" dirty="0">
            <a:solidFill>
              <a:schemeClr val="tx1"/>
            </a:solidFill>
          </a:endParaRPr>
        </a:p>
      </dsp:txBody>
      <dsp:txXfrm>
        <a:off x="2470625" y="2452307"/>
        <a:ext cx="1154749" cy="1154749"/>
      </dsp:txXfrm>
    </dsp:sp>
    <dsp:sp modelId="{D623EB05-C4C5-4846-9A8F-051EABA35160}">
      <dsp:nvSpPr>
        <dsp:cNvPr id="0" name=""/>
        <dsp:cNvSpPr/>
      </dsp:nvSpPr>
      <dsp:spPr>
        <a:xfrm rot="10800000">
          <a:off x="572187" y="2796970"/>
          <a:ext cx="1568021" cy="465422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BC9F20-358C-47F2-AC63-B67464C7E786}">
      <dsp:nvSpPr>
        <dsp:cNvPr id="0" name=""/>
        <dsp:cNvSpPr/>
      </dsp:nvSpPr>
      <dsp:spPr>
        <a:xfrm>
          <a:off x="615" y="2572425"/>
          <a:ext cx="1143142" cy="9145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solidFill>
                <a:schemeClr val="tx1"/>
              </a:solidFill>
            </a:rPr>
            <a:t>Passion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27400" y="2599210"/>
        <a:ext cx="1089572" cy="860944"/>
      </dsp:txXfrm>
    </dsp:sp>
    <dsp:sp modelId="{4440250E-5FEA-4D99-B50F-3B597A11D592}">
      <dsp:nvSpPr>
        <dsp:cNvPr id="0" name=""/>
        <dsp:cNvSpPr/>
      </dsp:nvSpPr>
      <dsp:spPr>
        <a:xfrm rot="12960000">
          <a:off x="895292" y="1802554"/>
          <a:ext cx="1568021" cy="465422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AA426D-FAE6-4CAE-9428-40E96405A9D5}">
      <dsp:nvSpPr>
        <dsp:cNvPr id="0" name=""/>
        <dsp:cNvSpPr/>
      </dsp:nvSpPr>
      <dsp:spPr>
        <a:xfrm>
          <a:off x="473453" y="1117178"/>
          <a:ext cx="1143142" cy="91451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>
              <a:solidFill>
                <a:schemeClr val="tx1"/>
              </a:solidFill>
            </a:rPr>
            <a:t>Energy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500238" y="1143963"/>
        <a:ext cx="1089572" cy="860944"/>
      </dsp:txXfrm>
    </dsp:sp>
    <dsp:sp modelId="{68F81499-B0CF-495A-B0DC-6EF3D1AA3924}">
      <dsp:nvSpPr>
        <dsp:cNvPr id="0" name=""/>
        <dsp:cNvSpPr/>
      </dsp:nvSpPr>
      <dsp:spPr>
        <a:xfrm rot="15120000">
          <a:off x="1741193" y="1187971"/>
          <a:ext cx="1568021" cy="465422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E3CB9A-DC38-474E-8CFB-9BFF1E5CCFCD}">
      <dsp:nvSpPr>
        <dsp:cNvPr id="0" name=""/>
        <dsp:cNvSpPr/>
      </dsp:nvSpPr>
      <dsp:spPr>
        <a:xfrm>
          <a:off x="1711360" y="217787"/>
          <a:ext cx="1143142" cy="91451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>
              <a:solidFill>
                <a:schemeClr val="tx1"/>
              </a:solidFill>
            </a:rPr>
            <a:t>Experience &amp; Knowledge</a:t>
          </a:r>
          <a:endParaRPr lang="en-US" sz="1700" b="1" kern="1200" dirty="0">
            <a:solidFill>
              <a:schemeClr val="tx1"/>
            </a:solidFill>
          </a:endParaRPr>
        </a:p>
      </dsp:txBody>
      <dsp:txXfrm>
        <a:off x="1738145" y="244572"/>
        <a:ext cx="1089572" cy="860944"/>
      </dsp:txXfrm>
    </dsp:sp>
    <dsp:sp modelId="{6F00ECE0-1729-47CA-9CE0-135275A8B383}">
      <dsp:nvSpPr>
        <dsp:cNvPr id="0" name=""/>
        <dsp:cNvSpPr/>
      </dsp:nvSpPr>
      <dsp:spPr>
        <a:xfrm rot="17280000">
          <a:off x="2786784" y="1187971"/>
          <a:ext cx="1568021" cy="465422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021650-D3DC-496A-B3CF-31A48D671574}">
      <dsp:nvSpPr>
        <dsp:cNvPr id="0" name=""/>
        <dsp:cNvSpPr/>
      </dsp:nvSpPr>
      <dsp:spPr>
        <a:xfrm>
          <a:off x="3241496" y="217787"/>
          <a:ext cx="1143142" cy="91451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solidFill>
                <a:schemeClr val="tx1"/>
              </a:solidFill>
            </a:rPr>
            <a:t>Time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3268281" y="244572"/>
        <a:ext cx="1089572" cy="860944"/>
      </dsp:txXfrm>
    </dsp:sp>
    <dsp:sp modelId="{4345A788-E533-46E3-ADB0-E00F4327AD90}">
      <dsp:nvSpPr>
        <dsp:cNvPr id="0" name=""/>
        <dsp:cNvSpPr/>
      </dsp:nvSpPr>
      <dsp:spPr>
        <a:xfrm rot="19440000">
          <a:off x="3632685" y="1802554"/>
          <a:ext cx="1568021" cy="465422"/>
        </a:xfrm>
        <a:prstGeom prst="lef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62C118-8CFA-4F39-8433-A6565556F4A7}">
      <dsp:nvSpPr>
        <dsp:cNvPr id="0" name=""/>
        <dsp:cNvSpPr/>
      </dsp:nvSpPr>
      <dsp:spPr>
        <a:xfrm>
          <a:off x="4479403" y="1117178"/>
          <a:ext cx="1143142" cy="91451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solidFill>
                <a:schemeClr val="tx1"/>
              </a:solidFill>
            </a:rPr>
            <a:t>Personality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4506188" y="1143963"/>
        <a:ext cx="1089572" cy="860944"/>
      </dsp:txXfrm>
    </dsp:sp>
    <dsp:sp modelId="{7E62CEAF-9086-4B5F-B58E-19BB5AC7B558}">
      <dsp:nvSpPr>
        <dsp:cNvPr id="0" name=""/>
        <dsp:cNvSpPr/>
      </dsp:nvSpPr>
      <dsp:spPr>
        <a:xfrm>
          <a:off x="3955791" y="2796970"/>
          <a:ext cx="1568021" cy="465422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858D82-37E5-4B47-AAE1-50D0C4537AC8}">
      <dsp:nvSpPr>
        <dsp:cNvPr id="0" name=""/>
        <dsp:cNvSpPr/>
      </dsp:nvSpPr>
      <dsp:spPr>
        <a:xfrm>
          <a:off x="4952241" y="2572425"/>
          <a:ext cx="1143142" cy="9145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solidFill>
                <a:schemeClr val="tx1"/>
              </a:solidFill>
            </a:rPr>
            <a:t>Capital ($)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4979026" y="2599210"/>
        <a:ext cx="1089572" cy="8609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20683-D311-401A-97FB-6F86B5DC0B1C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EC913-B068-4332-B2A5-87916B27C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8666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B3FA2-E9CD-4A8F-AF2A-BB3421F84744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EF4E9-A616-437F-9247-EF46AEF96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0496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F4E9-A616-437F-9247-EF46AEF96A22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078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61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94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347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1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827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579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015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77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1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241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988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0" y="640080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387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/>
          <a:lstStyle>
            <a:lvl1pPr>
              <a:defRPr sz="4800">
                <a:latin typeface="Novecento wide Book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Museo 300"/>
              </a:defRPr>
            </a:lvl1pPr>
          </a:lstStyle>
          <a:p>
            <a:r>
              <a:rPr lang="en-US" dirty="0" smtClean="0"/>
              <a:t>Click icon to add SmartArt graphic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0" y="640080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207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10"/>
          <p:cNvSpPr txBox="1">
            <a:spLocks/>
          </p:cNvSpPr>
          <p:nvPr userDrawn="1"/>
        </p:nvSpPr>
        <p:spPr>
          <a:xfrm>
            <a:off x="76200" y="6477000"/>
            <a:ext cx="381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dirty="0" err="1" smtClean="0">
                <a:solidFill>
                  <a:schemeClr val="tx1"/>
                </a:solidFill>
              </a:rPr>
              <a:t>Bygrave</a:t>
            </a:r>
            <a:r>
              <a:rPr lang="en-US" sz="1000" dirty="0" smtClean="0">
                <a:solidFill>
                  <a:schemeClr val="tx1"/>
                </a:solidFill>
              </a:rPr>
              <a:t> &amp; Zacharakis, </a:t>
            </a:r>
            <a:r>
              <a:rPr lang="en-US" sz="1000" i="1" dirty="0" smtClean="0">
                <a:solidFill>
                  <a:schemeClr val="tx1"/>
                </a:solidFill>
              </a:rPr>
              <a:t>Entrepreneurship,</a:t>
            </a:r>
            <a:r>
              <a:rPr lang="en-US" sz="1000" dirty="0" smtClean="0">
                <a:solidFill>
                  <a:schemeClr val="tx1"/>
                </a:solidFill>
              </a:rPr>
              <a:t> New York: Wiley, 2014 </a:t>
            </a:r>
            <a:r>
              <a:rPr lang="en-US" sz="1100" dirty="0" smtClean="0">
                <a:solidFill>
                  <a:schemeClr val="tx1"/>
                </a:solidFill>
              </a:rPr>
              <a:t>©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600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8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524000"/>
            <a:ext cx="77724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OPPORTUNITY RECOGNITION, SHAPING, &amp; RESHAPING</a:t>
            </a:r>
          </a:p>
          <a:p>
            <a:pPr algn="ctr"/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3</a:t>
            </a:r>
          </a:p>
          <a:p>
            <a:pPr algn="ctr"/>
            <a:endParaRPr lang="en-US" sz="4800" b="1" dirty="0" smtClean="0">
              <a:solidFill>
                <a:schemeClr val="tx1">
                  <a:lumMod val="85000"/>
                  <a:lumOff val="15000"/>
                </a:schemeClr>
              </a:solidFill>
              <a:latin typeface="Novecento wide Book" pitchFamily="50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73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8" y="268956"/>
            <a:ext cx="8153400" cy="990600"/>
          </a:xfrm>
        </p:spPr>
        <p:txBody>
          <a:bodyPr/>
          <a:lstStyle/>
          <a:p>
            <a:r>
              <a:rPr lang="en-US" dirty="0" smtClean="0"/>
              <a:t>Visualizing Opportunity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461438697"/>
              </p:ext>
            </p:extLst>
          </p:nvPr>
        </p:nvGraphicFramePr>
        <p:xfrm>
          <a:off x="1447800" y="16764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4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8956"/>
            <a:ext cx="8308848" cy="990600"/>
          </a:xfrm>
        </p:spPr>
        <p:txBody>
          <a:bodyPr/>
          <a:lstStyle/>
          <a:p>
            <a:r>
              <a:rPr lang="en-US" dirty="0" smtClean="0"/>
              <a:t>Idea-to-Opportunity </a:t>
            </a:r>
            <a:r>
              <a:rPr lang="en-US" dirty="0"/>
              <a:t>T</a:t>
            </a:r>
            <a:r>
              <a:rPr lang="en-US" dirty="0" smtClean="0"/>
              <a:t>ransition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13" name="Diagram 12"/>
          <p:cNvGraphicFramePr/>
          <p:nvPr/>
        </p:nvGraphicFramePr>
        <p:xfrm>
          <a:off x="1569944" y="1964239"/>
          <a:ext cx="5944593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759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8" y="268956"/>
            <a:ext cx="8153400" cy="990600"/>
          </a:xfrm>
        </p:spPr>
        <p:txBody>
          <a:bodyPr/>
          <a:lstStyle/>
          <a:p>
            <a:r>
              <a:rPr lang="en-US" dirty="0" smtClean="0"/>
              <a:t>See Yourself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765757158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2577353" y="5334000"/>
            <a:ext cx="4128247" cy="7933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Experience/Knowledge is often the </a:t>
            </a:r>
          </a:p>
          <a:p>
            <a:pPr algn="ctr"/>
            <a:r>
              <a:rPr lang="en-US" i="1" dirty="0" smtClean="0"/>
              <a:t>“long pole in the tent”</a:t>
            </a:r>
            <a:endParaRPr lang="en-US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3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/>
          <p:cNvCxnSpPr/>
          <p:nvPr/>
        </p:nvCxnSpPr>
        <p:spPr>
          <a:xfrm flipV="1">
            <a:off x="0" y="1524000"/>
            <a:ext cx="8970818" cy="4572000"/>
          </a:xfrm>
          <a:prstGeom prst="straightConnector1">
            <a:avLst/>
          </a:prstGeom>
          <a:ln w="76200">
            <a:solidFill>
              <a:srgbClr val="006643"/>
            </a:solidFill>
            <a:headEnd type="none" w="med" len="med"/>
            <a:tailEnd type="triangle" w="med" len="med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2341418" y="2514600"/>
            <a:ext cx="2001982" cy="2743200"/>
            <a:chOff x="457200" y="1885950"/>
            <a:chExt cx="2001982" cy="2743200"/>
          </a:xfrm>
        </p:grpSpPr>
        <p:sp>
          <p:nvSpPr>
            <p:cNvPr id="5" name="Rounded Rectangle 4"/>
            <p:cNvSpPr/>
            <p:nvPr/>
          </p:nvSpPr>
          <p:spPr>
            <a:xfrm>
              <a:off x="457200" y="3257550"/>
              <a:ext cx="2001982" cy="1371600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Multiply </a:t>
              </a:r>
              <a:r>
                <a:rPr lang="en-US" sz="2800" dirty="0" smtClean="0"/>
                <a:t>Stimuli</a:t>
              </a:r>
              <a:endParaRPr lang="en-US" sz="2800" dirty="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09600" y="1885950"/>
              <a:ext cx="1697182" cy="1219200"/>
            </a:xfrm>
            <a:prstGeom prst="roundRect">
              <a:avLst/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smtClean="0"/>
                <a:t>Brain storm /write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 </a:t>
              </a:r>
              <a:r>
                <a:rPr lang="en-US" dirty="0" smtClean="0"/>
                <a:t>judging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6982" y="3810000"/>
            <a:ext cx="1960418" cy="2705100"/>
            <a:chOff x="457200" y="1943100"/>
            <a:chExt cx="1960418" cy="2705100"/>
          </a:xfrm>
        </p:grpSpPr>
        <p:sp>
          <p:nvSpPr>
            <p:cNvPr id="10" name="Rounded Rectangle 9"/>
            <p:cNvSpPr/>
            <p:nvPr/>
          </p:nvSpPr>
          <p:spPr>
            <a:xfrm>
              <a:off x="457200" y="3276600"/>
              <a:ext cx="1960418" cy="1371600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2800" dirty="0"/>
                <a:t>Gather Stimuli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33400" y="1943100"/>
              <a:ext cx="1524000" cy="1219200"/>
            </a:xfrm>
            <a:prstGeom prst="roundRect">
              <a:avLst/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Observe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Ask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Record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551218" y="2743200"/>
            <a:ext cx="2001982" cy="2743200"/>
            <a:chOff x="457200" y="3276600"/>
            <a:chExt cx="2001982" cy="2743200"/>
          </a:xfrm>
        </p:grpSpPr>
        <p:sp>
          <p:nvSpPr>
            <p:cNvPr id="14" name="Rounded Rectangle 13"/>
            <p:cNvSpPr/>
            <p:nvPr/>
          </p:nvSpPr>
          <p:spPr>
            <a:xfrm>
              <a:off x="457200" y="3276600"/>
              <a:ext cx="1925782" cy="1371600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Create </a:t>
              </a:r>
              <a:r>
                <a:rPr lang="en-US" sz="2800" dirty="0" smtClean="0"/>
                <a:t>Concepts</a:t>
              </a:r>
              <a:endParaRPr lang="en-US" sz="2800" dirty="0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77982" y="4800600"/>
              <a:ext cx="1981200" cy="1219200"/>
            </a:xfrm>
            <a:prstGeom prst="roundRect">
              <a:avLst/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Build a simple mock-up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Plan to iterate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650182" y="1600200"/>
            <a:ext cx="1960418" cy="2743200"/>
            <a:chOff x="457200" y="3276600"/>
            <a:chExt cx="1960418" cy="2743200"/>
          </a:xfrm>
        </p:grpSpPr>
        <p:sp>
          <p:nvSpPr>
            <p:cNvPr id="18" name="Rounded Rectangle 17"/>
            <p:cNvSpPr/>
            <p:nvPr/>
          </p:nvSpPr>
          <p:spPr>
            <a:xfrm>
              <a:off x="457200" y="3276600"/>
              <a:ext cx="1960418" cy="1371600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800" dirty="0"/>
                <a:t>Optimize </a:t>
              </a:r>
              <a:r>
                <a:rPr lang="en-US" sz="2800" dirty="0" smtClean="0"/>
                <a:t>Practicality</a:t>
              </a:r>
              <a:endParaRPr lang="en-US" sz="2800" dirty="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38200" y="4800600"/>
              <a:ext cx="1524000" cy="1219200"/>
            </a:xfrm>
            <a:prstGeom prst="roundRect">
              <a:avLst/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Observe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Ask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Record</a:t>
              </a:r>
            </a:p>
          </p:txBody>
        </p:sp>
      </p:grp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596340" y="152400"/>
            <a:ext cx="8776260" cy="1143000"/>
          </a:xfrm>
        </p:spPr>
        <p:txBody>
          <a:bodyPr>
            <a:noAutofit/>
          </a:bodyPr>
          <a:lstStyle/>
          <a:p>
            <a:r>
              <a:rPr lang="en-US" dirty="0"/>
              <a:t>Idea</a:t>
            </a:r>
            <a:r>
              <a:rPr lang="en-US" dirty="0" smtClean="0"/>
              <a:t> Multiplication: </a:t>
            </a:r>
            <a:br>
              <a:rPr lang="en-US" dirty="0" smtClean="0"/>
            </a:br>
            <a:r>
              <a:rPr lang="en-US" sz="3600" dirty="0" smtClean="0"/>
              <a:t>IDEO </a:t>
            </a:r>
            <a:r>
              <a:rPr lang="en-US" sz="3600" dirty="0"/>
              <a:t>T</a:t>
            </a:r>
            <a:r>
              <a:rPr lang="en-US" sz="3600" dirty="0" smtClean="0"/>
              <a:t>echnique</a:t>
            </a:r>
            <a:endParaRPr lang="en-US" sz="360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06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8" y="263646"/>
            <a:ext cx="8153400" cy="990600"/>
          </a:xfrm>
        </p:spPr>
        <p:txBody>
          <a:bodyPr/>
          <a:lstStyle/>
          <a:p>
            <a:r>
              <a:rPr lang="en-US" dirty="0"/>
              <a:t>The</a:t>
            </a:r>
            <a:r>
              <a:rPr lang="en-US" dirty="0" smtClean="0"/>
              <a:t> Opportunity </a:t>
            </a:r>
            <a:r>
              <a:rPr lang="en-US" dirty="0"/>
              <a:t>S</a:t>
            </a:r>
            <a:r>
              <a:rPr lang="en-US" dirty="0" smtClean="0"/>
              <a:t>pace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9571" name="Oval 3"/>
          <p:cNvSpPr>
            <a:spLocks noChangeArrowheads="1"/>
          </p:cNvSpPr>
          <p:nvPr/>
        </p:nvSpPr>
        <p:spPr bwMode="auto">
          <a:xfrm>
            <a:off x="617865" y="1659465"/>
            <a:ext cx="7772400" cy="463973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2362011" y="2125134"/>
            <a:ext cx="4089594" cy="87206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ja-JP" sz="2400" b="1" dirty="0" smtClean="0">
                <a:latin typeface="Tw Cen MT"/>
                <a:ea typeface="SimSun" pitchFamily="2" charset="-122"/>
                <a:cs typeface="Tw Cen MT"/>
              </a:rPr>
              <a:t>(Global) Business Environment</a:t>
            </a:r>
            <a:endParaRPr lang="en-US" sz="2400" b="1" dirty="0">
              <a:latin typeface="Tw Cen MT"/>
              <a:cs typeface="Tw Cen MT"/>
            </a:endParaRPr>
          </a:p>
        </p:txBody>
      </p:sp>
      <p:sp>
        <p:nvSpPr>
          <p:cNvPr id="109573" name="Text Box 5"/>
          <p:cNvSpPr txBox="1">
            <a:spLocks noChangeArrowheads="1"/>
          </p:cNvSpPr>
          <p:nvPr/>
        </p:nvSpPr>
        <p:spPr bwMode="auto">
          <a:xfrm>
            <a:off x="4470400" y="3674526"/>
            <a:ext cx="1329065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ja-JP" sz="2000" b="1" dirty="0">
                <a:latin typeface="Tw Cen MT"/>
                <a:ea typeface="SimSun" pitchFamily="2" charset="-122"/>
                <a:cs typeface="Tw Cen MT"/>
              </a:rPr>
              <a:t>Customers</a:t>
            </a:r>
            <a:endParaRPr lang="en-US" sz="2000" b="1" dirty="0">
              <a:latin typeface="Tw Cen MT"/>
              <a:cs typeface="Tw Cen MT"/>
            </a:endParaRPr>
          </a:p>
        </p:txBody>
      </p:sp>
      <p:sp>
        <p:nvSpPr>
          <p:cNvPr id="109574" name="Text Box 6"/>
          <p:cNvSpPr txBox="1">
            <a:spLocks noChangeArrowheads="1"/>
          </p:cNvSpPr>
          <p:nvPr/>
        </p:nvSpPr>
        <p:spPr bwMode="auto">
          <a:xfrm>
            <a:off x="2546075" y="3471337"/>
            <a:ext cx="1448935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ja-JP" sz="2000" b="1" dirty="0">
                <a:latin typeface="Tw Cen MT"/>
                <a:ea typeface="SimSun" pitchFamily="2" charset="-122"/>
                <a:cs typeface="Tw Cen MT"/>
              </a:rPr>
              <a:t>Your Company</a:t>
            </a:r>
            <a:endParaRPr lang="en-US" sz="2000" b="1" dirty="0">
              <a:latin typeface="Tw Cen MT"/>
              <a:cs typeface="Tw Cen MT"/>
            </a:endParaRPr>
          </a:p>
        </p:txBody>
      </p:sp>
      <p:sp>
        <p:nvSpPr>
          <p:cNvPr id="109575" name="Text Box 7"/>
          <p:cNvSpPr txBox="1">
            <a:spLocks noChangeArrowheads="1"/>
          </p:cNvSpPr>
          <p:nvPr/>
        </p:nvSpPr>
        <p:spPr bwMode="auto">
          <a:xfrm>
            <a:off x="897469" y="3674529"/>
            <a:ext cx="1151467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ja-JP" sz="2000" b="1" dirty="0">
                <a:latin typeface="Tw Cen MT"/>
                <a:ea typeface="SimSun" pitchFamily="2" charset="-122"/>
                <a:cs typeface="Tw Cen MT"/>
              </a:rPr>
              <a:t>Suppliers</a:t>
            </a:r>
            <a:endParaRPr lang="en-US" sz="2000" b="1" dirty="0">
              <a:latin typeface="Tw Cen MT"/>
              <a:cs typeface="Tw Cen MT"/>
            </a:endParaRPr>
          </a:p>
        </p:txBody>
      </p:sp>
      <p:sp>
        <p:nvSpPr>
          <p:cNvPr id="109576" name="Text Box 8"/>
          <p:cNvSpPr txBox="1">
            <a:spLocks noChangeArrowheads="1"/>
          </p:cNvSpPr>
          <p:nvPr/>
        </p:nvSpPr>
        <p:spPr bwMode="auto">
          <a:xfrm>
            <a:off x="1624340" y="4927599"/>
            <a:ext cx="3717925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altLang="ja-JP" sz="2000" b="1" dirty="0">
                <a:solidFill>
                  <a:schemeClr val="tx1"/>
                </a:solidFill>
                <a:latin typeface="Tw Cen MT"/>
                <a:ea typeface="SimSun" pitchFamily="2" charset="-122"/>
                <a:cs typeface="Tw Cen MT"/>
              </a:rPr>
              <a:t>Government Regulations</a:t>
            </a:r>
            <a:endParaRPr lang="en-US" sz="2000" b="1" dirty="0">
              <a:solidFill>
                <a:schemeClr val="tx1"/>
              </a:solidFill>
              <a:latin typeface="Tw Cen MT"/>
              <a:cs typeface="Tw Cen MT"/>
            </a:endParaRPr>
          </a:p>
        </p:txBody>
      </p:sp>
      <p:sp>
        <p:nvSpPr>
          <p:cNvPr id="109577" name="AutoShape 9"/>
          <p:cNvSpPr>
            <a:spLocks noChangeArrowheads="1"/>
          </p:cNvSpPr>
          <p:nvPr/>
        </p:nvSpPr>
        <p:spPr bwMode="auto">
          <a:xfrm>
            <a:off x="4639532" y="4301068"/>
            <a:ext cx="681038" cy="457200"/>
          </a:xfrm>
          <a:prstGeom prst="upArrow">
            <a:avLst>
              <a:gd name="adj1" fmla="val 50000"/>
              <a:gd name="adj2" fmla="val 25000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9578" name="AutoShape 10"/>
          <p:cNvSpPr>
            <a:spLocks noChangeArrowheads="1"/>
          </p:cNvSpPr>
          <p:nvPr/>
        </p:nvSpPr>
        <p:spPr bwMode="auto">
          <a:xfrm>
            <a:off x="2938265" y="4301067"/>
            <a:ext cx="681037" cy="457200"/>
          </a:xfrm>
          <a:prstGeom prst="upArrow">
            <a:avLst>
              <a:gd name="adj1" fmla="val 50000"/>
              <a:gd name="adj2" fmla="val 25000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9579" name="AutoShape 11"/>
          <p:cNvSpPr>
            <a:spLocks noChangeArrowheads="1"/>
          </p:cNvSpPr>
          <p:nvPr/>
        </p:nvSpPr>
        <p:spPr bwMode="auto">
          <a:xfrm>
            <a:off x="1470884" y="4267201"/>
            <a:ext cx="681038" cy="457200"/>
          </a:xfrm>
          <a:prstGeom prst="upArrow">
            <a:avLst>
              <a:gd name="adj1" fmla="val 50000"/>
              <a:gd name="adj2" fmla="val 25000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9581" name="Text Box 13"/>
          <p:cNvSpPr txBox="1">
            <a:spLocks noChangeArrowheads="1"/>
          </p:cNvSpPr>
          <p:nvPr/>
        </p:nvSpPr>
        <p:spPr bwMode="auto">
          <a:xfrm>
            <a:off x="6248197" y="2831573"/>
            <a:ext cx="1490335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Tw Cen MT"/>
                <a:ea typeface="SimSun" pitchFamily="2" charset="-122"/>
                <a:cs typeface="Tw Cen MT"/>
              </a:rPr>
              <a:t>Competitors</a:t>
            </a:r>
            <a:endParaRPr lang="en-US" sz="2000" b="1" dirty="0">
              <a:solidFill>
                <a:schemeClr val="bg1"/>
              </a:solidFill>
              <a:latin typeface="Tw Cen MT"/>
              <a:cs typeface="Tw Cen MT"/>
            </a:endParaRPr>
          </a:p>
        </p:txBody>
      </p:sp>
      <p:sp>
        <p:nvSpPr>
          <p:cNvPr id="109582" name="Text Box 14"/>
          <p:cNvSpPr txBox="1">
            <a:spLocks noChangeArrowheads="1"/>
          </p:cNvSpPr>
          <p:nvPr/>
        </p:nvSpPr>
        <p:spPr bwMode="auto">
          <a:xfrm>
            <a:off x="6617028" y="3743856"/>
            <a:ext cx="1561772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ja-JP" sz="2000" b="1" dirty="0">
                <a:solidFill>
                  <a:srgbClr val="FFFFFF"/>
                </a:solidFill>
                <a:latin typeface="Tw Cen MT"/>
                <a:ea typeface="SimSun" pitchFamily="2" charset="-122"/>
                <a:cs typeface="Tw Cen MT"/>
              </a:rPr>
              <a:t>Competitors</a:t>
            </a:r>
            <a:endParaRPr lang="en-US" sz="2000" b="1" dirty="0">
              <a:solidFill>
                <a:srgbClr val="FFFFFF"/>
              </a:solidFill>
              <a:latin typeface="Tw Cen MT"/>
              <a:cs typeface="Tw Cen MT"/>
            </a:endParaRPr>
          </a:p>
        </p:txBody>
      </p:sp>
      <p:sp>
        <p:nvSpPr>
          <p:cNvPr id="109584" name="AutoShape 16"/>
          <p:cNvSpPr>
            <a:spLocks noChangeArrowheads="1"/>
          </p:cNvSpPr>
          <p:nvPr/>
        </p:nvSpPr>
        <p:spPr bwMode="auto">
          <a:xfrm rot="-5400000">
            <a:off x="6055847" y="3758406"/>
            <a:ext cx="457200" cy="407987"/>
          </a:xfrm>
          <a:prstGeom prst="upArrow">
            <a:avLst>
              <a:gd name="adj1" fmla="val 50000"/>
              <a:gd name="adj2" fmla="val 25000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9585" name="AutoShape 17"/>
          <p:cNvSpPr>
            <a:spLocks noChangeArrowheads="1"/>
          </p:cNvSpPr>
          <p:nvPr/>
        </p:nvSpPr>
        <p:spPr bwMode="auto">
          <a:xfrm rot="-8100000">
            <a:off x="5775653" y="3224212"/>
            <a:ext cx="457200" cy="409575"/>
          </a:xfrm>
          <a:prstGeom prst="upArrow">
            <a:avLst>
              <a:gd name="adj1" fmla="val 50000"/>
              <a:gd name="adj2" fmla="val 25000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9586" name="AutoShape 18"/>
          <p:cNvSpPr>
            <a:spLocks noChangeArrowheads="1"/>
          </p:cNvSpPr>
          <p:nvPr/>
        </p:nvSpPr>
        <p:spPr bwMode="auto">
          <a:xfrm>
            <a:off x="2126524" y="3809998"/>
            <a:ext cx="345746" cy="211667"/>
          </a:xfrm>
          <a:prstGeom prst="leftRightArrow">
            <a:avLst>
              <a:gd name="adj1" fmla="val 50000"/>
              <a:gd name="adj2" fmla="val 35833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18"/>
          <p:cNvSpPr>
            <a:spLocks noChangeArrowheads="1"/>
          </p:cNvSpPr>
          <p:nvPr/>
        </p:nvSpPr>
        <p:spPr bwMode="auto">
          <a:xfrm>
            <a:off x="4056926" y="3776130"/>
            <a:ext cx="345746" cy="211667"/>
          </a:xfrm>
          <a:prstGeom prst="leftRightArrow">
            <a:avLst>
              <a:gd name="adj1" fmla="val 50000"/>
              <a:gd name="adj2" fmla="val 35833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Box 14"/>
          <p:cNvSpPr txBox="1">
            <a:spLocks noChangeArrowheads="1"/>
          </p:cNvSpPr>
          <p:nvPr/>
        </p:nvSpPr>
        <p:spPr bwMode="auto">
          <a:xfrm>
            <a:off x="6295294" y="4624388"/>
            <a:ext cx="1561772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ja-JP" sz="2000" b="1" dirty="0">
                <a:solidFill>
                  <a:srgbClr val="FFFFFF"/>
                </a:solidFill>
                <a:latin typeface="Tw Cen MT"/>
                <a:ea typeface="SimSun" pitchFamily="2" charset="-122"/>
                <a:cs typeface="Tw Cen MT"/>
              </a:rPr>
              <a:t>Competitors</a:t>
            </a:r>
            <a:endParaRPr lang="en-US" sz="2000" b="1" dirty="0">
              <a:solidFill>
                <a:srgbClr val="FFFFFF"/>
              </a:solidFill>
              <a:latin typeface="Tw Cen MT"/>
              <a:cs typeface="Tw Cen MT"/>
            </a:endParaRPr>
          </a:p>
        </p:txBody>
      </p:sp>
      <p:sp>
        <p:nvSpPr>
          <p:cNvPr id="22" name="AutoShape 16"/>
          <p:cNvSpPr>
            <a:spLocks noChangeArrowheads="1"/>
          </p:cNvSpPr>
          <p:nvPr/>
        </p:nvSpPr>
        <p:spPr bwMode="auto">
          <a:xfrm rot="18315157">
            <a:off x="5818780" y="4232538"/>
            <a:ext cx="457200" cy="407987"/>
          </a:xfrm>
          <a:prstGeom prst="upArrow">
            <a:avLst>
              <a:gd name="adj1" fmla="val 50000"/>
              <a:gd name="adj2" fmla="val 25000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48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595250" y="281379"/>
            <a:ext cx="8229600" cy="990600"/>
          </a:xfrm>
        </p:spPr>
        <p:txBody>
          <a:bodyPr/>
          <a:lstStyle/>
          <a:p>
            <a:r>
              <a:rPr lang="en-US" dirty="0"/>
              <a:t>The</a:t>
            </a:r>
            <a:r>
              <a:rPr lang="en-US" dirty="0" smtClean="0"/>
              <a:t> Customer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0595" name="Rectangle 3"/>
          <p:cNvSpPr>
            <a:spLocks noChangeArrowheads="1"/>
          </p:cNvSpPr>
          <p:nvPr/>
        </p:nvSpPr>
        <p:spPr bwMode="auto">
          <a:xfrm>
            <a:off x="1566863" y="2613992"/>
            <a:ext cx="4294187" cy="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0596" name="Rectangle 4"/>
          <p:cNvSpPr>
            <a:spLocks noChangeArrowheads="1"/>
          </p:cNvSpPr>
          <p:nvPr/>
        </p:nvSpPr>
        <p:spPr bwMode="auto">
          <a:xfrm>
            <a:off x="4409016" y="3356504"/>
            <a:ext cx="3836988" cy="28749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cs typeface="Times New Roman" pitchFamily="18" charset="0"/>
              </a:rPr>
              <a:t>Social group </a:t>
            </a:r>
            <a:r>
              <a:rPr lang="en-US" sz="1600" dirty="0" smtClean="0">
                <a:cs typeface="Times New Roman" pitchFamily="18" charset="0"/>
              </a:rPr>
              <a:t>(white </a:t>
            </a:r>
            <a:r>
              <a:rPr lang="en-US" sz="1600" dirty="0">
                <a:cs typeface="Times New Roman" pitchFamily="18" charset="0"/>
              </a:rPr>
              <a:t>collar, blue collar, etc.)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sz="1600" dirty="0">
                <a:cs typeface="Times New Roman" pitchFamily="18" charset="0"/>
              </a:rPr>
              <a:t>Lifestyle </a:t>
            </a:r>
            <a:r>
              <a:rPr lang="en-US" sz="1600" dirty="0" smtClean="0">
                <a:cs typeface="Times New Roman" pitchFamily="18" charset="0"/>
              </a:rPr>
              <a:t>(mainstream</a:t>
            </a:r>
            <a:r>
              <a:rPr lang="en-US" sz="1600" dirty="0">
                <a:cs typeface="Times New Roman" pitchFamily="18" charset="0"/>
              </a:rPr>
              <a:t>, sexual orientation, materialistic, active, athletic, etc.)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sz="1600" dirty="0">
                <a:cs typeface="Times New Roman" pitchFamily="18" charset="0"/>
              </a:rPr>
              <a:t>Personality Traits </a:t>
            </a:r>
            <a:r>
              <a:rPr lang="en-US" sz="1600" dirty="0" smtClean="0">
                <a:cs typeface="Times New Roman" pitchFamily="18" charset="0"/>
              </a:rPr>
              <a:t>(worriers</a:t>
            </a:r>
            <a:r>
              <a:rPr lang="en-US" sz="1600" dirty="0">
                <a:cs typeface="Times New Roman" pitchFamily="18" charset="0"/>
              </a:rPr>
              <a:t>,</a:t>
            </a:r>
            <a:r>
              <a:rPr lang="en-US" sz="1600" dirty="0" smtClean="0">
                <a:cs typeface="Times New Roman" pitchFamily="18" charset="0"/>
              </a:rPr>
              <a:t> type-A’s</a:t>
            </a:r>
            <a:r>
              <a:rPr lang="en-US" sz="1600" dirty="0">
                <a:cs typeface="Times New Roman" pitchFamily="18" charset="0"/>
              </a:rPr>
              <a:t>,</a:t>
            </a:r>
            <a:r>
              <a:rPr lang="en-US" sz="1600" dirty="0" smtClean="0">
                <a:cs typeface="Times New Roman" pitchFamily="18" charset="0"/>
              </a:rPr>
              <a:t> shy</a:t>
            </a:r>
            <a:r>
              <a:rPr lang="en-US" sz="1600" dirty="0">
                <a:cs typeface="Times New Roman" pitchFamily="18" charset="0"/>
              </a:rPr>
              <a:t>,</a:t>
            </a:r>
            <a:r>
              <a:rPr lang="en-US" sz="1600" dirty="0" smtClean="0">
                <a:cs typeface="Times New Roman" pitchFamily="18" charset="0"/>
              </a:rPr>
              <a:t> extroverted</a:t>
            </a:r>
            <a:r>
              <a:rPr lang="en-US" sz="1600" dirty="0">
                <a:cs typeface="Times New Roman" pitchFamily="18" charset="0"/>
              </a:rPr>
              <a:t>, etc.)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sz="1600" dirty="0">
                <a:cs typeface="Times New Roman" pitchFamily="18" charset="0"/>
              </a:rPr>
              <a:t>Values </a:t>
            </a:r>
            <a:r>
              <a:rPr lang="en-US" sz="1600" dirty="0" smtClean="0">
                <a:cs typeface="Times New Roman" pitchFamily="18" charset="0"/>
              </a:rPr>
              <a:t>(liberal</a:t>
            </a:r>
            <a:r>
              <a:rPr lang="en-US" sz="1600" dirty="0">
                <a:cs typeface="Times New Roman" pitchFamily="18" charset="0"/>
              </a:rPr>
              <a:t>,</a:t>
            </a:r>
            <a:r>
              <a:rPr lang="en-US" sz="1600" dirty="0" smtClean="0">
                <a:cs typeface="Times New Roman" pitchFamily="18" charset="0"/>
              </a:rPr>
              <a:t> conservative</a:t>
            </a:r>
            <a:r>
              <a:rPr lang="en-US" sz="1600" dirty="0">
                <a:cs typeface="Times New Roman" pitchFamily="18" charset="0"/>
              </a:rPr>
              <a:t>,</a:t>
            </a:r>
            <a:r>
              <a:rPr lang="en-US" sz="1600" dirty="0" smtClean="0">
                <a:cs typeface="Times New Roman" pitchFamily="18" charset="0"/>
              </a:rPr>
              <a:t> open-minded</a:t>
            </a:r>
            <a:r>
              <a:rPr lang="en-US" sz="1600" dirty="0">
                <a:cs typeface="Times New Roman" pitchFamily="18" charset="0"/>
              </a:rPr>
              <a:t>,</a:t>
            </a:r>
            <a:r>
              <a:rPr lang="en-US" sz="1600" dirty="0" smtClean="0">
                <a:cs typeface="Times New Roman" pitchFamily="18" charset="0"/>
              </a:rPr>
              <a:t> traditional</a:t>
            </a:r>
            <a:r>
              <a:rPr lang="en-US" sz="1600" dirty="0">
                <a:cs typeface="Times New Roman" pitchFamily="18" charset="0"/>
              </a:rPr>
              <a:t>, etc.)</a:t>
            </a:r>
          </a:p>
        </p:txBody>
      </p:sp>
      <p:sp>
        <p:nvSpPr>
          <p:cNvPr id="110597" name="Rectangle 5"/>
          <p:cNvSpPr>
            <a:spLocks noChangeArrowheads="1"/>
          </p:cNvSpPr>
          <p:nvPr/>
        </p:nvSpPr>
        <p:spPr bwMode="auto">
          <a:xfrm>
            <a:off x="990600" y="3373438"/>
            <a:ext cx="3435350" cy="28749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cs typeface="Times New Roman" pitchFamily="18" charset="0"/>
              </a:rPr>
              <a:t>Age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sz="1600" dirty="0">
                <a:cs typeface="Times New Roman" pitchFamily="18" charset="0"/>
              </a:rPr>
              <a:t>Gender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sz="1600" dirty="0">
                <a:cs typeface="Times New Roman" pitchFamily="18" charset="0"/>
              </a:rPr>
              <a:t>Household Income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sz="1600" dirty="0">
                <a:cs typeface="Times New Roman" pitchFamily="18" charset="0"/>
              </a:rPr>
              <a:t>Family Size/Family Lifecycle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sz="1600" dirty="0">
                <a:cs typeface="Times New Roman" pitchFamily="18" charset="0"/>
              </a:rPr>
              <a:t>Occupation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sz="1600" dirty="0">
                <a:cs typeface="Times New Roman" pitchFamily="18" charset="0"/>
              </a:rPr>
              <a:t>Education Level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sz="1600" dirty="0">
                <a:cs typeface="Times New Roman" pitchFamily="18" charset="0"/>
              </a:rPr>
              <a:t>Religion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sz="1600" dirty="0">
                <a:cs typeface="Times New Roman" pitchFamily="18" charset="0"/>
              </a:rPr>
              <a:t>Ethnicity/Heritage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sz="1600" dirty="0">
                <a:cs typeface="Times New Roman" pitchFamily="18" charset="0"/>
              </a:rPr>
              <a:t>Nationality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sz="1600" dirty="0">
                <a:cs typeface="Times New Roman" pitchFamily="18" charset="0"/>
              </a:rPr>
              <a:t>Social Class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sz="1600" dirty="0">
                <a:cs typeface="Times New Roman" pitchFamily="18" charset="0"/>
              </a:rPr>
              <a:t>Marital Status</a:t>
            </a:r>
            <a:endParaRPr lang="en-US" sz="1600" dirty="0"/>
          </a:p>
        </p:txBody>
      </p:sp>
      <p:sp>
        <p:nvSpPr>
          <p:cNvPr id="110598" name="Rectangle 6"/>
          <p:cNvSpPr>
            <a:spLocks noChangeArrowheads="1"/>
          </p:cNvSpPr>
          <p:nvPr/>
        </p:nvSpPr>
        <p:spPr bwMode="auto">
          <a:xfrm>
            <a:off x="4425950" y="2971800"/>
            <a:ext cx="3836988" cy="4016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600" b="1" dirty="0">
                <a:cs typeface="Times New Roman" pitchFamily="18" charset="0"/>
              </a:rPr>
              <a:t>Psychographics</a:t>
            </a:r>
            <a:endParaRPr lang="en-US" sz="1600" dirty="0"/>
          </a:p>
        </p:txBody>
      </p:sp>
      <p:sp>
        <p:nvSpPr>
          <p:cNvPr id="110599" name="Rectangle 7"/>
          <p:cNvSpPr>
            <a:spLocks noChangeArrowheads="1"/>
          </p:cNvSpPr>
          <p:nvPr/>
        </p:nvSpPr>
        <p:spPr bwMode="auto">
          <a:xfrm>
            <a:off x="990600" y="2971800"/>
            <a:ext cx="3435350" cy="4016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600" b="1" dirty="0">
                <a:cs typeface="Times New Roman" pitchFamily="18" charset="0"/>
              </a:rPr>
              <a:t>Demographics</a:t>
            </a:r>
            <a:endParaRPr lang="en-US" sz="1600" dirty="0"/>
          </a:p>
        </p:txBody>
      </p:sp>
      <p:sp>
        <p:nvSpPr>
          <p:cNvPr id="110600" name="Line 8"/>
          <p:cNvSpPr>
            <a:spLocks noChangeShapeType="1"/>
          </p:cNvSpPr>
          <p:nvPr/>
        </p:nvSpPr>
        <p:spPr bwMode="auto">
          <a:xfrm>
            <a:off x="990600" y="2971800"/>
            <a:ext cx="7272338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0601" name="Line 9"/>
          <p:cNvSpPr>
            <a:spLocks noChangeShapeType="1"/>
          </p:cNvSpPr>
          <p:nvPr/>
        </p:nvSpPr>
        <p:spPr bwMode="auto">
          <a:xfrm>
            <a:off x="990600" y="6248400"/>
            <a:ext cx="7272338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0602" name="Line 10"/>
          <p:cNvSpPr>
            <a:spLocks noChangeShapeType="1"/>
          </p:cNvSpPr>
          <p:nvPr/>
        </p:nvSpPr>
        <p:spPr bwMode="auto">
          <a:xfrm>
            <a:off x="990600" y="2971800"/>
            <a:ext cx="0" cy="32766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0603" name="Line 11"/>
          <p:cNvSpPr>
            <a:spLocks noChangeShapeType="1"/>
          </p:cNvSpPr>
          <p:nvPr/>
        </p:nvSpPr>
        <p:spPr bwMode="auto">
          <a:xfrm>
            <a:off x="8262938" y="2971800"/>
            <a:ext cx="0" cy="32766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0604" name="Line 12"/>
          <p:cNvSpPr>
            <a:spLocks noChangeShapeType="1"/>
          </p:cNvSpPr>
          <p:nvPr/>
        </p:nvSpPr>
        <p:spPr bwMode="auto">
          <a:xfrm>
            <a:off x="990600" y="3373438"/>
            <a:ext cx="7272338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0605" name="Line 13"/>
          <p:cNvSpPr>
            <a:spLocks noChangeShapeType="1"/>
          </p:cNvSpPr>
          <p:nvPr/>
        </p:nvSpPr>
        <p:spPr bwMode="auto">
          <a:xfrm>
            <a:off x="4425950" y="2971800"/>
            <a:ext cx="0" cy="32766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0606" name="Rectangle 14"/>
          <p:cNvSpPr>
            <a:spLocks noChangeArrowheads="1"/>
          </p:cNvSpPr>
          <p:nvPr/>
        </p:nvSpPr>
        <p:spPr bwMode="auto">
          <a:xfrm>
            <a:off x="1600200" y="2590800"/>
            <a:ext cx="6019800" cy="381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/>
              <a:t>Common Demographic/Psychographic Categories</a:t>
            </a:r>
            <a:r>
              <a:rPr lang="en-US"/>
              <a:t> </a:t>
            </a:r>
          </a:p>
        </p:txBody>
      </p:sp>
      <p:sp>
        <p:nvSpPr>
          <p:cNvPr id="110607" name="Rectangle 15"/>
          <p:cNvSpPr>
            <a:spLocks noChangeArrowheads="1"/>
          </p:cNvSpPr>
          <p:nvPr/>
        </p:nvSpPr>
        <p:spPr bwMode="auto">
          <a:xfrm>
            <a:off x="1524000" y="1590054"/>
            <a:ext cx="6172200" cy="381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b="1" dirty="0"/>
              <a:t>Target Audience Categories</a:t>
            </a:r>
          </a:p>
        </p:txBody>
      </p:sp>
      <p:sp>
        <p:nvSpPr>
          <p:cNvPr id="110608" name="Rectangle 16"/>
          <p:cNvSpPr>
            <a:spLocks noChangeArrowheads="1"/>
          </p:cNvSpPr>
          <p:nvPr/>
        </p:nvSpPr>
        <p:spPr bwMode="auto">
          <a:xfrm>
            <a:off x="914400" y="1971054"/>
            <a:ext cx="2438400" cy="609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dirty="0"/>
              <a:t>Primary</a:t>
            </a:r>
          </a:p>
          <a:p>
            <a:pPr algn="ctr"/>
            <a:r>
              <a:rPr lang="en-US" dirty="0"/>
              <a:t>Target Audience</a:t>
            </a:r>
          </a:p>
        </p:txBody>
      </p:sp>
      <p:sp>
        <p:nvSpPr>
          <p:cNvPr id="110609" name="Rectangle 17"/>
          <p:cNvSpPr>
            <a:spLocks noChangeArrowheads="1"/>
          </p:cNvSpPr>
          <p:nvPr/>
        </p:nvSpPr>
        <p:spPr bwMode="auto">
          <a:xfrm>
            <a:off x="3352800" y="1971054"/>
            <a:ext cx="2438400" cy="609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/>
              <a:t>Secondary</a:t>
            </a:r>
          </a:p>
          <a:p>
            <a:pPr algn="ctr"/>
            <a:r>
              <a:rPr lang="en-US"/>
              <a:t>Target Audience</a:t>
            </a:r>
          </a:p>
        </p:txBody>
      </p:sp>
      <p:sp>
        <p:nvSpPr>
          <p:cNvPr id="110610" name="Rectangle 18"/>
          <p:cNvSpPr>
            <a:spLocks noChangeArrowheads="1"/>
          </p:cNvSpPr>
          <p:nvPr/>
        </p:nvSpPr>
        <p:spPr bwMode="auto">
          <a:xfrm>
            <a:off x="5791200" y="1971054"/>
            <a:ext cx="2438400" cy="609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dirty="0"/>
              <a:t>Tertiary </a:t>
            </a:r>
          </a:p>
          <a:p>
            <a:pPr algn="ctr"/>
            <a:r>
              <a:rPr lang="en-US" dirty="0"/>
              <a:t>Target Audience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8" y="282762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Macro</a:t>
            </a:r>
            <a:r>
              <a:rPr lang="en-US" dirty="0" smtClean="0"/>
              <a:t> Trends:</a:t>
            </a:r>
            <a:br>
              <a:rPr lang="en-US" dirty="0" smtClean="0"/>
            </a:br>
            <a:r>
              <a:rPr lang="en-US" sz="3600" dirty="0" smtClean="0"/>
              <a:t>Last 50 years</a:t>
            </a:r>
            <a:endParaRPr lang="en-US" sz="3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1619" name="Rectangle 3"/>
          <p:cNvSpPr>
            <a:spLocks noChangeArrowheads="1"/>
          </p:cNvSpPr>
          <p:nvPr/>
        </p:nvSpPr>
        <p:spPr bwMode="auto">
          <a:xfrm>
            <a:off x="0" y="2016125"/>
            <a:ext cx="9144000" cy="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655716"/>
              </p:ext>
            </p:extLst>
          </p:nvPr>
        </p:nvGraphicFramePr>
        <p:xfrm>
          <a:off x="694267" y="1669627"/>
          <a:ext cx="7721598" cy="4177454"/>
        </p:xfrm>
        <a:graphic>
          <a:graphicData uri="http://schemas.openxmlformats.org/drawingml/2006/table">
            <a:tbl>
              <a:tblPr firstRow="1" firstCol="1" bandRow="1" bandCol="1">
                <a:tableStyleId>{72833802-FEF1-4C79-8D5D-14CF1EAF98D9}</a:tableStyleId>
              </a:tblPr>
              <a:tblGrid>
                <a:gridCol w="3454400"/>
                <a:gridCol w="426719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Trend</a:t>
                      </a:r>
                      <a:endParaRPr 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Impact</a:t>
                      </a:r>
                      <a:endParaRPr lang="en-US" sz="2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Baby Boomers</a:t>
                      </a:r>
                      <a:endParaRPr lang="en-US" sz="2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 smtClean="0">
                          <a:cs typeface="Times New Roman" pitchFamily="18" charset="0"/>
                        </a:rPr>
                        <a:t>Pampers, rock &amp; roll, television, minivans, real estate, </a:t>
                      </a:r>
                      <a:r>
                        <a:rPr lang="en-US" sz="2100" dirty="0" err="1" smtClean="0">
                          <a:cs typeface="Times New Roman" pitchFamily="18" charset="0"/>
                        </a:rPr>
                        <a:t>McMansions</a:t>
                      </a:r>
                      <a:endParaRPr lang="en-US" sz="2100" dirty="0" smtClean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Personal Computing </a:t>
                      </a:r>
                      <a:endParaRPr lang="en-US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 smtClean="0">
                          <a:cs typeface="Times New Roman" pitchFamily="18" charset="0"/>
                        </a:rPr>
                        <a:t>Internet, media-on-demand, electronic publishing, spreadsheets, electronic communication</a:t>
                      </a:r>
                      <a:endParaRPr lang="en-US" sz="2100" dirty="0" smtClean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Obesity</a:t>
                      </a:r>
                      <a:endParaRPr lang="en-US" sz="2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 smtClean="0">
                          <a:cs typeface="Times New Roman" pitchFamily="18" charset="0"/>
                        </a:rPr>
                        <a:t>Drain on healthcare system, growth of diet industry, changes in food industry, health clubs, home gyms</a:t>
                      </a:r>
                      <a:endParaRPr lang="en-US" sz="2100" dirty="0" smtClean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55134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Urbanization</a:t>
                      </a:r>
                      <a:endParaRPr lang="en-US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 smtClean="0">
                          <a:cs typeface="Times New Roman" pitchFamily="18" charset="0"/>
                        </a:rPr>
                        <a:t>Growth</a:t>
                      </a:r>
                      <a:r>
                        <a:rPr lang="en-US" sz="2100" baseline="0" dirty="0" smtClean="0">
                          <a:cs typeface="Times New Roman" pitchFamily="18" charset="0"/>
                        </a:rPr>
                        <a:t> and densification of urban areas. Urban renewal.</a:t>
                      </a:r>
                      <a:endParaRPr lang="en-US" sz="2100" dirty="0" smtClean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3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219200" y="1295400"/>
            <a:ext cx="6705600" cy="45720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595250" y="158409"/>
            <a:ext cx="8229600" cy="1143000"/>
          </a:xfrm>
        </p:spPr>
        <p:txBody>
          <a:bodyPr/>
          <a:lstStyle/>
          <a:p>
            <a:r>
              <a:rPr lang="en-US" dirty="0" smtClean="0"/>
              <a:t>S-Curve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2643" name="Rectangle 3"/>
          <p:cNvSpPr>
            <a:spLocks noChangeArrowheads="1"/>
          </p:cNvSpPr>
          <p:nvPr/>
        </p:nvSpPr>
        <p:spPr bwMode="auto">
          <a:xfrm>
            <a:off x="152400" y="17145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2645" name="Line 5"/>
          <p:cNvSpPr>
            <a:spLocks noChangeShapeType="1"/>
          </p:cNvSpPr>
          <p:nvPr/>
        </p:nvSpPr>
        <p:spPr bwMode="auto">
          <a:xfrm>
            <a:off x="2125633" y="2128346"/>
            <a:ext cx="1856" cy="2815129"/>
          </a:xfrm>
          <a:prstGeom prst="line">
            <a:avLst/>
          </a:prstGeom>
          <a:noFill/>
          <a:ln w="635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46" name="Line 6"/>
          <p:cNvSpPr>
            <a:spLocks noChangeShapeType="1"/>
          </p:cNvSpPr>
          <p:nvPr/>
        </p:nvSpPr>
        <p:spPr bwMode="auto">
          <a:xfrm>
            <a:off x="2153243" y="4929400"/>
            <a:ext cx="4891628" cy="1857"/>
          </a:xfrm>
          <a:prstGeom prst="line">
            <a:avLst/>
          </a:prstGeom>
          <a:noFill/>
          <a:ln w="635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47" name="Rectangle 7"/>
          <p:cNvSpPr>
            <a:spLocks noChangeArrowheads="1"/>
          </p:cNvSpPr>
          <p:nvPr/>
        </p:nvSpPr>
        <p:spPr bwMode="auto">
          <a:xfrm>
            <a:off x="4344630" y="5390350"/>
            <a:ext cx="54270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en-US" b="1" dirty="0"/>
              <a:t>Time</a:t>
            </a:r>
          </a:p>
        </p:txBody>
      </p:sp>
      <p:sp>
        <p:nvSpPr>
          <p:cNvPr id="112648" name="Rectangle 8"/>
          <p:cNvSpPr>
            <a:spLocks noChangeArrowheads="1"/>
          </p:cNvSpPr>
          <p:nvPr/>
        </p:nvSpPr>
        <p:spPr bwMode="auto">
          <a:xfrm rot="16200000">
            <a:off x="885140" y="3361772"/>
            <a:ext cx="188678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en-US" b="1" dirty="0"/>
              <a:t>Market Adoption</a:t>
            </a:r>
          </a:p>
        </p:txBody>
      </p:sp>
      <p:sp>
        <p:nvSpPr>
          <p:cNvPr id="112649" name="Freeform 9"/>
          <p:cNvSpPr>
            <a:spLocks/>
          </p:cNvSpPr>
          <p:nvPr/>
        </p:nvSpPr>
        <p:spPr bwMode="auto">
          <a:xfrm>
            <a:off x="2125633" y="1918996"/>
            <a:ext cx="5081054" cy="2969255"/>
          </a:xfrm>
          <a:custGeom>
            <a:avLst/>
            <a:gdLst/>
            <a:ahLst/>
            <a:cxnLst>
              <a:cxn ang="0">
                <a:pos x="0" y="1488"/>
              </a:cxn>
              <a:cxn ang="0">
                <a:pos x="576" y="1229"/>
              </a:cxn>
              <a:cxn ang="0">
                <a:pos x="1152" y="423"/>
              </a:cxn>
              <a:cxn ang="0">
                <a:pos x="1815" y="48"/>
              </a:cxn>
              <a:cxn ang="0">
                <a:pos x="2304" y="135"/>
              </a:cxn>
            </a:cxnLst>
            <a:rect l="0" t="0" r="r" b="b"/>
            <a:pathLst>
              <a:path w="2304" h="1488">
                <a:moveTo>
                  <a:pt x="0" y="1488"/>
                </a:moveTo>
                <a:cubicBezTo>
                  <a:pt x="192" y="1448"/>
                  <a:pt x="384" y="1407"/>
                  <a:pt x="576" y="1229"/>
                </a:cubicBezTo>
                <a:cubicBezTo>
                  <a:pt x="768" y="1052"/>
                  <a:pt x="946" y="620"/>
                  <a:pt x="1152" y="423"/>
                </a:cubicBezTo>
                <a:cubicBezTo>
                  <a:pt x="1359" y="226"/>
                  <a:pt x="1623" y="97"/>
                  <a:pt x="1815" y="48"/>
                </a:cubicBezTo>
                <a:cubicBezTo>
                  <a:pt x="2007" y="0"/>
                  <a:pt x="2218" y="120"/>
                  <a:pt x="2304" y="135"/>
                </a:cubicBez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50" name="Line 10"/>
          <p:cNvSpPr>
            <a:spLocks noChangeShapeType="1"/>
          </p:cNvSpPr>
          <p:nvPr/>
        </p:nvSpPr>
        <p:spPr bwMode="auto">
          <a:xfrm>
            <a:off x="3403508" y="4354017"/>
            <a:ext cx="1856" cy="575653"/>
          </a:xfrm>
          <a:prstGeom prst="line">
            <a:avLst/>
          </a:prstGeom>
          <a:noFill/>
          <a:ln w="635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51" name="Line 11"/>
          <p:cNvSpPr>
            <a:spLocks noChangeShapeType="1"/>
          </p:cNvSpPr>
          <p:nvPr/>
        </p:nvSpPr>
        <p:spPr bwMode="auto">
          <a:xfrm>
            <a:off x="4431909" y="2995844"/>
            <a:ext cx="5330" cy="1947631"/>
          </a:xfrm>
          <a:prstGeom prst="line">
            <a:avLst/>
          </a:prstGeom>
          <a:noFill/>
          <a:ln w="635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52" name="Line 12"/>
          <p:cNvSpPr>
            <a:spLocks noChangeShapeType="1"/>
          </p:cNvSpPr>
          <p:nvPr/>
        </p:nvSpPr>
        <p:spPr bwMode="auto">
          <a:xfrm>
            <a:off x="5840006" y="2098472"/>
            <a:ext cx="10108" cy="2845003"/>
          </a:xfrm>
          <a:prstGeom prst="line">
            <a:avLst/>
          </a:prstGeom>
          <a:noFill/>
          <a:ln w="635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53" name="Rectangle 13"/>
          <p:cNvSpPr>
            <a:spLocks noChangeArrowheads="1"/>
          </p:cNvSpPr>
          <p:nvPr/>
        </p:nvSpPr>
        <p:spPr bwMode="auto">
          <a:xfrm rot="18900000">
            <a:off x="3404036" y="4114952"/>
            <a:ext cx="1020653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en-US" sz="1500" b="1" dirty="0"/>
              <a:t>Window of</a:t>
            </a:r>
          </a:p>
        </p:txBody>
      </p:sp>
      <p:sp>
        <p:nvSpPr>
          <p:cNvPr id="112654" name="Rectangle 14"/>
          <p:cNvSpPr>
            <a:spLocks noChangeArrowheads="1"/>
          </p:cNvSpPr>
          <p:nvPr/>
        </p:nvSpPr>
        <p:spPr bwMode="auto">
          <a:xfrm rot="18900000">
            <a:off x="3483533" y="4292760"/>
            <a:ext cx="97467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b="1" dirty="0"/>
              <a:t>Opportunity</a:t>
            </a:r>
          </a:p>
        </p:txBody>
      </p:sp>
      <p:sp>
        <p:nvSpPr>
          <p:cNvPr id="112655" name="Rectangle 15"/>
          <p:cNvSpPr>
            <a:spLocks noChangeArrowheads="1"/>
          </p:cNvSpPr>
          <p:nvPr/>
        </p:nvSpPr>
        <p:spPr bwMode="auto">
          <a:xfrm>
            <a:off x="3362232" y="5049839"/>
            <a:ext cx="11514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en-US" sz="1400" b="1" dirty="0"/>
              <a:t>1</a:t>
            </a:r>
          </a:p>
        </p:txBody>
      </p:sp>
      <p:sp>
        <p:nvSpPr>
          <p:cNvPr id="112656" name="Rectangle 16"/>
          <p:cNvSpPr>
            <a:spLocks noChangeArrowheads="1"/>
          </p:cNvSpPr>
          <p:nvPr/>
        </p:nvSpPr>
        <p:spPr bwMode="auto">
          <a:xfrm>
            <a:off x="4394107" y="5049839"/>
            <a:ext cx="11514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en-US" sz="1400" b="1"/>
              <a:t>2</a:t>
            </a:r>
          </a:p>
        </p:txBody>
      </p:sp>
      <p:sp>
        <p:nvSpPr>
          <p:cNvPr id="112657" name="Rectangle 17"/>
          <p:cNvSpPr>
            <a:spLocks noChangeArrowheads="1"/>
          </p:cNvSpPr>
          <p:nvPr/>
        </p:nvSpPr>
        <p:spPr bwMode="auto">
          <a:xfrm>
            <a:off x="5803807" y="5049839"/>
            <a:ext cx="11514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en-US" sz="1400" b="1"/>
              <a:t>3</a:t>
            </a:r>
          </a:p>
        </p:txBody>
      </p:sp>
      <p:sp>
        <p:nvSpPr>
          <p:cNvPr id="112658" name="Rectangle 18"/>
          <p:cNvSpPr>
            <a:spLocks noChangeArrowheads="1"/>
          </p:cNvSpPr>
          <p:nvPr/>
        </p:nvSpPr>
        <p:spPr bwMode="auto">
          <a:xfrm rot="18892537">
            <a:off x="4525549" y="3347867"/>
            <a:ext cx="1381065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500" b="1" dirty="0"/>
              <a:t>New</a:t>
            </a:r>
          </a:p>
          <a:p>
            <a:pPr algn="ctr"/>
            <a:r>
              <a:rPr lang="en-US" sz="1500" b="1" dirty="0"/>
              <a:t>Competitors</a:t>
            </a:r>
          </a:p>
          <a:p>
            <a:pPr algn="ctr"/>
            <a:r>
              <a:rPr lang="en-US" sz="1500" b="1" dirty="0"/>
              <a:t>Enter </a:t>
            </a:r>
          </a:p>
        </p:txBody>
      </p:sp>
      <p:sp>
        <p:nvSpPr>
          <p:cNvPr id="112659" name="Rectangle 19"/>
          <p:cNvSpPr>
            <a:spLocks noChangeArrowheads="1"/>
          </p:cNvSpPr>
          <p:nvPr/>
        </p:nvSpPr>
        <p:spPr bwMode="auto">
          <a:xfrm rot="18892537">
            <a:off x="5963447" y="3160701"/>
            <a:ext cx="149669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500" b="1" dirty="0"/>
              <a:t>Obsolescence</a:t>
            </a:r>
            <a:r>
              <a:rPr lang="en-US" sz="1500" dirty="0"/>
              <a:t> </a:t>
            </a:r>
            <a:endParaRPr lang="en-US" sz="1500" b="1" dirty="0"/>
          </a:p>
          <a:p>
            <a:pPr algn="ctr"/>
            <a:r>
              <a:rPr lang="en-US" sz="1500" b="1" dirty="0"/>
              <a:t>Phase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4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595250" y="145605"/>
            <a:ext cx="8229600" cy="1143000"/>
          </a:xfrm>
        </p:spPr>
        <p:txBody>
          <a:bodyPr/>
          <a:lstStyle/>
          <a:p>
            <a:r>
              <a:rPr lang="en-US" dirty="0"/>
              <a:t>Setting</a:t>
            </a:r>
            <a:r>
              <a:rPr lang="en-US" dirty="0" smtClean="0"/>
              <a:t> Prices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2" name="Organization Chart 2"/>
          <p:cNvGrpSpPr>
            <a:grpSpLocks/>
          </p:cNvGrpSpPr>
          <p:nvPr/>
        </p:nvGrpSpPr>
        <p:grpSpPr bwMode="auto">
          <a:xfrm>
            <a:off x="364078" y="1295400"/>
            <a:ext cx="8441262" cy="4639735"/>
            <a:chOff x="1152" y="1286"/>
            <a:chExt cx="2880" cy="1152"/>
          </a:xfrm>
        </p:grpSpPr>
        <p:graphicFrame>
          <p:nvGraphicFramePr>
            <p:cNvPr id="10" name="Diagram 9"/>
            <p:cNvGraphicFramePr/>
            <p:nvPr>
              <p:extLst>
                <p:ext uri="{D42A27DB-BD31-4B8C-83A1-F6EECF244321}">
                  <p14:modId xmlns:p14="http://schemas.microsoft.com/office/powerpoint/2010/main" val="3990825336"/>
                </p:ext>
              </p:extLst>
            </p:nvPr>
          </p:nvGraphicFramePr>
          <p:xfrm>
            <a:off x="1152" y="1286"/>
            <a:ext cx="2880" cy="115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cxnSp>
          <p:nvCxnSpPr>
            <p:cNvPr id="22532" name="_s113669"/>
            <p:cNvCxnSpPr>
              <a:cxnSpLocks noChangeShapeType="1"/>
              <a:stCxn id="9" idx="0"/>
              <a:endCxn id="6" idx="2"/>
            </p:cNvCxnSpPr>
            <p:nvPr/>
          </p:nvCxnSpPr>
          <p:spPr bwMode="auto">
            <a:xfrm rot="16200000">
              <a:off x="3531" y="2077"/>
              <a:ext cx="140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33" name="_s113670"/>
            <p:cNvCxnSpPr>
              <a:cxnSpLocks noChangeShapeType="1"/>
              <a:stCxn id="8" idx="0"/>
              <a:endCxn id="5" idx="2"/>
            </p:cNvCxnSpPr>
            <p:nvPr/>
          </p:nvCxnSpPr>
          <p:spPr bwMode="auto">
            <a:xfrm rot="16200000">
              <a:off x="2523" y="2077"/>
              <a:ext cx="140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34" name="_s113671"/>
            <p:cNvCxnSpPr>
              <a:cxnSpLocks noChangeShapeType="1"/>
              <a:stCxn id="7" idx="0"/>
              <a:endCxn id="4" idx="2"/>
            </p:cNvCxnSpPr>
            <p:nvPr/>
          </p:nvCxnSpPr>
          <p:spPr bwMode="auto">
            <a:xfrm rot="16200000">
              <a:off x="1515" y="2077"/>
              <a:ext cx="140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35" name="_s113672"/>
            <p:cNvCxnSpPr>
              <a:cxnSpLocks noChangeShapeType="1"/>
              <a:stCxn id="6" idx="0"/>
              <a:endCxn id="3" idx="2"/>
            </p:cNvCxnSpPr>
            <p:nvPr/>
          </p:nvCxnSpPr>
          <p:spPr bwMode="auto">
            <a:xfrm rot="5400000" flipH="1">
              <a:off x="3026" y="1142"/>
              <a:ext cx="140" cy="1008"/>
            </a:xfrm>
            <a:prstGeom prst="bentConnector3">
              <a:avLst>
                <a:gd name="adj1" fmla="val 5014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36" name="_s113673"/>
            <p:cNvCxnSpPr>
              <a:cxnSpLocks noChangeShapeType="1"/>
              <a:stCxn id="5" idx="0"/>
              <a:endCxn id="3" idx="2"/>
            </p:cNvCxnSpPr>
            <p:nvPr/>
          </p:nvCxnSpPr>
          <p:spPr bwMode="auto">
            <a:xfrm rot="16200000">
              <a:off x="2523" y="1645"/>
              <a:ext cx="140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37" name="_s113674"/>
            <p:cNvCxnSpPr>
              <a:cxnSpLocks noChangeShapeType="1"/>
              <a:stCxn id="4" idx="0"/>
              <a:endCxn id="3" idx="2"/>
            </p:cNvCxnSpPr>
            <p:nvPr/>
          </p:nvCxnSpPr>
          <p:spPr bwMode="auto">
            <a:xfrm rot="16200000">
              <a:off x="2018" y="1142"/>
              <a:ext cx="140" cy="1008"/>
            </a:xfrm>
            <a:prstGeom prst="bentConnector3">
              <a:avLst>
                <a:gd name="adj1" fmla="val 5014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" name="_s113675"/>
            <p:cNvSpPr>
              <a:spLocks noChangeArrowheads="1"/>
            </p:cNvSpPr>
            <p:nvPr/>
          </p:nvSpPr>
          <p:spPr bwMode="auto">
            <a:xfrm>
              <a:off x="2160" y="1286"/>
              <a:ext cx="864" cy="288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3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Price</a:t>
              </a:r>
            </a:p>
          </p:txBody>
        </p:sp>
        <p:sp>
          <p:nvSpPr>
            <p:cNvPr id="4" name="_s113676"/>
            <p:cNvSpPr>
              <a:spLocks noChangeArrowheads="1"/>
            </p:cNvSpPr>
            <p:nvPr/>
          </p:nvSpPr>
          <p:spPr bwMode="auto">
            <a:xfrm>
              <a:off x="1152" y="1718"/>
              <a:ext cx="864" cy="288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Penetration Pricing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 Strategy </a:t>
              </a:r>
            </a:p>
          </p:txBody>
        </p:sp>
        <p:sp>
          <p:nvSpPr>
            <p:cNvPr id="5" name="_s113677"/>
            <p:cNvSpPr>
              <a:spLocks noChangeArrowheads="1"/>
            </p:cNvSpPr>
            <p:nvPr/>
          </p:nvSpPr>
          <p:spPr bwMode="auto">
            <a:xfrm>
              <a:off x="2160" y="1718"/>
              <a:ext cx="864" cy="288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Cost-plus Pricing</a:t>
              </a:r>
              <a:r>
                <a:rPr kumimoji="0" lang="en-US" altLang="en-US" sz="15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Strategy</a:t>
              </a:r>
            </a:p>
          </p:txBody>
        </p:sp>
        <p:sp>
          <p:nvSpPr>
            <p:cNvPr id="6" name="_s113678"/>
            <p:cNvSpPr>
              <a:spLocks noChangeArrowheads="1"/>
            </p:cNvSpPr>
            <p:nvPr/>
          </p:nvSpPr>
          <p:spPr bwMode="auto">
            <a:xfrm>
              <a:off x="3168" y="1718"/>
              <a:ext cx="864" cy="288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Assessing Market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 Prices for Competing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Products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Strategy</a:t>
              </a:r>
            </a:p>
          </p:txBody>
        </p:sp>
        <p:sp>
          <p:nvSpPr>
            <p:cNvPr id="7" name="_s113679"/>
            <p:cNvSpPr>
              <a:spLocks noChangeArrowheads="1"/>
            </p:cNvSpPr>
            <p:nvPr/>
          </p:nvSpPr>
          <p:spPr bwMode="auto">
            <a:xfrm>
              <a:off x="1152" y="2150"/>
              <a:ext cx="864" cy="288"/>
            </a:xfrm>
            <a:prstGeom prst="bracePair">
              <a:avLst>
                <a:gd name="adj" fmla="val 8333"/>
              </a:avLst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Requires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Enormous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Financing </a:t>
              </a:r>
            </a:p>
          </p:txBody>
        </p:sp>
        <p:sp>
          <p:nvSpPr>
            <p:cNvPr id="8" name="_s113680"/>
            <p:cNvSpPr>
              <a:spLocks noChangeArrowheads="1"/>
            </p:cNvSpPr>
            <p:nvPr/>
          </p:nvSpPr>
          <p:spPr bwMode="auto">
            <a:xfrm>
              <a:off x="2160" y="2150"/>
              <a:ext cx="864" cy="288"/>
            </a:xfrm>
            <a:prstGeom prst="bracePair">
              <a:avLst>
                <a:gd name="adj" fmla="val 8333"/>
              </a:avLst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Price May Not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Match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The Value</a:t>
              </a:r>
            </a:p>
          </p:txBody>
        </p:sp>
        <p:sp>
          <p:nvSpPr>
            <p:cNvPr id="9" name="_s113681"/>
            <p:cNvSpPr>
              <a:spLocks noChangeArrowheads="1"/>
            </p:cNvSpPr>
            <p:nvPr/>
          </p:nvSpPr>
          <p:spPr bwMode="auto">
            <a:xfrm>
              <a:off x="3168" y="2150"/>
              <a:ext cx="864" cy="288"/>
            </a:xfrm>
            <a:prstGeom prst="bracePair">
              <a:avLst>
                <a:gd name="adj" fmla="val 8333"/>
              </a:avLst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The Best Option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5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578782" y="260519"/>
            <a:ext cx="8531352" cy="990600"/>
          </a:xfrm>
        </p:spPr>
        <p:txBody>
          <a:bodyPr>
            <a:no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V</a:t>
            </a:r>
            <a:r>
              <a:rPr lang="en-US" dirty="0" smtClean="0"/>
              <a:t>alue Chain: Reaching Customers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14691" name="Rectangle 3"/>
          <p:cNvSpPr>
            <a:spLocks noChangeArrowheads="1"/>
          </p:cNvSpPr>
          <p:nvPr/>
        </p:nvSpPr>
        <p:spPr bwMode="auto">
          <a:xfrm>
            <a:off x="0" y="17145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4750" name="Rectangle 62"/>
          <p:cNvSpPr>
            <a:spLocks noChangeArrowheads="1"/>
          </p:cNvSpPr>
          <p:nvPr/>
        </p:nvSpPr>
        <p:spPr bwMode="auto">
          <a:xfrm>
            <a:off x="1628048" y="2174557"/>
            <a:ext cx="5695289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600" b="1" dirty="0" smtClean="0"/>
              <a:t>Example: Value </a:t>
            </a:r>
            <a:r>
              <a:rPr lang="en-US" sz="2600" b="1" dirty="0"/>
              <a:t>Chain of Gourmet </a:t>
            </a:r>
            <a:r>
              <a:rPr lang="en-US" sz="2600" b="1" dirty="0" smtClean="0"/>
              <a:t>Stew</a:t>
            </a:r>
            <a:endParaRPr lang="en-US" sz="2600" b="1" dirty="0"/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760413" y="2979738"/>
            <a:ext cx="2379662" cy="2582862"/>
            <a:chOff x="479" y="1613"/>
            <a:chExt cx="1499" cy="1627"/>
          </a:xfrm>
          <a:solidFill>
            <a:srgbClr val="6EA89E">
              <a:alpha val="50000"/>
            </a:srgbClr>
          </a:solidFill>
        </p:grpSpPr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479" y="1615"/>
              <a:ext cx="1498" cy="1623"/>
              <a:chOff x="479" y="1615"/>
              <a:chExt cx="1498" cy="1623"/>
            </a:xfrm>
            <a:grpFill/>
          </p:grpSpPr>
          <p:sp>
            <p:nvSpPr>
              <p:cNvPr id="11" name="Freeform 6"/>
              <p:cNvSpPr>
                <a:spLocks/>
              </p:cNvSpPr>
              <p:nvPr/>
            </p:nvSpPr>
            <p:spPr bwMode="auto">
              <a:xfrm>
                <a:off x="479" y="1615"/>
                <a:ext cx="1498" cy="1623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0" y="0"/>
                  </a:cxn>
                  <a:cxn ang="0">
                    <a:pos x="375" y="811"/>
                  </a:cxn>
                  <a:cxn ang="0">
                    <a:pos x="0" y="1623"/>
                  </a:cxn>
                  <a:cxn ang="0">
                    <a:pos x="1123" y="1623"/>
                  </a:cxn>
                  <a:cxn ang="0">
                    <a:pos x="1498" y="811"/>
                  </a:cxn>
                  <a:cxn ang="0">
                    <a:pos x="1123" y="0"/>
                  </a:cxn>
                </a:cxnLst>
                <a:rect l="0" t="0" r="r" b="b"/>
                <a:pathLst>
                  <a:path w="1498" h="1623">
                    <a:moveTo>
                      <a:pt x="1123" y="0"/>
                    </a:moveTo>
                    <a:lnTo>
                      <a:pt x="0" y="0"/>
                    </a:lnTo>
                    <a:lnTo>
                      <a:pt x="375" y="811"/>
                    </a:lnTo>
                    <a:lnTo>
                      <a:pt x="0" y="1623"/>
                    </a:lnTo>
                    <a:lnTo>
                      <a:pt x="1123" y="1623"/>
                    </a:lnTo>
                    <a:lnTo>
                      <a:pt x="1498" y="811"/>
                    </a:lnTo>
                    <a:lnTo>
                      <a:pt x="1123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7"/>
              <p:cNvSpPr>
                <a:spLocks/>
              </p:cNvSpPr>
              <p:nvPr/>
            </p:nvSpPr>
            <p:spPr bwMode="auto">
              <a:xfrm>
                <a:off x="479" y="1615"/>
                <a:ext cx="1498" cy="1623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0" y="0"/>
                  </a:cxn>
                  <a:cxn ang="0">
                    <a:pos x="375" y="811"/>
                  </a:cxn>
                  <a:cxn ang="0">
                    <a:pos x="0" y="1623"/>
                  </a:cxn>
                  <a:cxn ang="0">
                    <a:pos x="1123" y="1623"/>
                  </a:cxn>
                  <a:cxn ang="0">
                    <a:pos x="1498" y="811"/>
                  </a:cxn>
                  <a:cxn ang="0">
                    <a:pos x="1123" y="0"/>
                  </a:cxn>
                </a:cxnLst>
                <a:rect l="0" t="0" r="r" b="b"/>
                <a:pathLst>
                  <a:path w="1498" h="1623">
                    <a:moveTo>
                      <a:pt x="1123" y="0"/>
                    </a:moveTo>
                    <a:lnTo>
                      <a:pt x="0" y="0"/>
                    </a:lnTo>
                    <a:lnTo>
                      <a:pt x="375" y="811"/>
                    </a:lnTo>
                    <a:lnTo>
                      <a:pt x="0" y="1623"/>
                    </a:lnTo>
                    <a:lnTo>
                      <a:pt x="1123" y="1623"/>
                    </a:lnTo>
                    <a:lnTo>
                      <a:pt x="1498" y="811"/>
                    </a:lnTo>
                    <a:lnTo>
                      <a:pt x="1123" y="0"/>
                    </a:lnTo>
                    <a:close/>
                  </a:path>
                </a:pathLst>
              </a:custGeom>
              <a:grp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8"/>
            <p:cNvGrpSpPr>
              <a:grpSpLocks/>
            </p:cNvGrpSpPr>
            <p:nvPr/>
          </p:nvGrpSpPr>
          <p:grpSpPr bwMode="auto">
            <a:xfrm>
              <a:off x="1309" y="1613"/>
              <a:ext cx="669" cy="1627"/>
              <a:chOff x="1309" y="1613"/>
              <a:chExt cx="669" cy="1627"/>
            </a:xfrm>
            <a:grpFill/>
          </p:grpSpPr>
          <p:sp>
            <p:nvSpPr>
              <p:cNvPr id="9" name="Freeform 9"/>
              <p:cNvSpPr>
                <a:spLocks/>
              </p:cNvSpPr>
              <p:nvPr/>
            </p:nvSpPr>
            <p:spPr bwMode="auto">
              <a:xfrm>
                <a:off x="1311" y="1615"/>
                <a:ext cx="666" cy="1623"/>
              </a:xfrm>
              <a:custGeom>
                <a:avLst/>
                <a:gdLst/>
                <a:ahLst/>
                <a:cxnLst>
                  <a:cxn ang="0">
                    <a:pos x="289" y="0"/>
                  </a:cxn>
                  <a:cxn ang="0">
                    <a:pos x="0" y="0"/>
                  </a:cxn>
                  <a:cxn ang="0">
                    <a:pos x="377" y="811"/>
                  </a:cxn>
                  <a:cxn ang="0">
                    <a:pos x="0" y="1623"/>
                  </a:cxn>
                  <a:cxn ang="0">
                    <a:pos x="289" y="1623"/>
                  </a:cxn>
                  <a:cxn ang="0">
                    <a:pos x="666" y="811"/>
                  </a:cxn>
                  <a:cxn ang="0">
                    <a:pos x="289" y="0"/>
                  </a:cxn>
                </a:cxnLst>
                <a:rect l="0" t="0" r="r" b="b"/>
                <a:pathLst>
                  <a:path w="666" h="1623">
                    <a:moveTo>
                      <a:pt x="289" y="0"/>
                    </a:moveTo>
                    <a:lnTo>
                      <a:pt x="0" y="0"/>
                    </a:lnTo>
                    <a:lnTo>
                      <a:pt x="377" y="811"/>
                    </a:lnTo>
                    <a:lnTo>
                      <a:pt x="0" y="1623"/>
                    </a:lnTo>
                    <a:lnTo>
                      <a:pt x="289" y="1623"/>
                    </a:lnTo>
                    <a:lnTo>
                      <a:pt x="666" y="811"/>
                    </a:lnTo>
                    <a:lnTo>
                      <a:pt x="289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Freeform 10"/>
              <p:cNvSpPr>
                <a:spLocks noEditPoints="1"/>
              </p:cNvSpPr>
              <p:nvPr/>
            </p:nvSpPr>
            <p:spPr bwMode="auto">
              <a:xfrm>
                <a:off x="1309" y="1613"/>
                <a:ext cx="669" cy="1627"/>
              </a:xfrm>
              <a:custGeom>
                <a:avLst/>
                <a:gdLst/>
                <a:ahLst/>
                <a:cxnLst>
                  <a:cxn ang="0">
                    <a:pos x="6126" y="7246"/>
                  </a:cxn>
                  <a:cxn ang="0">
                    <a:pos x="5918" y="6681"/>
                  </a:cxn>
                  <a:cxn ang="0">
                    <a:pos x="5653" y="6170"/>
                  </a:cxn>
                  <a:cxn ang="0">
                    <a:pos x="5325" y="5522"/>
                  </a:cxn>
                  <a:cxn ang="0">
                    <a:pos x="5084" y="4945"/>
                  </a:cxn>
                  <a:cxn ang="0">
                    <a:pos x="4864" y="4412"/>
                  </a:cxn>
                  <a:cxn ang="0">
                    <a:pos x="4566" y="3889"/>
                  </a:cxn>
                  <a:cxn ang="0">
                    <a:pos x="4270" y="3254"/>
                  </a:cxn>
                  <a:cxn ang="0">
                    <a:pos x="4063" y="2689"/>
                  </a:cxn>
                  <a:cxn ang="0">
                    <a:pos x="3798" y="2177"/>
                  </a:cxn>
                  <a:cxn ang="0">
                    <a:pos x="3469" y="1530"/>
                  </a:cxn>
                  <a:cxn ang="0">
                    <a:pos x="3228" y="953"/>
                  </a:cxn>
                  <a:cxn ang="0">
                    <a:pos x="3009" y="420"/>
                  </a:cxn>
                  <a:cxn ang="0">
                    <a:pos x="2644" y="50"/>
                  </a:cxn>
                  <a:cxn ang="0">
                    <a:pos x="1944" y="50"/>
                  </a:cxn>
                  <a:cxn ang="0">
                    <a:pos x="1344" y="0"/>
                  </a:cxn>
                  <a:cxn ang="0">
                    <a:pos x="768" y="25"/>
                  </a:cxn>
                  <a:cxn ang="0">
                    <a:pos x="43" y="50"/>
                  </a:cxn>
                  <a:cxn ang="0">
                    <a:pos x="277" y="574"/>
                  </a:cxn>
                  <a:cxn ang="0">
                    <a:pos x="497" y="1106"/>
                  </a:cxn>
                  <a:cxn ang="0">
                    <a:pos x="795" y="1630"/>
                  </a:cxn>
                  <a:cxn ang="0">
                    <a:pos x="1091" y="2265"/>
                  </a:cxn>
                  <a:cxn ang="0">
                    <a:pos x="1298" y="2830"/>
                  </a:cxn>
                  <a:cxn ang="0">
                    <a:pos x="1564" y="3341"/>
                  </a:cxn>
                  <a:cxn ang="0">
                    <a:pos x="1892" y="3989"/>
                  </a:cxn>
                  <a:cxn ang="0">
                    <a:pos x="2132" y="4566"/>
                  </a:cxn>
                  <a:cxn ang="0">
                    <a:pos x="2352" y="5098"/>
                  </a:cxn>
                  <a:cxn ang="0">
                    <a:pos x="2651" y="5622"/>
                  </a:cxn>
                  <a:cxn ang="0">
                    <a:pos x="2946" y="6257"/>
                  </a:cxn>
                  <a:cxn ang="0">
                    <a:pos x="3153" y="6822"/>
                  </a:cxn>
                  <a:cxn ang="0">
                    <a:pos x="3419" y="7333"/>
                  </a:cxn>
                  <a:cxn ang="0">
                    <a:pos x="3593" y="8002"/>
                  </a:cxn>
                  <a:cxn ang="0">
                    <a:pos x="3307" y="8558"/>
                  </a:cxn>
                  <a:cxn ang="0">
                    <a:pos x="3042" y="9069"/>
                  </a:cxn>
                  <a:cxn ang="0">
                    <a:pos x="2834" y="9635"/>
                  </a:cxn>
                  <a:cxn ang="0">
                    <a:pos x="2539" y="10270"/>
                  </a:cxn>
                  <a:cxn ang="0">
                    <a:pos x="2241" y="10793"/>
                  </a:cxn>
                  <a:cxn ang="0">
                    <a:pos x="2021" y="11326"/>
                  </a:cxn>
                  <a:cxn ang="0">
                    <a:pos x="1738" y="11994"/>
                  </a:cxn>
                  <a:cxn ang="0">
                    <a:pos x="1451" y="12550"/>
                  </a:cxn>
                  <a:cxn ang="0">
                    <a:pos x="1187" y="13061"/>
                  </a:cxn>
                  <a:cxn ang="0">
                    <a:pos x="979" y="13627"/>
                  </a:cxn>
                  <a:cxn ang="0">
                    <a:pos x="683" y="14262"/>
                  </a:cxn>
                  <a:cxn ang="0">
                    <a:pos x="385" y="14785"/>
                  </a:cxn>
                  <a:cxn ang="0">
                    <a:pos x="166" y="15318"/>
                  </a:cxn>
                  <a:cxn ang="0">
                    <a:pos x="408" y="15600"/>
                  </a:cxn>
                  <a:cxn ang="0">
                    <a:pos x="1034" y="15625"/>
                  </a:cxn>
                  <a:cxn ang="0">
                    <a:pos x="1609" y="15650"/>
                  </a:cxn>
                  <a:cxn ang="0">
                    <a:pos x="2209" y="15600"/>
                  </a:cxn>
                  <a:cxn ang="0">
                    <a:pos x="2822" y="15514"/>
                  </a:cxn>
                  <a:cxn ang="0">
                    <a:pos x="3121" y="14989"/>
                  </a:cxn>
                  <a:cxn ang="0">
                    <a:pos x="3341" y="14458"/>
                  </a:cxn>
                  <a:cxn ang="0">
                    <a:pos x="3623" y="13790"/>
                  </a:cxn>
                  <a:cxn ang="0">
                    <a:pos x="3909" y="13233"/>
                  </a:cxn>
                  <a:cxn ang="0">
                    <a:pos x="4175" y="12721"/>
                  </a:cxn>
                  <a:cxn ang="0">
                    <a:pos x="4382" y="12157"/>
                  </a:cxn>
                  <a:cxn ang="0">
                    <a:pos x="4677" y="11522"/>
                  </a:cxn>
                  <a:cxn ang="0">
                    <a:pos x="4976" y="10997"/>
                  </a:cxn>
                  <a:cxn ang="0">
                    <a:pos x="5196" y="10466"/>
                  </a:cxn>
                  <a:cxn ang="0">
                    <a:pos x="5478" y="9798"/>
                  </a:cxn>
                  <a:cxn ang="0">
                    <a:pos x="5764" y="9240"/>
                  </a:cxn>
                  <a:cxn ang="0">
                    <a:pos x="6030" y="8729"/>
                  </a:cxn>
                  <a:cxn ang="0">
                    <a:pos x="6237" y="8165"/>
                  </a:cxn>
                </a:cxnLst>
                <a:rect l="0" t="0" r="r" b="b"/>
                <a:pathLst>
                  <a:path w="6430" h="15650">
                    <a:moveTo>
                      <a:pt x="6379" y="7791"/>
                    </a:moveTo>
                    <a:lnTo>
                      <a:pt x="6379" y="7790"/>
                    </a:lnTo>
                    <a:cubicBezTo>
                      <a:pt x="6373" y="7778"/>
                      <a:pt x="6378" y="7763"/>
                      <a:pt x="6391" y="7757"/>
                    </a:cubicBezTo>
                    <a:cubicBezTo>
                      <a:pt x="6404" y="7752"/>
                      <a:pt x="6418" y="7757"/>
                      <a:pt x="6424" y="7770"/>
                    </a:cubicBezTo>
                    <a:lnTo>
                      <a:pt x="6424" y="7770"/>
                    </a:lnTo>
                    <a:cubicBezTo>
                      <a:pt x="6430" y="7782"/>
                      <a:pt x="6424" y="7797"/>
                      <a:pt x="6412" y="7803"/>
                    </a:cubicBezTo>
                    <a:cubicBezTo>
                      <a:pt x="6399" y="7809"/>
                      <a:pt x="6384" y="7803"/>
                      <a:pt x="6379" y="7791"/>
                    </a:cubicBezTo>
                    <a:close/>
                    <a:moveTo>
                      <a:pt x="6337" y="7700"/>
                    </a:moveTo>
                    <a:lnTo>
                      <a:pt x="6336" y="7700"/>
                    </a:lnTo>
                    <a:cubicBezTo>
                      <a:pt x="6331" y="7687"/>
                      <a:pt x="6336" y="7672"/>
                      <a:pt x="6349" y="7667"/>
                    </a:cubicBezTo>
                    <a:cubicBezTo>
                      <a:pt x="6361" y="7661"/>
                      <a:pt x="6376" y="7666"/>
                      <a:pt x="6382" y="7679"/>
                    </a:cubicBezTo>
                    <a:lnTo>
                      <a:pt x="6382" y="7679"/>
                    </a:lnTo>
                    <a:cubicBezTo>
                      <a:pt x="6388" y="7692"/>
                      <a:pt x="6382" y="7706"/>
                      <a:pt x="6370" y="7712"/>
                    </a:cubicBezTo>
                    <a:cubicBezTo>
                      <a:pt x="6357" y="7718"/>
                      <a:pt x="6342" y="7712"/>
                      <a:pt x="6337" y="7700"/>
                    </a:cubicBezTo>
                    <a:close/>
                    <a:moveTo>
                      <a:pt x="6294" y="7609"/>
                    </a:moveTo>
                    <a:lnTo>
                      <a:pt x="6294" y="7609"/>
                    </a:lnTo>
                    <a:cubicBezTo>
                      <a:pt x="6289" y="7596"/>
                      <a:pt x="6294" y="7582"/>
                      <a:pt x="6307" y="7576"/>
                    </a:cubicBezTo>
                    <a:cubicBezTo>
                      <a:pt x="6319" y="7570"/>
                      <a:pt x="6334" y="7576"/>
                      <a:pt x="6340" y="7588"/>
                    </a:cubicBezTo>
                    <a:lnTo>
                      <a:pt x="6340" y="7588"/>
                    </a:lnTo>
                    <a:cubicBezTo>
                      <a:pt x="6346" y="7601"/>
                      <a:pt x="6340" y="7616"/>
                      <a:pt x="6327" y="7621"/>
                    </a:cubicBezTo>
                    <a:cubicBezTo>
                      <a:pt x="6315" y="7627"/>
                      <a:pt x="6300" y="7622"/>
                      <a:pt x="6294" y="7609"/>
                    </a:cubicBezTo>
                    <a:close/>
                    <a:moveTo>
                      <a:pt x="6252" y="7518"/>
                    </a:moveTo>
                    <a:lnTo>
                      <a:pt x="6252" y="7518"/>
                    </a:lnTo>
                    <a:cubicBezTo>
                      <a:pt x="6246" y="7506"/>
                      <a:pt x="6252" y="7491"/>
                      <a:pt x="6264" y="7485"/>
                    </a:cubicBezTo>
                    <a:cubicBezTo>
                      <a:pt x="6277" y="7479"/>
                      <a:pt x="6292" y="7485"/>
                      <a:pt x="6298" y="7497"/>
                    </a:cubicBezTo>
                    <a:lnTo>
                      <a:pt x="6298" y="7498"/>
                    </a:lnTo>
                    <a:cubicBezTo>
                      <a:pt x="6303" y="7510"/>
                      <a:pt x="6298" y="7525"/>
                      <a:pt x="6285" y="7531"/>
                    </a:cubicBezTo>
                    <a:cubicBezTo>
                      <a:pt x="6273" y="7536"/>
                      <a:pt x="6258" y="7531"/>
                      <a:pt x="6252" y="7518"/>
                    </a:cubicBezTo>
                    <a:close/>
                    <a:moveTo>
                      <a:pt x="6210" y="7428"/>
                    </a:moveTo>
                    <a:lnTo>
                      <a:pt x="6210" y="7428"/>
                    </a:lnTo>
                    <a:cubicBezTo>
                      <a:pt x="6204" y="7415"/>
                      <a:pt x="6210" y="7400"/>
                      <a:pt x="6222" y="7394"/>
                    </a:cubicBezTo>
                    <a:cubicBezTo>
                      <a:pt x="6235" y="7389"/>
                      <a:pt x="6250" y="7394"/>
                      <a:pt x="6255" y="7407"/>
                    </a:cubicBezTo>
                    <a:lnTo>
                      <a:pt x="6255" y="7407"/>
                    </a:lnTo>
                    <a:cubicBezTo>
                      <a:pt x="6261" y="7419"/>
                      <a:pt x="6256" y="7434"/>
                      <a:pt x="6243" y="7440"/>
                    </a:cubicBezTo>
                    <a:cubicBezTo>
                      <a:pt x="6231" y="7446"/>
                      <a:pt x="6216" y="7440"/>
                      <a:pt x="6210" y="7428"/>
                    </a:cubicBezTo>
                    <a:close/>
                    <a:moveTo>
                      <a:pt x="6168" y="7337"/>
                    </a:moveTo>
                    <a:lnTo>
                      <a:pt x="6168" y="7337"/>
                    </a:lnTo>
                    <a:cubicBezTo>
                      <a:pt x="6162" y="7324"/>
                      <a:pt x="6168" y="7309"/>
                      <a:pt x="6180" y="7304"/>
                    </a:cubicBezTo>
                    <a:cubicBezTo>
                      <a:pt x="6193" y="7298"/>
                      <a:pt x="6208" y="7303"/>
                      <a:pt x="6213" y="7316"/>
                    </a:cubicBezTo>
                    <a:lnTo>
                      <a:pt x="6213" y="7316"/>
                    </a:lnTo>
                    <a:cubicBezTo>
                      <a:pt x="6219" y="7329"/>
                      <a:pt x="6214" y="7343"/>
                      <a:pt x="6201" y="7349"/>
                    </a:cubicBezTo>
                    <a:cubicBezTo>
                      <a:pt x="6188" y="7355"/>
                      <a:pt x="6174" y="7349"/>
                      <a:pt x="6168" y="7337"/>
                    </a:cubicBezTo>
                    <a:close/>
                    <a:moveTo>
                      <a:pt x="6126" y="7246"/>
                    </a:moveTo>
                    <a:lnTo>
                      <a:pt x="6126" y="7246"/>
                    </a:lnTo>
                    <a:cubicBezTo>
                      <a:pt x="6120" y="7234"/>
                      <a:pt x="6125" y="7219"/>
                      <a:pt x="6138" y="7213"/>
                    </a:cubicBezTo>
                    <a:cubicBezTo>
                      <a:pt x="6151" y="7207"/>
                      <a:pt x="6165" y="7213"/>
                      <a:pt x="6171" y="7225"/>
                    </a:cubicBezTo>
                    <a:lnTo>
                      <a:pt x="6171" y="7225"/>
                    </a:lnTo>
                    <a:cubicBezTo>
                      <a:pt x="6177" y="7238"/>
                      <a:pt x="6171" y="7253"/>
                      <a:pt x="6159" y="7258"/>
                    </a:cubicBezTo>
                    <a:cubicBezTo>
                      <a:pt x="6146" y="7264"/>
                      <a:pt x="6131" y="7259"/>
                      <a:pt x="6126" y="7246"/>
                    </a:cubicBezTo>
                    <a:close/>
                    <a:moveTo>
                      <a:pt x="6084" y="7155"/>
                    </a:moveTo>
                    <a:lnTo>
                      <a:pt x="6083" y="7155"/>
                    </a:lnTo>
                    <a:cubicBezTo>
                      <a:pt x="6078" y="7143"/>
                      <a:pt x="6083" y="7128"/>
                      <a:pt x="6096" y="7122"/>
                    </a:cubicBezTo>
                    <a:cubicBezTo>
                      <a:pt x="6108" y="7116"/>
                      <a:pt x="6123" y="7122"/>
                      <a:pt x="6129" y="7135"/>
                    </a:cubicBezTo>
                    <a:lnTo>
                      <a:pt x="6129" y="7135"/>
                    </a:lnTo>
                    <a:cubicBezTo>
                      <a:pt x="6135" y="7147"/>
                      <a:pt x="6129" y="7162"/>
                      <a:pt x="6117" y="7168"/>
                    </a:cubicBezTo>
                    <a:cubicBezTo>
                      <a:pt x="6104" y="7173"/>
                      <a:pt x="6089" y="7168"/>
                      <a:pt x="6084" y="7155"/>
                    </a:cubicBezTo>
                    <a:close/>
                    <a:moveTo>
                      <a:pt x="6041" y="7065"/>
                    </a:moveTo>
                    <a:lnTo>
                      <a:pt x="6041" y="7065"/>
                    </a:lnTo>
                    <a:cubicBezTo>
                      <a:pt x="6036" y="7052"/>
                      <a:pt x="6041" y="7037"/>
                      <a:pt x="6054" y="7031"/>
                    </a:cubicBezTo>
                    <a:cubicBezTo>
                      <a:pt x="6066" y="7026"/>
                      <a:pt x="6081" y="7031"/>
                      <a:pt x="6087" y="7044"/>
                    </a:cubicBezTo>
                    <a:lnTo>
                      <a:pt x="6087" y="7044"/>
                    </a:lnTo>
                    <a:cubicBezTo>
                      <a:pt x="6093" y="7056"/>
                      <a:pt x="6087" y="7071"/>
                      <a:pt x="6074" y="7077"/>
                    </a:cubicBezTo>
                    <a:cubicBezTo>
                      <a:pt x="6062" y="7083"/>
                      <a:pt x="6047" y="7077"/>
                      <a:pt x="6041" y="7065"/>
                    </a:cubicBezTo>
                    <a:close/>
                    <a:moveTo>
                      <a:pt x="5999" y="6974"/>
                    </a:moveTo>
                    <a:lnTo>
                      <a:pt x="5999" y="6974"/>
                    </a:lnTo>
                    <a:cubicBezTo>
                      <a:pt x="5993" y="6961"/>
                      <a:pt x="5999" y="6947"/>
                      <a:pt x="6011" y="6941"/>
                    </a:cubicBezTo>
                    <a:cubicBezTo>
                      <a:pt x="6024" y="6935"/>
                      <a:pt x="6039" y="6941"/>
                      <a:pt x="6045" y="6953"/>
                    </a:cubicBezTo>
                    <a:lnTo>
                      <a:pt x="6045" y="6953"/>
                    </a:lnTo>
                    <a:cubicBezTo>
                      <a:pt x="6050" y="6966"/>
                      <a:pt x="6045" y="6981"/>
                      <a:pt x="6032" y="6986"/>
                    </a:cubicBezTo>
                    <a:cubicBezTo>
                      <a:pt x="6020" y="6992"/>
                      <a:pt x="6005" y="6987"/>
                      <a:pt x="5999" y="6974"/>
                    </a:cubicBezTo>
                    <a:close/>
                    <a:moveTo>
                      <a:pt x="5957" y="6883"/>
                    </a:moveTo>
                    <a:lnTo>
                      <a:pt x="5957" y="6883"/>
                    </a:lnTo>
                    <a:cubicBezTo>
                      <a:pt x="5951" y="6871"/>
                      <a:pt x="5957" y="6856"/>
                      <a:pt x="5969" y="6850"/>
                    </a:cubicBezTo>
                    <a:cubicBezTo>
                      <a:pt x="5982" y="6844"/>
                      <a:pt x="5997" y="6850"/>
                      <a:pt x="6002" y="6862"/>
                    </a:cubicBezTo>
                    <a:lnTo>
                      <a:pt x="6002" y="6862"/>
                    </a:lnTo>
                    <a:cubicBezTo>
                      <a:pt x="6008" y="6875"/>
                      <a:pt x="6003" y="6890"/>
                      <a:pt x="5990" y="6896"/>
                    </a:cubicBezTo>
                    <a:cubicBezTo>
                      <a:pt x="5978" y="6901"/>
                      <a:pt x="5963" y="6896"/>
                      <a:pt x="5957" y="6883"/>
                    </a:cubicBezTo>
                    <a:close/>
                    <a:moveTo>
                      <a:pt x="5915" y="6792"/>
                    </a:moveTo>
                    <a:lnTo>
                      <a:pt x="5915" y="6792"/>
                    </a:lnTo>
                    <a:cubicBezTo>
                      <a:pt x="5909" y="6780"/>
                      <a:pt x="5915" y="6765"/>
                      <a:pt x="5927" y="6759"/>
                    </a:cubicBezTo>
                    <a:cubicBezTo>
                      <a:pt x="5940" y="6754"/>
                      <a:pt x="5955" y="6759"/>
                      <a:pt x="5960" y="6772"/>
                    </a:cubicBezTo>
                    <a:lnTo>
                      <a:pt x="5960" y="6772"/>
                    </a:lnTo>
                    <a:cubicBezTo>
                      <a:pt x="5966" y="6784"/>
                      <a:pt x="5961" y="6799"/>
                      <a:pt x="5948" y="6805"/>
                    </a:cubicBezTo>
                    <a:cubicBezTo>
                      <a:pt x="5935" y="6811"/>
                      <a:pt x="5921" y="6805"/>
                      <a:pt x="5915" y="6792"/>
                    </a:cubicBezTo>
                    <a:close/>
                    <a:moveTo>
                      <a:pt x="5873" y="6702"/>
                    </a:moveTo>
                    <a:lnTo>
                      <a:pt x="5873" y="6702"/>
                    </a:lnTo>
                    <a:cubicBezTo>
                      <a:pt x="5867" y="6689"/>
                      <a:pt x="5872" y="6674"/>
                      <a:pt x="5885" y="6669"/>
                    </a:cubicBezTo>
                    <a:cubicBezTo>
                      <a:pt x="5898" y="6663"/>
                      <a:pt x="5912" y="6668"/>
                      <a:pt x="5918" y="6681"/>
                    </a:cubicBezTo>
                    <a:lnTo>
                      <a:pt x="5918" y="6681"/>
                    </a:lnTo>
                    <a:cubicBezTo>
                      <a:pt x="5924" y="6693"/>
                      <a:pt x="5918" y="6708"/>
                      <a:pt x="5906" y="6714"/>
                    </a:cubicBezTo>
                    <a:cubicBezTo>
                      <a:pt x="5893" y="6720"/>
                      <a:pt x="5878" y="6714"/>
                      <a:pt x="5873" y="6702"/>
                    </a:cubicBezTo>
                    <a:close/>
                    <a:moveTo>
                      <a:pt x="5831" y="6611"/>
                    </a:moveTo>
                    <a:lnTo>
                      <a:pt x="5830" y="6611"/>
                    </a:lnTo>
                    <a:cubicBezTo>
                      <a:pt x="5825" y="6598"/>
                      <a:pt x="5830" y="6584"/>
                      <a:pt x="5843" y="6578"/>
                    </a:cubicBezTo>
                    <a:cubicBezTo>
                      <a:pt x="5855" y="6572"/>
                      <a:pt x="5870" y="6578"/>
                      <a:pt x="5876" y="6590"/>
                    </a:cubicBezTo>
                    <a:lnTo>
                      <a:pt x="5876" y="6590"/>
                    </a:lnTo>
                    <a:cubicBezTo>
                      <a:pt x="5882" y="6603"/>
                      <a:pt x="5876" y="6618"/>
                      <a:pt x="5864" y="6623"/>
                    </a:cubicBezTo>
                    <a:cubicBezTo>
                      <a:pt x="5851" y="6629"/>
                      <a:pt x="5836" y="6624"/>
                      <a:pt x="5831" y="6611"/>
                    </a:cubicBezTo>
                    <a:close/>
                    <a:moveTo>
                      <a:pt x="5788" y="6520"/>
                    </a:moveTo>
                    <a:lnTo>
                      <a:pt x="5788" y="6520"/>
                    </a:lnTo>
                    <a:cubicBezTo>
                      <a:pt x="5783" y="6508"/>
                      <a:pt x="5788" y="6493"/>
                      <a:pt x="5801" y="6487"/>
                    </a:cubicBezTo>
                    <a:cubicBezTo>
                      <a:pt x="5813" y="6481"/>
                      <a:pt x="5828" y="6487"/>
                      <a:pt x="5834" y="6499"/>
                    </a:cubicBezTo>
                    <a:lnTo>
                      <a:pt x="5834" y="6499"/>
                    </a:lnTo>
                    <a:cubicBezTo>
                      <a:pt x="5840" y="6512"/>
                      <a:pt x="5834" y="6527"/>
                      <a:pt x="5821" y="6533"/>
                    </a:cubicBezTo>
                    <a:cubicBezTo>
                      <a:pt x="5809" y="6538"/>
                      <a:pt x="5794" y="6533"/>
                      <a:pt x="5788" y="6520"/>
                    </a:cubicBezTo>
                    <a:close/>
                    <a:moveTo>
                      <a:pt x="5746" y="6430"/>
                    </a:moveTo>
                    <a:lnTo>
                      <a:pt x="5746" y="6430"/>
                    </a:lnTo>
                    <a:cubicBezTo>
                      <a:pt x="5740" y="6417"/>
                      <a:pt x="5746" y="6402"/>
                      <a:pt x="5758" y="6396"/>
                    </a:cubicBezTo>
                    <a:cubicBezTo>
                      <a:pt x="5771" y="6391"/>
                      <a:pt x="5786" y="6396"/>
                      <a:pt x="5792" y="6409"/>
                    </a:cubicBezTo>
                    <a:lnTo>
                      <a:pt x="5792" y="6409"/>
                    </a:lnTo>
                    <a:cubicBezTo>
                      <a:pt x="5797" y="6421"/>
                      <a:pt x="5792" y="6436"/>
                      <a:pt x="5779" y="6442"/>
                    </a:cubicBezTo>
                    <a:cubicBezTo>
                      <a:pt x="5767" y="6448"/>
                      <a:pt x="5752" y="6442"/>
                      <a:pt x="5746" y="6430"/>
                    </a:cubicBezTo>
                    <a:close/>
                    <a:moveTo>
                      <a:pt x="5704" y="6339"/>
                    </a:moveTo>
                    <a:lnTo>
                      <a:pt x="5704" y="6339"/>
                    </a:lnTo>
                    <a:cubicBezTo>
                      <a:pt x="5698" y="6326"/>
                      <a:pt x="5704" y="6312"/>
                      <a:pt x="5716" y="6306"/>
                    </a:cubicBezTo>
                    <a:cubicBezTo>
                      <a:pt x="5729" y="6300"/>
                      <a:pt x="5744" y="6305"/>
                      <a:pt x="5749" y="6318"/>
                    </a:cubicBezTo>
                    <a:lnTo>
                      <a:pt x="5749" y="6318"/>
                    </a:lnTo>
                    <a:cubicBezTo>
                      <a:pt x="5755" y="6330"/>
                      <a:pt x="5750" y="6345"/>
                      <a:pt x="5737" y="6351"/>
                    </a:cubicBezTo>
                    <a:cubicBezTo>
                      <a:pt x="5725" y="6357"/>
                      <a:pt x="5710" y="6352"/>
                      <a:pt x="5704" y="6339"/>
                    </a:cubicBezTo>
                    <a:close/>
                    <a:moveTo>
                      <a:pt x="5662" y="6248"/>
                    </a:moveTo>
                    <a:lnTo>
                      <a:pt x="5662" y="6248"/>
                    </a:lnTo>
                    <a:cubicBezTo>
                      <a:pt x="5656" y="6236"/>
                      <a:pt x="5661" y="6221"/>
                      <a:pt x="5674" y="6215"/>
                    </a:cubicBezTo>
                    <a:cubicBezTo>
                      <a:pt x="5686" y="6209"/>
                      <a:pt x="5701" y="6215"/>
                      <a:pt x="5707" y="6227"/>
                    </a:cubicBezTo>
                    <a:lnTo>
                      <a:pt x="5707" y="6227"/>
                    </a:lnTo>
                    <a:cubicBezTo>
                      <a:pt x="5713" y="6240"/>
                      <a:pt x="5708" y="6254"/>
                      <a:pt x="5695" y="6260"/>
                    </a:cubicBezTo>
                    <a:cubicBezTo>
                      <a:pt x="5683" y="6266"/>
                      <a:pt x="5668" y="6261"/>
                      <a:pt x="5662" y="6248"/>
                    </a:cubicBezTo>
                    <a:close/>
                    <a:moveTo>
                      <a:pt x="5620" y="6158"/>
                    </a:moveTo>
                    <a:lnTo>
                      <a:pt x="5620" y="6157"/>
                    </a:lnTo>
                    <a:cubicBezTo>
                      <a:pt x="5614" y="6145"/>
                      <a:pt x="5619" y="6130"/>
                      <a:pt x="5632" y="6124"/>
                    </a:cubicBezTo>
                    <a:cubicBezTo>
                      <a:pt x="5644" y="6118"/>
                      <a:pt x="5659" y="6124"/>
                      <a:pt x="5665" y="6136"/>
                    </a:cubicBezTo>
                    <a:lnTo>
                      <a:pt x="5665" y="6136"/>
                    </a:lnTo>
                    <a:cubicBezTo>
                      <a:pt x="5671" y="6149"/>
                      <a:pt x="5666" y="6164"/>
                      <a:pt x="5653" y="6170"/>
                    </a:cubicBezTo>
                    <a:cubicBezTo>
                      <a:pt x="5641" y="6175"/>
                      <a:pt x="5626" y="6170"/>
                      <a:pt x="5620" y="6158"/>
                    </a:cubicBezTo>
                    <a:close/>
                    <a:moveTo>
                      <a:pt x="5578" y="6067"/>
                    </a:moveTo>
                    <a:lnTo>
                      <a:pt x="5578" y="6067"/>
                    </a:lnTo>
                    <a:cubicBezTo>
                      <a:pt x="5572" y="6054"/>
                      <a:pt x="5577" y="6039"/>
                      <a:pt x="5590" y="6034"/>
                    </a:cubicBezTo>
                    <a:cubicBezTo>
                      <a:pt x="5602" y="6028"/>
                      <a:pt x="5617" y="6033"/>
                      <a:pt x="5623" y="6046"/>
                    </a:cubicBezTo>
                    <a:lnTo>
                      <a:pt x="5623" y="6046"/>
                    </a:lnTo>
                    <a:cubicBezTo>
                      <a:pt x="5629" y="6058"/>
                      <a:pt x="5623" y="6073"/>
                      <a:pt x="5611" y="6079"/>
                    </a:cubicBezTo>
                    <a:cubicBezTo>
                      <a:pt x="5598" y="6085"/>
                      <a:pt x="5583" y="6079"/>
                      <a:pt x="5578" y="6067"/>
                    </a:cubicBezTo>
                    <a:close/>
                    <a:moveTo>
                      <a:pt x="5535" y="5976"/>
                    </a:moveTo>
                    <a:lnTo>
                      <a:pt x="5535" y="5976"/>
                    </a:lnTo>
                    <a:cubicBezTo>
                      <a:pt x="5530" y="5964"/>
                      <a:pt x="5535" y="5949"/>
                      <a:pt x="5547" y="5943"/>
                    </a:cubicBezTo>
                    <a:cubicBezTo>
                      <a:pt x="5560" y="5937"/>
                      <a:pt x="5575" y="5942"/>
                      <a:pt x="5581" y="5955"/>
                    </a:cubicBezTo>
                    <a:lnTo>
                      <a:pt x="5581" y="5955"/>
                    </a:lnTo>
                    <a:cubicBezTo>
                      <a:pt x="5587" y="5967"/>
                      <a:pt x="5581" y="5982"/>
                      <a:pt x="5569" y="5988"/>
                    </a:cubicBezTo>
                    <a:cubicBezTo>
                      <a:pt x="5556" y="5994"/>
                      <a:pt x="5541" y="5989"/>
                      <a:pt x="5535" y="5976"/>
                    </a:cubicBezTo>
                    <a:close/>
                    <a:moveTo>
                      <a:pt x="5493" y="5885"/>
                    </a:moveTo>
                    <a:lnTo>
                      <a:pt x="5493" y="5885"/>
                    </a:lnTo>
                    <a:cubicBezTo>
                      <a:pt x="5487" y="5873"/>
                      <a:pt x="5493" y="5858"/>
                      <a:pt x="5505" y="5852"/>
                    </a:cubicBezTo>
                    <a:cubicBezTo>
                      <a:pt x="5518" y="5846"/>
                      <a:pt x="5533" y="5852"/>
                      <a:pt x="5539" y="5864"/>
                    </a:cubicBezTo>
                    <a:lnTo>
                      <a:pt x="5539" y="5864"/>
                    </a:lnTo>
                    <a:cubicBezTo>
                      <a:pt x="5544" y="5877"/>
                      <a:pt x="5539" y="5892"/>
                      <a:pt x="5527" y="5897"/>
                    </a:cubicBezTo>
                    <a:cubicBezTo>
                      <a:pt x="5514" y="5903"/>
                      <a:pt x="5499" y="5898"/>
                      <a:pt x="5493" y="5885"/>
                    </a:cubicBezTo>
                    <a:close/>
                    <a:moveTo>
                      <a:pt x="5451" y="5795"/>
                    </a:moveTo>
                    <a:lnTo>
                      <a:pt x="5451" y="5795"/>
                    </a:lnTo>
                    <a:cubicBezTo>
                      <a:pt x="5445" y="5782"/>
                      <a:pt x="5451" y="5767"/>
                      <a:pt x="5463" y="5761"/>
                    </a:cubicBezTo>
                    <a:cubicBezTo>
                      <a:pt x="5476" y="5755"/>
                      <a:pt x="5491" y="5761"/>
                      <a:pt x="5496" y="5773"/>
                    </a:cubicBezTo>
                    <a:lnTo>
                      <a:pt x="5496" y="5773"/>
                    </a:lnTo>
                    <a:cubicBezTo>
                      <a:pt x="5502" y="5786"/>
                      <a:pt x="5497" y="5801"/>
                      <a:pt x="5484" y="5807"/>
                    </a:cubicBezTo>
                    <a:cubicBezTo>
                      <a:pt x="5472" y="5813"/>
                      <a:pt x="5457" y="5807"/>
                      <a:pt x="5451" y="5795"/>
                    </a:cubicBezTo>
                    <a:close/>
                    <a:moveTo>
                      <a:pt x="5409" y="5704"/>
                    </a:moveTo>
                    <a:lnTo>
                      <a:pt x="5409" y="5704"/>
                    </a:lnTo>
                    <a:cubicBezTo>
                      <a:pt x="5403" y="5691"/>
                      <a:pt x="5408" y="5676"/>
                      <a:pt x="5421" y="5671"/>
                    </a:cubicBezTo>
                    <a:cubicBezTo>
                      <a:pt x="5433" y="5665"/>
                      <a:pt x="5448" y="5670"/>
                      <a:pt x="5454" y="5683"/>
                    </a:cubicBezTo>
                    <a:lnTo>
                      <a:pt x="5454" y="5683"/>
                    </a:lnTo>
                    <a:cubicBezTo>
                      <a:pt x="5460" y="5695"/>
                      <a:pt x="5455" y="5710"/>
                      <a:pt x="5442" y="5716"/>
                    </a:cubicBezTo>
                    <a:cubicBezTo>
                      <a:pt x="5430" y="5722"/>
                      <a:pt x="5415" y="5716"/>
                      <a:pt x="5409" y="5704"/>
                    </a:cubicBezTo>
                    <a:close/>
                    <a:moveTo>
                      <a:pt x="5367" y="5613"/>
                    </a:moveTo>
                    <a:lnTo>
                      <a:pt x="5367" y="5613"/>
                    </a:lnTo>
                    <a:cubicBezTo>
                      <a:pt x="5361" y="5601"/>
                      <a:pt x="5366" y="5586"/>
                      <a:pt x="5379" y="5580"/>
                    </a:cubicBezTo>
                    <a:cubicBezTo>
                      <a:pt x="5391" y="5574"/>
                      <a:pt x="5406" y="5579"/>
                      <a:pt x="5412" y="5592"/>
                    </a:cubicBezTo>
                    <a:lnTo>
                      <a:pt x="5412" y="5592"/>
                    </a:lnTo>
                    <a:cubicBezTo>
                      <a:pt x="5418" y="5604"/>
                      <a:pt x="5413" y="5619"/>
                      <a:pt x="5400" y="5625"/>
                    </a:cubicBezTo>
                    <a:cubicBezTo>
                      <a:pt x="5388" y="5631"/>
                      <a:pt x="5373" y="5626"/>
                      <a:pt x="5367" y="5613"/>
                    </a:cubicBezTo>
                    <a:close/>
                    <a:moveTo>
                      <a:pt x="5325" y="5522"/>
                    </a:moveTo>
                    <a:lnTo>
                      <a:pt x="5325" y="5522"/>
                    </a:lnTo>
                    <a:cubicBezTo>
                      <a:pt x="5319" y="5510"/>
                      <a:pt x="5324" y="5495"/>
                      <a:pt x="5337" y="5489"/>
                    </a:cubicBezTo>
                    <a:cubicBezTo>
                      <a:pt x="5349" y="5483"/>
                      <a:pt x="5364" y="5489"/>
                      <a:pt x="5370" y="5501"/>
                    </a:cubicBezTo>
                    <a:lnTo>
                      <a:pt x="5370" y="5501"/>
                    </a:lnTo>
                    <a:cubicBezTo>
                      <a:pt x="5376" y="5514"/>
                      <a:pt x="5370" y="5529"/>
                      <a:pt x="5358" y="5534"/>
                    </a:cubicBezTo>
                    <a:cubicBezTo>
                      <a:pt x="5345" y="5540"/>
                      <a:pt x="5330" y="5535"/>
                      <a:pt x="5325" y="5522"/>
                    </a:cubicBezTo>
                    <a:close/>
                    <a:moveTo>
                      <a:pt x="5282" y="5432"/>
                    </a:moveTo>
                    <a:lnTo>
                      <a:pt x="5282" y="5432"/>
                    </a:lnTo>
                    <a:cubicBezTo>
                      <a:pt x="5277" y="5419"/>
                      <a:pt x="5282" y="5404"/>
                      <a:pt x="5294" y="5398"/>
                    </a:cubicBezTo>
                    <a:cubicBezTo>
                      <a:pt x="5307" y="5393"/>
                      <a:pt x="5322" y="5398"/>
                      <a:pt x="5328" y="5410"/>
                    </a:cubicBezTo>
                    <a:lnTo>
                      <a:pt x="5328" y="5410"/>
                    </a:lnTo>
                    <a:cubicBezTo>
                      <a:pt x="5334" y="5423"/>
                      <a:pt x="5328" y="5438"/>
                      <a:pt x="5316" y="5444"/>
                    </a:cubicBezTo>
                    <a:cubicBezTo>
                      <a:pt x="5303" y="5450"/>
                      <a:pt x="5288" y="5444"/>
                      <a:pt x="5282" y="5432"/>
                    </a:cubicBezTo>
                    <a:close/>
                    <a:moveTo>
                      <a:pt x="5240" y="5341"/>
                    </a:moveTo>
                    <a:lnTo>
                      <a:pt x="5240" y="5341"/>
                    </a:lnTo>
                    <a:cubicBezTo>
                      <a:pt x="5234" y="5328"/>
                      <a:pt x="5240" y="5314"/>
                      <a:pt x="5252" y="5308"/>
                    </a:cubicBezTo>
                    <a:cubicBezTo>
                      <a:pt x="5265" y="5302"/>
                      <a:pt x="5280" y="5307"/>
                      <a:pt x="5286" y="5320"/>
                    </a:cubicBezTo>
                    <a:lnTo>
                      <a:pt x="5286" y="5320"/>
                    </a:lnTo>
                    <a:cubicBezTo>
                      <a:pt x="5291" y="5332"/>
                      <a:pt x="5286" y="5347"/>
                      <a:pt x="5274" y="5353"/>
                    </a:cubicBezTo>
                    <a:cubicBezTo>
                      <a:pt x="5261" y="5359"/>
                      <a:pt x="5246" y="5353"/>
                      <a:pt x="5240" y="5341"/>
                    </a:cubicBezTo>
                    <a:close/>
                    <a:moveTo>
                      <a:pt x="5198" y="5250"/>
                    </a:moveTo>
                    <a:lnTo>
                      <a:pt x="5198" y="5250"/>
                    </a:lnTo>
                    <a:cubicBezTo>
                      <a:pt x="5192" y="5238"/>
                      <a:pt x="5198" y="5223"/>
                      <a:pt x="5210" y="5217"/>
                    </a:cubicBezTo>
                    <a:cubicBezTo>
                      <a:pt x="5223" y="5211"/>
                      <a:pt x="5238" y="5216"/>
                      <a:pt x="5243" y="5229"/>
                    </a:cubicBezTo>
                    <a:lnTo>
                      <a:pt x="5243" y="5229"/>
                    </a:lnTo>
                    <a:cubicBezTo>
                      <a:pt x="5249" y="5242"/>
                      <a:pt x="5244" y="5256"/>
                      <a:pt x="5231" y="5262"/>
                    </a:cubicBezTo>
                    <a:cubicBezTo>
                      <a:pt x="5219" y="5268"/>
                      <a:pt x="5204" y="5263"/>
                      <a:pt x="5198" y="5250"/>
                    </a:cubicBezTo>
                    <a:close/>
                    <a:moveTo>
                      <a:pt x="5156" y="5159"/>
                    </a:moveTo>
                    <a:lnTo>
                      <a:pt x="5156" y="5159"/>
                    </a:lnTo>
                    <a:cubicBezTo>
                      <a:pt x="5150" y="5147"/>
                      <a:pt x="5155" y="5132"/>
                      <a:pt x="5168" y="5126"/>
                    </a:cubicBezTo>
                    <a:cubicBezTo>
                      <a:pt x="5180" y="5120"/>
                      <a:pt x="5195" y="5126"/>
                      <a:pt x="5201" y="5138"/>
                    </a:cubicBezTo>
                    <a:lnTo>
                      <a:pt x="5201" y="5138"/>
                    </a:lnTo>
                    <a:cubicBezTo>
                      <a:pt x="5207" y="5151"/>
                      <a:pt x="5202" y="5166"/>
                      <a:pt x="5189" y="5172"/>
                    </a:cubicBezTo>
                    <a:cubicBezTo>
                      <a:pt x="5177" y="5177"/>
                      <a:pt x="5162" y="5172"/>
                      <a:pt x="5156" y="5159"/>
                    </a:cubicBezTo>
                    <a:close/>
                    <a:moveTo>
                      <a:pt x="5114" y="5069"/>
                    </a:moveTo>
                    <a:lnTo>
                      <a:pt x="5114" y="5069"/>
                    </a:lnTo>
                    <a:cubicBezTo>
                      <a:pt x="5108" y="5056"/>
                      <a:pt x="5113" y="5041"/>
                      <a:pt x="5126" y="5035"/>
                    </a:cubicBezTo>
                    <a:cubicBezTo>
                      <a:pt x="5138" y="5030"/>
                      <a:pt x="5153" y="5035"/>
                      <a:pt x="5159" y="5048"/>
                    </a:cubicBezTo>
                    <a:lnTo>
                      <a:pt x="5159" y="5048"/>
                    </a:lnTo>
                    <a:cubicBezTo>
                      <a:pt x="5165" y="5060"/>
                      <a:pt x="5160" y="5075"/>
                      <a:pt x="5147" y="5081"/>
                    </a:cubicBezTo>
                    <a:cubicBezTo>
                      <a:pt x="5135" y="5087"/>
                      <a:pt x="5120" y="5081"/>
                      <a:pt x="5114" y="5069"/>
                    </a:cubicBezTo>
                    <a:close/>
                    <a:moveTo>
                      <a:pt x="5072" y="4978"/>
                    </a:moveTo>
                    <a:lnTo>
                      <a:pt x="5072" y="4978"/>
                    </a:lnTo>
                    <a:cubicBezTo>
                      <a:pt x="5066" y="4965"/>
                      <a:pt x="5071" y="4951"/>
                      <a:pt x="5084" y="4945"/>
                    </a:cubicBezTo>
                    <a:cubicBezTo>
                      <a:pt x="5096" y="4939"/>
                      <a:pt x="5111" y="4944"/>
                      <a:pt x="5117" y="4957"/>
                    </a:cubicBezTo>
                    <a:lnTo>
                      <a:pt x="5117" y="4957"/>
                    </a:lnTo>
                    <a:cubicBezTo>
                      <a:pt x="5123" y="4969"/>
                      <a:pt x="5117" y="4984"/>
                      <a:pt x="5105" y="4990"/>
                    </a:cubicBezTo>
                    <a:cubicBezTo>
                      <a:pt x="5092" y="4996"/>
                      <a:pt x="5077" y="4991"/>
                      <a:pt x="5072" y="4978"/>
                    </a:cubicBezTo>
                    <a:close/>
                    <a:moveTo>
                      <a:pt x="5029" y="4887"/>
                    </a:moveTo>
                    <a:lnTo>
                      <a:pt x="5029" y="4887"/>
                    </a:lnTo>
                    <a:cubicBezTo>
                      <a:pt x="5024" y="4875"/>
                      <a:pt x="5029" y="4860"/>
                      <a:pt x="5041" y="4854"/>
                    </a:cubicBezTo>
                    <a:cubicBezTo>
                      <a:pt x="5054" y="4848"/>
                      <a:pt x="5069" y="4854"/>
                      <a:pt x="5075" y="4866"/>
                    </a:cubicBezTo>
                    <a:lnTo>
                      <a:pt x="5075" y="4866"/>
                    </a:lnTo>
                    <a:cubicBezTo>
                      <a:pt x="5081" y="4879"/>
                      <a:pt x="5075" y="4893"/>
                      <a:pt x="5063" y="4899"/>
                    </a:cubicBezTo>
                    <a:cubicBezTo>
                      <a:pt x="5050" y="4905"/>
                      <a:pt x="5035" y="4900"/>
                      <a:pt x="5029" y="4887"/>
                    </a:cubicBezTo>
                    <a:close/>
                    <a:moveTo>
                      <a:pt x="4987" y="4797"/>
                    </a:moveTo>
                    <a:lnTo>
                      <a:pt x="4987" y="4797"/>
                    </a:lnTo>
                    <a:cubicBezTo>
                      <a:pt x="4981" y="4784"/>
                      <a:pt x="4987" y="4769"/>
                      <a:pt x="4999" y="4763"/>
                    </a:cubicBezTo>
                    <a:cubicBezTo>
                      <a:pt x="5012" y="4757"/>
                      <a:pt x="5027" y="4763"/>
                      <a:pt x="5033" y="4775"/>
                    </a:cubicBezTo>
                    <a:lnTo>
                      <a:pt x="5033" y="4775"/>
                    </a:lnTo>
                    <a:cubicBezTo>
                      <a:pt x="5038" y="4788"/>
                      <a:pt x="5033" y="4803"/>
                      <a:pt x="5021" y="4809"/>
                    </a:cubicBezTo>
                    <a:cubicBezTo>
                      <a:pt x="5008" y="4814"/>
                      <a:pt x="4993" y="4809"/>
                      <a:pt x="4987" y="4797"/>
                    </a:cubicBezTo>
                    <a:close/>
                    <a:moveTo>
                      <a:pt x="4945" y="4706"/>
                    </a:moveTo>
                    <a:lnTo>
                      <a:pt x="4945" y="4706"/>
                    </a:lnTo>
                    <a:cubicBezTo>
                      <a:pt x="4939" y="4693"/>
                      <a:pt x="4945" y="4678"/>
                      <a:pt x="4957" y="4673"/>
                    </a:cubicBezTo>
                    <a:cubicBezTo>
                      <a:pt x="4970" y="4667"/>
                      <a:pt x="4985" y="4672"/>
                      <a:pt x="4990" y="4685"/>
                    </a:cubicBezTo>
                    <a:lnTo>
                      <a:pt x="4990" y="4685"/>
                    </a:lnTo>
                    <a:cubicBezTo>
                      <a:pt x="4996" y="4697"/>
                      <a:pt x="4991" y="4712"/>
                      <a:pt x="4978" y="4718"/>
                    </a:cubicBezTo>
                    <a:cubicBezTo>
                      <a:pt x="4966" y="4724"/>
                      <a:pt x="4951" y="4718"/>
                      <a:pt x="4945" y="4706"/>
                    </a:cubicBezTo>
                    <a:close/>
                    <a:moveTo>
                      <a:pt x="4903" y="4615"/>
                    </a:moveTo>
                    <a:lnTo>
                      <a:pt x="4903" y="4615"/>
                    </a:lnTo>
                    <a:cubicBezTo>
                      <a:pt x="4897" y="4603"/>
                      <a:pt x="4902" y="4588"/>
                      <a:pt x="4915" y="4582"/>
                    </a:cubicBezTo>
                    <a:cubicBezTo>
                      <a:pt x="4927" y="4576"/>
                      <a:pt x="4942" y="4581"/>
                      <a:pt x="4948" y="4594"/>
                    </a:cubicBezTo>
                    <a:lnTo>
                      <a:pt x="4948" y="4594"/>
                    </a:lnTo>
                    <a:cubicBezTo>
                      <a:pt x="4954" y="4606"/>
                      <a:pt x="4949" y="4621"/>
                      <a:pt x="4936" y="4627"/>
                    </a:cubicBezTo>
                    <a:cubicBezTo>
                      <a:pt x="4924" y="4633"/>
                      <a:pt x="4909" y="4628"/>
                      <a:pt x="4903" y="4615"/>
                    </a:cubicBezTo>
                    <a:close/>
                    <a:moveTo>
                      <a:pt x="4861" y="4524"/>
                    </a:moveTo>
                    <a:lnTo>
                      <a:pt x="4861" y="4524"/>
                    </a:lnTo>
                    <a:cubicBezTo>
                      <a:pt x="4855" y="4512"/>
                      <a:pt x="4860" y="4497"/>
                      <a:pt x="4873" y="4491"/>
                    </a:cubicBezTo>
                    <a:cubicBezTo>
                      <a:pt x="4885" y="4485"/>
                      <a:pt x="4900" y="4491"/>
                      <a:pt x="4906" y="4503"/>
                    </a:cubicBezTo>
                    <a:lnTo>
                      <a:pt x="4906" y="4503"/>
                    </a:lnTo>
                    <a:cubicBezTo>
                      <a:pt x="4912" y="4516"/>
                      <a:pt x="4907" y="4531"/>
                      <a:pt x="4894" y="4536"/>
                    </a:cubicBezTo>
                    <a:cubicBezTo>
                      <a:pt x="4882" y="4542"/>
                      <a:pt x="4867" y="4537"/>
                      <a:pt x="4861" y="4524"/>
                    </a:cubicBezTo>
                    <a:close/>
                    <a:moveTo>
                      <a:pt x="4819" y="4434"/>
                    </a:moveTo>
                    <a:lnTo>
                      <a:pt x="4819" y="4434"/>
                    </a:lnTo>
                    <a:cubicBezTo>
                      <a:pt x="4813" y="4421"/>
                      <a:pt x="4818" y="4406"/>
                      <a:pt x="4831" y="4400"/>
                    </a:cubicBezTo>
                    <a:cubicBezTo>
                      <a:pt x="4843" y="4395"/>
                      <a:pt x="4858" y="4400"/>
                      <a:pt x="4864" y="4412"/>
                    </a:cubicBezTo>
                    <a:lnTo>
                      <a:pt x="4864" y="4412"/>
                    </a:lnTo>
                    <a:cubicBezTo>
                      <a:pt x="4870" y="4425"/>
                      <a:pt x="4864" y="4440"/>
                      <a:pt x="4852" y="4446"/>
                    </a:cubicBezTo>
                    <a:cubicBezTo>
                      <a:pt x="4839" y="4452"/>
                      <a:pt x="4824" y="4446"/>
                      <a:pt x="4819" y="4434"/>
                    </a:cubicBezTo>
                    <a:close/>
                    <a:moveTo>
                      <a:pt x="4776" y="4343"/>
                    </a:moveTo>
                    <a:lnTo>
                      <a:pt x="4776" y="4343"/>
                    </a:lnTo>
                    <a:cubicBezTo>
                      <a:pt x="4771" y="4330"/>
                      <a:pt x="4776" y="4315"/>
                      <a:pt x="4788" y="4310"/>
                    </a:cubicBezTo>
                    <a:cubicBezTo>
                      <a:pt x="4801" y="4304"/>
                      <a:pt x="4816" y="4309"/>
                      <a:pt x="4822" y="4322"/>
                    </a:cubicBezTo>
                    <a:lnTo>
                      <a:pt x="4822" y="4322"/>
                    </a:lnTo>
                    <a:cubicBezTo>
                      <a:pt x="4828" y="4334"/>
                      <a:pt x="4822" y="4349"/>
                      <a:pt x="4810" y="4355"/>
                    </a:cubicBezTo>
                    <a:cubicBezTo>
                      <a:pt x="4797" y="4361"/>
                      <a:pt x="4782" y="4355"/>
                      <a:pt x="4776" y="4343"/>
                    </a:cubicBezTo>
                    <a:close/>
                    <a:moveTo>
                      <a:pt x="4734" y="4252"/>
                    </a:moveTo>
                    <a:lnTo>
                      <a:pt x="4734" y="4252"/>
                    </a:lnTo>
                    <a:cubicBezTo>
                      <a:pt x="4728" y="4240"/>
                      <a:pt x="4734" y="4225"/>
                      <a:pt x="4746" y="4219"/>
                    </a:cubicBezTo>
                    <a:cubicBezTo>
                      <a:pt x="4759" y="4213"/>
                      <a:pt x="4774" y="4218"/>
                      <a:pt x="4780" y="4231"/>
                    </a:cubicBezTo>
                    <a:lnTo>
                      <a:pt x="4780" y="4231"/>
                    </a:lnTo>
                    <a:cubicBezTo>
                      <a:pt x="4785" y="4243"/>
                      <a:pt x="4780" y="4258"/>
                      <a:pt x="4768" y="4264"/>
                    </a:cubicBezTo>
                    <a:cubicBezTo>
                      <a:pt x="4755" y="4270"/>
                      <a:pt x="4740" y="4265"/>
                      <a:pt x="4734" y="4252"/>
                    </a:cubicBezTo>
                    <a:close/>
                    <a:moveTo>
                      <a:pt x="4692" y="4161"/>
                    </a:moveTo>
                    <a:lnTo>
                      <a:pt x="4692" y="4161"/>
                    </a:lnTo>
                    <a:cubicBezTo>
                      <a:pt x="4686" y="4149"/>
                      <a:pt x="4692" y="4134"/>
                      <a:pt x="4704" y="4128"/>
                    </a:cubicBezTo>
                    <a:cubicBezTo>
                      <a:pt x="4717" y="4122"/>
                      <a:pt x="4732" y="4128"/>
                      <a:pt x="4737" y="4140"/>
                    </a:cubicBezTo>
                    <a:lnTo>
                      <a:pt x="4737" y="4140"/>
                    </a:lnTo>
                    <a:cubicBezTo>
                      <a:pt x="4743" y="4153"/>
                      <a:pt x="4738" y="4168"/>
                      <a:pt x="4725" y="4173"/>
                    </a:cubicBezTo>
                    <a:cubicBezTo>
                      <a:pt x="4713" y="4179"/>
                      <a:pt x="4698" y="4174"/>
                      <a:pt x="4692" y="4161"/>
                    </a:cubicBezTo>
                    <a:close/>
                    <a:moveTo>
                      <a:pt x="4650" y="4071"/>
                    </a:moveTo>
                    <a:lnTo>
                      <a:pt x="4650" y="4071"/>
                    </a:lnTo>
                    <a:cubicBezTo>
                      <a:pt x="4644" y="4058"/>
                      <a:pt x="4649" y="4043"/>
                      <a:pt x="4662" y="4037"/>
                    </a:cubicBezTo>
                    <a:cubicBezTo>
                      <a:pt x="4674" y="4032"/>
                      <a:pt x="4689" y="4037"/>
                      <a:pt x="4695" y="4049"/>
                    </a:cubicBezTo>
                    <a:lnTo>
                      <a:pt x="4695" y="4050"/>
                    </a:lnTo>
                    <a:cubicBezTo>
                      <a:pt x="4701" y="4062"/>
                      <a:pt x="4696" y="4077"/>
                      <a:pt x="4683" y="4083"/>
                    </a:cubicBezTo>
                    <a:cubicBezTo>
                      <a:pt x="4671" y="4089"/>
                      <a:pt x="4656" y="4083"/>
                      <a:pt x="4650" y="4071"/>
                    </a:cubicBezTo>
                    <a:close/>
                    <a:moveTo>
                      <a:pt x="4608" y="3980"/>
                    </a:moveTo>
                    <a:lnTo>
                      <a:pt x="4608" y="3980"/>
                    </a:lnTo>
                    <a:cubicBezTo>
                      <a:pt x="4602" y="3967"/>
                      <a:pt x="4607" y="3953"/>
                      <a:pt x="4620" y="3947"/>
                    </a:cubicBezTo>
                    <a:cubicBezTo>
                      <a:pt x="4632" y="3941"/>
                      <a:pt x="4647" y="3946"/>
                      <a:pt x="4653" y="3959"/>
                    </a:cubicBezTo>
                    <a:lnTo>
                      <a:pt x="4653" y="3959"/>
                    </a:lnTo>
                    <a:cubicBezTo>
                      <a:pt x="4659" y="3971"/>
                      <a:pt x="4654" y="3986"/>
                      <a:pt x="4641" y="3992"/>
                    </a:cubicBezTo>
                    <a:cubicBezTo>
                      <a:pt x="4629" y="3998"/>
                      <a:pt x="4614" y="3992"/>
                      <a:pt x="4608" y="3980"/>
                    </a:cubicBezTo>
                    <a:close/>
                    <a:moveTo>
                      <a:pt x="4566" y="3889"/>
                    </a:moveTo>
                    <a:lnTo>
                      <a:pt x="4566" y="3889"/>
                    </a:lnTo>
                    <a:cubicBezTo>
                      <a:pt x="4560" y="3877"/>
                      <a:pt x="4565" y="3862"/>
                      <a:pt x="4578" y="3856"/>
                    </a:cubicBezTo>
                    <a:cubicBezTo>
                      <a:pt x="4590" y="3850"/>
                      <a:pt x="4605" y="3856"/>
                      <a:pt x="4611" y="3868"/>
                    </a:cubicBezTo>
                    <a:lnTo>
                      <a:pt x="4611" y="3868"/>
                    </a:lnTo>
                    <a:cubicBezTo>
                      <a:pt x="4617" y="3881"/>
                      <a:pt x="4611" y="3895"/>
                      <a:pt x="4599" y="3901"/>
                    </a:cubicBezTo>
                    <a:cubicBezTo>
                      <a:pt x="4586" y="3907"/>
                      <a:pt x="4571" y="3902"/>
                      <a:pt x="4566" y="3889"/>
                    </a:cubicBezTo>
                    <a:close/>
                    <a:moveTo>
                      <a:pt x="4523" y="3799"/>
                    </a:moveTo>
                    <a:lnTo>
                      <a:pt x="4523" y="3798"/>
                    </a:lnTo>
                    <a:cubicBezTo>
                      <a:pt x="4518" y="3786"/>
                      <a:pt x="4523" y="3771"/>
                      <a:pt x="4535" y="3765"/>
                    </a:cubicBezTo>
                    <a:cubicBezTo>
                      <a:pt x="4548" y="3759"/>
                      <a:pt x="4563" y="3765"/>
                      <a:pt x="4569" y="3777"/>
                    </a:cubicBezTo>
                    <a:lnTo>
                      <a:pt x="4569" y="3777"/>
                    </a:lnTo>
                    <a:cubicBezTo>
                      <a:pt x="4575" y="3790"/>
                      <a:pt x="4569" y="3805"/>
                      <a:pt x="4557" y="3811"/>
                    </a:cubicBezTo>
                    <a:cubicBezTo>
                      <a:pt x="4544" y="3816"/>
                      <a:pt x="4529" y="3811"/>
                      <a:pt x="4523" y="3799"/>
                    </a:cubicBezTo>
                    <a:close/>
                    <a:moveTo>
                      <a:pt x="4481" y="3708"/>
                    </a:moveTo>
                    <a:lnTo>
                      <a:pt x="4481" y="3708"/>
                    </a:lnTo>
                    <a:cubicBezTo>
                      <a:pt x="4475" y="3695"/>
                      <a:pt x="4481" y="3680"/>
                      <a:pt x="4493" y="3675"/>
                    </a:cubicBezTo>
                    <a:cubicBezTo>
                      <a:pt x="4506" y="3669"/>
                      <a:pt x="4521" y="3674"/>
                      <a:pt x="4527" y="3687"/>
                    </a:cubicBezTo>
                    <a:lnTo>
                      <a:pt x="4527" y="3687"/>
                    </a:lnTo>
                    <a:cubicBezTo>
                      <a:pt x="4532" y="3699"/>
                      <a:pt x="4527" y="3714"/>
                      <a:pt x="4515" y="3720"/>
                    </a:cubicBezTo>
                    <a:cubicBezTo>
                      <a:pt x="4502" y="3726"/>
                      <a:pt x="4487" y="3720"/>
                      <a:pt x="4481" y="3708"/>
                    </a:cubicBezTo>
                    <a:close/>
                    <a:moveTo>
                      <a:pt x="4439" y="3617"/>
                    </a:moveTo>
                    <a:lnTo>
                      <a:pt x="4439" y="3617"/>
                    </a:lnTo>
                    <a:cubicBezTo>
                      <a:pt x="4433" y="3605"/>
                      <a:pt x="4439" y="3590"/>
                      <a:pt x="4451" y="3584"/>
                    </a:cubicBezTo>
                    <a:cubicBezTo>
                      <a:pt x="4464" y="3578"/>
                      <a:pt x="4479" y="3583"/>
                      <a:pt x="4484" y="3596"/>
                    </a:cubicBezTo>
                    <a:lnTo>
                      <a:pt x="4484" y="3596"/>
                    </a:lnTo>
                    <a:cubicBezTo>
                      <a:pt x="4490" y="3608"/>
                      <a:pt x="4485" y="3623"/>
                      <a:pt x="4472" y="3629"/>
                    </a:cubicBezTo>
                    <a:cubicBezTo>
                      <a:pt x="4460" y="3635"/>
                      <a:pt x="4445" y="3630"/>
                      <a:pt x="4439" y="3617"/>
                    </a:cubicBezTo>
                    <a:close/>
                    <a:moveTo>
                      <a:pt x="4397" y="3526"/>
                    </a:moveTo>
                    <a:lnTo>
                      <a:pt x="4397" y="3526"/>
                    </a:lnTo>
                    <a:cubicBezTo>
                      <a:pt x="4391" y="3514"/>
                      <a:pt x="4396" y="3499"/>
                      <a:pt x="4409" y="3493"/>
                    </a:cubicBezTo>
                    <a:cubicBezTo>
                      <a:pt x="4421" y="3487"/>
                      <a:pt x="4436" y="3493"/>
                      <a:pt x="4442" y="3505"/>
                    </a:cubicBezTo>
                    <a:lnTo>
                      <a:pt x="4442" y="3505"/>
                    </a:lnTo>
                    <a:cubicBezTo>
                      <a:pt x="4448" y="3518"/>
                      <a:pt x="4443" y="3533"/>
                      <a:pt x="4430" y="3538"/>
                    </a:cubicBezTo>
                    <a:cubicBezTo>
                      <a:pt x="4418" y="3544"/>
                      <a:pt x="4403" y="3539"/>
                      <a:pt x="4397" y="3526"/>
                    </a:cubicBezTo>
                    <a:close/>
                    <a:moveTo>
                      <a:pt x="4355" y="3436"/>
                    </a:moveTo>
                    <a:lnTo>
                      <a:pt x="4355" y="3436"/>
                    </a:lnTo>
                    <a:cubicBezTo>
                      <a:pt x="4349" y="3423"/>
                      <a:pt x="4354" y="3408"/>
                      <a:pt x="4367" y="3402"/>
                    </a:cubicBezTo>
                    <a:cubicBezTo>
                      <a:pt x="4379" y="3396"/>
                      <a:pt x="4394" y="3402"/>
                      <a:pt x="4400" y="3414"/>
                    </a:cubicBezTo>
                    <a:lnTo>
                      <a:pt x="4400" y="3414"/>
                    </a:lnTo>
                    <a:cubicBezTo>
                      <a:pt x="4406" y="3427"/>
                      <a:pt x="4401" y="3442"/>
                      <a:pt x="4388" y="3448"/>
                    </a:cubicBezTo>
                    <a:cubicBezTo>
                      <a:pt x="4376" y="3453"/>
                      <a:pt x="4361" y="3448"/>
                      <a:pt x="4355" y="3436"/>
                    </a:cubicBezTo>
                    <a:close/>
                    <a:moveTo>
                      <a:pt x="4313" y="3345"/>
                    </a:moveTo>
                    <a:lnTo>
                      <a:pt x="4313" y="3345"/>
                    </a:lnTo>
                    <a:cubicBezTo>
                      <a:pt x="4307" y="3332"/>
                      <a:pt x="4312" y="3317"/>
                      <a:pt x="4325" y="3312"/>
                    </a:cubicBezTo>
                    <a:cubicBezTo>
                      <a:pt x="4337" y="3306"/>
                      <a:pt x="4352" y="3311"/>
                      <a:pt x="4358" y="3324"/>
                    </a:cubicBezTo>
                    <a:lnTo>
                      <a:pt x="4358" y="3324"/>
                    </a:lnTo>
                    <a:cubicBezTo>
                      <a:pt x="4364" y="3336"/>
                      <a:pt x="4358" y="3351"/>
                      <a:pt x="4346" y="3357"/>
                    </a:cubicBezTo>
                    <a:cubicBezTo>
                      <a:pt x="4333" y="3363"/>
                      <a:pt x="4318" y="3357"/>
                      <a:pt x="4313" y="3345"/>
                    </a:cubicBezTo>
                    <a:close/>
                    <a:moveTo>
                      <a:pt x="4270" y="3254"/>
                    </a:moveTo>
                    <a:lnTo>
                      <a:pt x="4270" y="3254"/>
                    </a:lnTo>
                    <a:cubicBezTo>
                      <a:pt x="4265" y="3242"/>
                      <a:pt x="4270" y="3227"/>
                      <a:pt x="4282" y="3221"/>
                    </a:cubicBezTo>
                    <a:cubicBezTo>
                      <a:pt x="4295" y="3215"/>
                      <a:pt x="4310" y="3220"/>
                      <a:pt x="4316" y="3233"/>
                    </a:cubicBezTo>
                    <a:lnTo>
                      <a:pt x="4316" y="3233"/>
                    </a:lnTo>
                    <a:cubicBezTo>
                      <a:pt x="4322" y="3245"/>
                      <a:pt x="4316" y="3260"/>
                      <a:pt x="4304" y="3266"/>
                    </a:cubicBezTo>
                    <a:cubicBezTo>
                      <a:pt x="4291" y="3272"/>
                      <a:pt x="4276" y="3267"/>
                      <a:pt x="4270" y="3254"/>
                    </a:cubicBezTo>
                    <a:close/>
                    <a:moveTo>
                      <a:pt x="4228" y="3163"/>
                    </a:moveTo>
                    <a:lnTo>
                      <a:pt x="4228" y="3163"/>
                    </a:lnTo>
                    <a:cubicBezTo>
                      <a:pt x="4222" y="3151"/>
                      <a:pt x="4228" y="3136"/>
                      <a:pt x="4240" y="3130"/>
                    </a:cubicBezTo>
                    <a:cubicBezTo>
                      <a:pt x="4253" y="3124"/>
                      <a:pt x="4268" y="3130"/>
                      <a:pt x="4274" y="3142"/>
                    </a:cubicBezTo>
                    <a:lnTo>
                      <a:pt x="4274" y="3142"/>
                    </a:lnTo>
                    <a:cubicBezTo>
                      <a:pt x="4279" y="3155"/>
                      <a:pt x="4274" y="3170"/>
                      <a:pt x="4262" y="3175"/>
                    </a:cubicBezTo>
                    <a:cubicBezTo>
                      <a:pt x="4249" y="3181"/>
                      <a:pt x="4234" y="3176"/>
                      <a:pt x="4228" y="3163"/>
                    </a:cubicBezTo>
                    <a:close/>
                    <a:moveTo>
                      <a:pt x="4186" y="3073"/>
                    </a:moveTo>
                    <a:lnTo>
                      <a:pt x="4186" y="3073"/>
                    </a:lnTo>
                    <a:cubicBezTo>
                      <a:pt x="4180" y="3060"/>
                      <a:pt x="4186" y="3045"/>
                      <a:pt x="4198" y="3039"/>
                    </a:cubicBezTo>
                    <a:cubicBezTo>
                      <a:pt x="4211" y="3034"/>
                      <a:pt x="4226" y="3039"/>
                      <a:pt x="4231" y="3051"/>
                    </a:cubicBezTo>
                    <a:lnTo>
                      <a:pt x="4231" y="3051"/>
                    </a:lnTo>
                    <a:cubicBezTo>
                      <a:pt x="4237" y="3064"/>
                      <a:pt x="4232" y="3079"/>
                      <a:pt x="4219" y="3085"/>
                    </a:cubicBezTo>
                    <a:cubicBezTo>
                      <a:pt x="4207" y="3091"/>
                      <a:pt x="4192" y="3085"/>
                      <a:pt x="4186" y="3073"/>
                    </a:cubicBezTo>
                    <a:close/>
                    <a:moveTo>
                      <a:pt x="4144" y="2982"/>
                    </a:moveTo>
                    <a:lnTo>
                      <a:pt x="4144" y="2982"/>
                    </a:lnTo>
                    <a:cubicBezTo>
                      <a:pt x="4138" y="2969"/>
                      <a:pt x="4143" y="2955"/>
                      <a:pt x="4156" y="2949"/>
                    </a:cubicBezTo>
                    <a:cubicBezTo>
                      <a:pt x="4168" y="2943"/>
                      <a:pt x="4183" y="2948"/>
                      <a:pt x="4189" y="2961"/>
                    </a:cubicBezTo>
                    <a:lnTo>
                      <a:pt x="4189" y="2961"/>
                    </a:lnTo>
                    <a:cubicBezTo>
                      <a:pt x="4195" y="2973"/>
                      <a:pt x="4190" y="2988"/>
                      <a:pt x="4177" y="2994"/>
                    </a:cubicBezTo>
                    <a:cubicBezTo>
                      <a:pt x="4165" y="3000"/>
                      <a:pt x="4150" y="2994"/>
                      <a:pt x="4144" y="2982"/>
                    </a:cubicBezTo>
                    <a:close/>
                    <a:moveTo>
                      <a:pt x="4102" y="2891"/>
                    </a:moveTo>
                    <a:lnTo>
                      <a:pt x="4102" y="2891"/>
                    </a:lnTo>
                    <a:cubicBezTo>
                      <a:pt x="4096" y="2879"/>
                      <a:pt x="4101" y="2864"/>
                      <a:pt x="4114" y="2858"/>
                    </a:cubicBezTo>
                    <a:cubicBezTo>
                      <a:pt x="4126" y="2852"/>
                      <a:pt x="4141" y="2857"/>
                      <a:pt x="4147" y="2870"/>
                    </a:cubicBezTo>
                    <a:lnTo>
                      <a:pt x="4147" y="2870"/>
                    </a:lnTo>
                    <a:cubicBezTo>
                      <a:pt x="4153" y="2883"/>
                      <a:pt x="4148" y="2897"/>
                      <a:pt x="4135" y="2903"/>
                    </a:cubicBezTo>
                    <a:cubicBezTo>
                      <a:pt x="4123" y="2909"/>
                      <a:pt x="4108" y="2904"/>
                      <a:pt x="4102" y="2891"/>
                    </a:cubicBezTo>
                    <a:close/>
                    <a:moveTo>
                      <a:pt x="4060" y="2800"/>
                    </a:moveTo>
                    <a:lnTo>
                      <a:pt x="4060" y="2800"/>
                    </a:lnTo>
                    <a:cubicBezTo>
                      <a:pt x="4054" y="2788"/>
                      <a:pt x="4059" y="2773"/>
                      <a:pt x="4072" y="2767"/>
                    </a:cubicBezTo>
                    <a:cubicBezTo>
                      <a:pt x="4084" y="2761"/>
                      <a:pt x="4099" y="2767"/>
                      <a:pt x="4105" y="2779"/>
                    </a:cubicBezTo>
                    <a:lnTo>
                      <a:pt x="4105" y="2779"/>
                    </a:lnTo>
                    <a:cubicBezTo>
                      <a:pt x="4111" y="2792"/>
                      <a:pt x="4105" y="2807"/>
                      <a:pt x="4093" y="2813"/>
                    </a:cubicBezTo>
                    <a:cubicBezTo>
                      <a:pt x="4080" y="2818"/>
                      <a:pt x="4065" y="2813"/>
                      <a:pt x="4060" y="2800"/>
                    </a:cubicBezTo>
                    <a:close/>
                    <a:moveTo>
                      <a:pt x="4017" y="2710"/>
                    </a:moveTo>
                    <a:lnTo>
                      <a:pt x="4017" y="2710"/>
                    </a:lnTo>
                    <a:cubicBezTo>
                      <a:pt x="4012" y="2697"/>
                      <a:pt x="4017" y="2682"/>
                      <a:pt x="4029" y="2676"/>
                    </a:cubicBezTo>
                    <a:cubicBezTo>
                      <a:pt x="4042" y="2671"/>
                      <a:pt x="4057" y="2676"/>
                      <a:pt x="4063" y="2689"/>
                    </a:cubicBezTo>
                    <a:lnTo>
                      <a:pt x="4063" y="2689"/>
                    </a:lnTo>
                    <a:cubicBezTo>
                      <a:pt x="4069" y="2701"/>
                      <a:pt x="4063" y="2716"/>
                      <a:pt x="4051" y="2722"/>
                    </a:cubicBezTo>
                    <a:cubicBezTo>
                      <a:pt x="4038" y="2728"/>
                      <a:pt x="4023" y="2722"/>
                      <a:pt x="4017" y="2710"/>
                    </a:cubicBezTo>
                    <a:close/>
                    <a:moveTo>
                      <a:pt x="3975" y="2619"/>
                    </a:moveTo>
                    <a:lnTo>
                      <a:pt x="3975" y="2619"/>
                    </a:lnTo>
                    <a:cubicBezTo>
                      <a:pt x="3969" y="2606"/>
                      <a:pt x="3975" y="2592"/>
                      <a:pt x="3987" y="2586"/>
                    </a:cubicBezTo>
                    <a:cubicBezTo>
                      <a:pt x="4000" y="2580"/>
                      <a:pt x="4015" y="2585"/>
                      <a:pt x="4021" y="2598"/>
                    </a:cubicBezTo>
                    <a:lnTo>
                      <a:pt x="4021" y="2598"/>
                    </a:lnTo>
                    <a:cubicBezTo>
                      <a:pt x="4026" y="2610"/>
                      <a:pt x="4021" y="2625"/>
                      <a:pt x="4009" y="2631"/>
                    </a:cubicBezTo>
                    <a:cubicBezTo>
                      <a:pt x="3996" y="2637"/>
                      <a:pt x="3981" y="2632"/>
                      <a:pt x="3975" y="2619"/>
                    </a:cubicBezTo>
                    <a:close/>
                    <a:moveTo>
                      <a:pt x="3933" y="2528"/>
                    </a:moveTo>
                    <a:lnTo>
                      <a:pt x="3933" y="2528"/>
                    </a:lnTo>
                    <a:cubicBezTo>
                      <a:pt x="3927" y="2516"/>
                      <a:pt x="3933" y="2501"/>
                      <a:pt x="3945" y="2495"/>
                    </a:cubicBezTo>
                    <a:cubicBezTo>
                      <a:pt x="3958" y="2489"/>
                      <a:pt x="3973" y="2495"/>
                      <a:pt x="3978" y="2507"/>
                    </a:cubicBezTo>
                    <a:lnTo>
                      <a:pt x="3978" y="2507"/>
                    </a:lnTo>
                    <a:cubicBezTo>
                      <a:pt x="3984" y="2520"/>
                      <a:pt x="3979" y="2534"/>
                      <a:pt x="3966" y="2540"/>
                    </a:cubicBezTo>
                    <a:cubicBezTo>
                      <a:pt x="3954" y="2546"/>
                      <a:pt x="3939" y="2541"/>
                      <a:pt x="3933" y="2528"/>
                    </a:cubicBezTo>
                    <a:close/>
                    <a:moveTo>
                      <a:pt x="3891" y="2438"/>
                    </a:moveTo>
                    <a:lnTo>
                      <a:pt x="3891" y="2438"/>
                    </a:lnTo>
                    <a:cubicBezTo>
                      <a:pt x="3885" y="2425"/>
                      <a:pt x="3890" y="2410"/>
                      <a:pt x="3903" y="2404"/>
                    </a:cubicBezTo>
                    <a:cubicBezTo>
                      <a:pt x="3915" y="2398"/>
                      <a:pt x="3930" y="2404"/>
                      <a:pt x="3936" y="2416"/>
                    </a:cubicBezTo>
                    <a:lnTo>
                      <a:pt x="3936" y="2416"/>
                    </a:lnTo>
                    <a:cubicBezTo>
                      <a:pt x="3942" y="2429"/>
                      <a:pt x="3937" y="2444"/>
                      <a:pt x="3924" y="2450"/>
                    </a:cubicBezTo>
                    <a:cubicBezTo>
                      <a:pt x="3912" y="2455"/>
                      <a:pt x="3897" y="2450"/>
                      <a:pt x="3891" y="2438"/>
                    </a:cubicBezTo>
                    <a:close/>
                    <a:moveTo>
                      <a:pt x="3849" y="2347"/>
                    </a:moveTo>
                    <a:lnTo>
                      <a:pt x="3849" y="2347"/>
                    </a:lnTo>
                    <a:cubicBezTo>
                      <a:pt x="3843" y="2334"/>
                      <a:pt x="3848" y="2319"/>
                      <a:pt x="3861" y="2314"/>
                    </a:cubicBezTo>
                    <a:cubicBezTo>
                      <a:pt x="3873" y="2308"/>
                      <a:pt x="3888" y="2313"/>
                      <a:pt x="3894" y="2326"/>
                    </a:cubicBezTo>
                    <a:lnTo>
                      <a:pt x="3894" y="2326"/>
                    </a:lnTo>
                    <a:cubicBezTo>
                      <a:pt x="3900" y="2338"/>
                      <a:pt x="3895" y="2353"/>
                      <a:pt x="3882" y="2359"/>
                    </a:cubicBezTo>
                    <a:cubicBezTo>
                      <a:pt x="3870" y="2365"/>
                      <a:pt x="3855" y="2359"/>
                      <a:pt x="3849" y="2347"/>
                    </a:cubicBezTo>
                    <a:close/>
                    <a:moveTo>
                      <a:pt x="3807" y="2256"/>
                    </a:moveTo>
                    <a:lnTo>
                      <a:pt x="3807" y="2256"/>
                    </a:lnTo>
                    <a:cubicBezTo>
                      <a:pt x="3801" y="2244"/>
                      <a:pt x="3806" y="2229"/>
                      <a:pt x="3819" y="2223"/>
                    </a:cubicBezTo>
                    <a:cubicBezTo>
                      <a:pt x="3831" y="2217"/>
                      <a:pt x="3846" y="2222"/>
                      <a:pt x="3852" y="2235"/>
                    </a:cubicBezTo>
                    <a:lnTo>
                      <a:pt x="3852" y="2235"/>
                    </a:lnTo>
                    <a:cubicBezTo>
                      <a:pt x="3858" y="2247"/>
                      <a:pt x="3852" y="2262"/>
                      <a:pt x="3840" y="2268"/>
                    </a:cubicBezTo>
                    <a:cubicBezTo>
                      <a:pt x="3827" y="2274"/>
                      <a:pt x="3812" y="2269"/>
                      <a:pt x="3807" y="2256"/>
                    </a:cubicBezTo>
                    <a:close/>
                    <a:moveTo>
                      <a:pt x="3764" y="2165"/>
                    </a:moveTo>
                    <a:lnTo>
                      <a:pt x="3764" y="2165"/>
                    </a:lnTo>
                    <a:cubicBezTo>
                      <a:pt x="3759" y="2153"/>
                      <a:pt x="3764" y="2138"/>
                      <a:pt x="3776" y="2132"/>
                    </a:cubicBezTo>
                    <a:cubicBezTo>
                      <a:pt x="3789" y="2126"/>
                      <a:pt x="3804" y="2132"/>
                      <a:pt x="3810" y="2144"/>
                    </a:cubicBezTo>
                    <a:lnTo>
                      <a:pt x="3810" y="2144"/>
                    </a:lnTo>
                    <a:cubicBezTo>
                      <a:pt x="3816" y="2157"/>
                      <a:pt x="3810" y="2172"/>
                      <a:pt x="3798" y="2177"/>
                    </a:cubicBezTo>
                    <a:cubicBezTo>
                      <a:pt x="3785" y="2183"/>
                      <a:pt x="3770" y="2178"/>
                      <a:pt x="3764" y="2165"/>
                    </a:cubicBezTo>
                    <a:close/>
                    <a:moveTo>
                      <a:pt x="3722" y="2075"/>
                    </a:moveTo>
                    <a:lnTo>
                      <a:pt x="3722" y="2075"/>
                    </a:lnTo>
                    <a:cubicBezTo>
                      <a:pt x="3716" y="2062"/>
                      <a:pt x="3722" y="2047"/>
                      <a:pt x="3734" y="2041"/>
                    </a:cubicBezTo>
                    <a:cubicBezTo>
                      <a:pt x="3747" y="2035"/>
                      <a:pt x="3762" y="2041"/>
                      <a:pt x="3768" y="2053"/>
                    </a:cubicBezTo>
                    <a:lnTo>
                      <a:pt x="3768" y="2053"/>
                    </a:lnTo>
                    <a:cubicBezTo>
                      <a:pt x="3773" y="2066"/>
                      <a:pt x="3768" y="2081"/>
                      <a:pt x="3756" y="2087"/>
                    </a:cubicBezTo>
                    <a:cubicBezTo>
                      <a:pt x="3743" y="2093"/>
                      <a:pt x="3728" y="2087"/>
                      <a:pt x="3722" y="2075"/>
                    </a:cubicBezTo>
                    <a:close/>
                    <a:moveTo>
                      <a:pt x="3680" y="1984"/>
                    </a:moveTo>
                    <a:lnTo>
                      <a:pt x="3680" y="1984"/>
                    </a:lnTo>
                    <a:cubicBezTo>
                      <a:pt x="3674" y="1971"/>
                      <a:pt x="3680" y="1956"/>
                      <a:pt x="3692" y="1951"/>
                    </a:cubicBezTo>
                    <a:cubicBezTo>
                      <a:pt x="3705" y="1945"/>
                      <a:pt x="3720" y="1950"/>
                      <a:pt x="3725" y="1963"/>
                    </a:cubicBezTo>
                    <a:lnTo>
                      <a:pt x="3725" y="1963"/>
                    </a:lnTo>
                    <a:cubicBezTo>
                      <a:pt x="3731" y="1975"/>
                      <a:pt x="3726" y="1990"/>
                      <a:pt x="3713" y="1996"/>
                    </a:cubicBezTo>
                    <a:cubicBezTo>
                      <a:pt x="3701" y="2002"/>
                      <a:pt x="3686" y="1996"/>
                      <a:pt x="3680" y="1984"/>
                    </a:cubicBezTo>
                    <a:close/>
                    <a:moveTo>
                      <a:pt x="3638" y="1893"/>
                    </a:moveTo>
                    <a:lnTo>
                      <a:pt x="3638" y="1893"/>
                    </a:lnTo>
                    <a:cubicBezTo>
                      <a:pt x="3632" y="1881"/>
                      <a:pt x="3637" y="1866"/>
                      <a:pt x="3650" y="1860"/>
                    </a:cubicBezTo>
                    <a:cubicBezTo>
                      <a:pt x="3663" y="1854"/>
                      <a:pt x="3677" y="1859"/>
                      <a:pt x="3683" y="1872"/>
                    </a:cubicBezTo>
                    <a:lnTo>
                      <a:pt x="3683" y="1872"/>
                    </a:lnTo>
                    <a:cubicBezTo>
                      <a:pt x="3689" y="1884"/>
                      <a:pt x="3684" y="1899"/>
                      <a:pt x="3671" y="1905"/>
                    </a:cubicBezTo>
                    <a:cubicBezTo>
                      <a:pt x="3659" y="1911"/>
                      <a:pt x="3644" y="1906"/>
                      <a:pt x="3638" y="1893"/>
                    </a:cubicBezTo>
                    <a:close/>
                    <a:moveTo>
                      <a:pt x="3596" y="1802"/>
                    </a:moveTo>
                    <a:lnTo>
                      <a:pt x="3596" y="1802"/>
                    </a:lnTo>
                    <a:cubicBezTo>
                      <a:pt x="3590" y="1790"/>
                      <a:pt x="3595" y="1775"/>
                      <a:pt x="3608" y="1769"/>
                    </a:cubicBezTo>
                    <a:cubicBezTo>
                      <a:pt x="3620" y="1763"/>
                      <a:pt x="3635" y="1769"/>
                      <a:pt x="3641" y="1781"/>
                    </a:cubicBezTo>
                    <a:lnTo>
                      <a:pt x="3641" y="1781"/>
                    </a:lnTo>
                    <a:cubicBezTo>
                      <a:pt x="3647" y="1794"/>
                      <a:pt x="3642" y="1809"/>
                      <a:pt x="3629" y="1814"/>
                    </a:cubicBezTo>
                    <a:cubicBezTo>
                      <a:pt x="3617" y="1820"/>
                      <a:pt x="3602" y="1815"/>
                      <a:pt x="3596" y="1802"/>
                    </a:cubicBezTo>
                    <a:close/>
                    <a:moveTo>
                      <a:pt x="3554" y="1712"/>
                    </a:moveTo>
                    <a:lnTo>
                      <a:pt x="3554" y="1712"/>
                    </a:lnTo>
                    <a:cubicBezTo>
                      <a:pt x="3548" y="1699"/>
                      <a:pt x="3553" y="1684"/>
                      <a:pt x="3566" y="1678"/>
                    </a:cubicBezTo>
                    <a:cubicBezTo>
                      <a:pt x="3578" y="1673"/>
                      <a:pt x="3593" y="1678"/>
                      <a:pt x="3599" y="1690"/>
                    </a:cubicBezTo>
                    <a:lnTo>
                      <a:pt x="3599" y="1691"/>
                    </a:lnTo>
                    <a:cubicBezTo>
                      <a:pt x="3605" y="1703"/>
                      <a:pt x="3599" y="1718"/>
                      <a:pt x="3587" y="1724"/>
                    </a:cubicBezTo>
                    <a:cubicBezTo>
                      <a:pt x="3574" y="1730"/>
                      <a:pt x="3560" y="1724"/>
                      <a:pt x="3554" y="1712"/>
                    </a:cubicBezTo>
                    <a:close/>
                    <a:moveTo>
                      <a:pt x="3511" y="1621"/>
                    </a:moveTo>
                    <a:lnTo>
                      <a:pt x="3511" y="1621"/>
                    </a:lnTo>
                    <a:cubicBezTo>
                      <a:pt x="3506" y="1608"/>
                      <a:pt x="3511" y="1594"/>
                      <a:pt x="3524" y="1588"/>
                    </a:cubicBezTo>
                    <a:cubicBezTo>
                      <a:pt x="3536" y="1582"/>
                      <a:pt x="3551" y="1587"/>
                      <a:pt x="3557" y="1600"/>
                    </a:cubicBezTo>
                    <a:lnTo>
                      <a:pt x="3557" y="1600"/>
                    </a:lnTo>
                    <a:cubicBezTo>
                      <a:pt x="3563" y="1612"/>
                      <a:pt x="3557" y="1627"/>
                      <a:pt x="3545" y="1633"/>
                    </a:cubicBezTo>
                    <a:cubicBezTo>
                      <a:pt x="3532" y="1639"/>
                      <a:pt x="3517" y="1633"/>
                      <a:pt x="3511" y="1621"/>
                    </a:cubicBezTo>
                    <a:close/>
                    <a:moveTo>
                      <a:pt x="3469" y="1530"/>
                    </a:moveTo>
                    <a:lnTo>
                      <a:pt x="3469" y="1530"/>
                    </a:lnTo>
                    <a:cubicBezTo>
                      <a:pt x="3463" y="1518"/>
                      <a:pt x="3469" y="1503"/>
                      <a:pt x="3481" y="1497"/>
                    </a:cubicBezTo>
                    <a:cubicBezTo>
                      <a:pt x="3494" y="1491"/>
                      <a:pt x="3509" y="1497"/>
                      <a:pt x="3515" y="1509"/>
                    </a:cubicBezTo>
                    <a:lnTo>
                      <a:pt x="3515" y="1509"/>
                    </a:lnTo>
                    <a:cubicBezTo>
                      <a:pt x="3520" y="1522"/>
                      <a:pt x="3515" y="1536"/>
                      <a:pt x="3503" y="1542"/>
                    </a:cubicBezTo>
                    <a:cubicBezTo>
                      <a:pt x="3490" y="1548"/>
                      <a:pt x="3475" y="1543"/>
                      <a:pt x="3469" y="1530"/>
                    </a:cubicBezTo>
                    <a:close/>
                    <a:moveTo>
                      <a:pt x="3427" y="1440"/>
                    </a:moveTo>
                    <a:lnTo>
                      <a:pt x="3427" y="1439"/>
                    </a:lnTo>
                    <a:cubicBezTo>
                      <a:pt x="3421" y="1427"/>
                      <a:pt x="3427" y="1412"/>
                      <a:pt x="3439" y="1406"/>
                    </a:cubicBezTo>
                    <a:cubicBezTo>
                      <a:pt x="3452" y="1400"/>
                      <a:pt x="3467" y="1406"/>
                      <a:pt x="3472" y="1418"/>
                    </a:cubicBezTo>
                    <a:lnTo>
                      <a:pt x="3472" y="1418"/>
                    </a:lnTo>
                    <a:cubicBezTo>
                      <a:pt x="3478" y="1431"/>
                      <a:pt x="3473" y="1446"/>
                      <a:pt x="3460" y="1452"/>
                    </a:cubicBezTo>
                    <a:cubicBezTo>
                      <a:pt x="3448" y="1457"/>
                      <a:pt x="3433" y="1452"/>
                      <a:pt x="3427" y="1440"/>
                    </a:cubicBezTo>
                    <a:close/>
                    <a:moveTo>
                      <a:pt x="3385" y="1349"/>
                    </a:moveTo>
                    <a:lnTo>
                      <a:pt x="3385" y="1349"/>
                    </a:lnTo>
                    <a:cubicBezTo>
                      <a:pt x="3379" y="1336"/>
                      <a:pt x="3385" y="1321"/>
                      <a:pt x="3397" y="1316"/>
                    </a:cubicBezTo>
                    <a:cubicBezTo>
                      <a:pt x="3410" y="1310"/>
                      <a:pt x="3424" y="1315"/>
                      <a:pt x="3430" y="1328"/>
                    </a:cubicBezTo>
                    <a:lnTo>
                      <a:pt x="3430" y="1328"/>
                    </a:lnTo>
                    <a:cubicBezTo>
                      <a:pt x="3436" y="1340"/>
                      <a:pt x="3431" y="1355"/>
                      <a:pt x="3418" y="1361"/>
                    </a:cubicBezTo>
                    <a:cubicBezTo>
                      <a:pt x="3406" y="1367"/>
                      <a:pt x="3391" y="1361"/>
                      <a:pt x="3385" y="1349"/>
                    </a:cubicBezTo>
                    <a:close/>
                    <a:moveTo>
                      <a:pt x="3343" y="1258"/>
                    </a:moveTo>
                    <a:lnTo>
                      <a:pt x="3343" y="1258"/>
                    </a:lnTo>
                    <a:cubicBezTo>
                      <a:pt x="3337" y="1246"/>
                      <a:pt x="3342" y="1231"/>
                      <a:pt x="3355" y="1225"/>
                    </a:cubicBezTo>
                    <a:cubicBezTo>
                      <a:pt x="3367" y="1219"/>
                      <a:pt x="3382" y="1224"/>
                      <a:pt x="3388" y="1237"/>
                    </a:cubicBezTo>
                    <a:lnTo>
                      <a:pt x="3388" y="1237"/>
                    </a:lnTo>
                    <a:cubicBezTo>
                      <a:pt x="3394" y="1249"/>
                      <a:pt x="3389" y="1264"/>
                      <a:pt x="3376" y="1270"/>
                    </a:cubicBezTo>
                    <a:cubicBezTo>
                      <a:pt x="3364" y="1276"/>
                      <a:pt x="3349" y="1271"/>
                      <a:pt x="3343" y="1258"/>
                    </a:cubicBezTo>
                    <a:close/>
                    <a:moveTo>
                      <a:pt x="3301" y="1167"/>
                    </a:moveTo>
                    <a:lnTo>
                      <a:pt x="3301" y="1167"/>
                    </a:lnTo>
                    <a:cubicBezTo>
                      <a:pt x="3295" y="1155"/>
                      <a:pt x="3300" y="1140"/>
                      <a:pt x="3313" y="1134"/>
                    </a:cubicBezTo>
                    <a:cubicBezTo>
                      <a:pt x="3325" y="1128"/>
                      <a:pt x="3340" y="1134"/>
                      <a:pt x="3346" y="1146"/>
                    </a:cubicBezTo>
                    <a:lnTo>
                      <a:pt x="3346" y="1146"/>
                    </a:lnTo>
                    <a:cubicBezTo>
                      <a:pt x="3352" y="1159"/>
                      <a:pt x="3346" y="1174"/>
                      <a:pt x="3334" y="1179"/>
                    </a:cubicBezTo>
                    <a:cubicBezTo>
                      <a:pt x="3321" y="1185"/>
                      <a:pt x="3307" y="1180"/>
                      <a:pt x="3301" y="1167"/>
                    </a:cubicBezTo>
                    <a:close/>
                    <a:moveTo>
                      <a:pt x="3258" y="1077"/>
                    </a:moveTo>
                    <a:lnTo>
                      <a:pt x="3258" y="1077"/>
                    </a:lnTo>
                    <a:cubicBezTo>
                      <a:pt x="3253" y="1064"/>
                      <a:pt x="3258" y="1049"/>
                      <a:pt x="3271" y="1043"/>
                    </a:cubicBezTo>
                    <a:cubicBezTo>
                      <a:pt x="3283" y="1037"/>
                      <a:pt x="3298" y="1043"/>
                      <a:pt x="3304" y="1055"/>
                    </a:cubicBezTo>
                    <a:lnTo>
                      <a:pt x="3304" y="1055"/>
                    </a:lnTo>
                    <a:cubicBezTo>
                      <a:pt x="3310" y="1068"/>
                      <a:pt x="3304" y="1083"/>
                      <a:pt x="3292" y="1089"/>
                    </a:cubicBezTo>
                    <a:cubicBezTo>
                      <a:pt x="3279" y="1094"/>
                      <a:pt x="3264" y="1089"/>
                      <a:pt x="3258" y="1077"/>
                    </a:cubicBezTo>
                    <a:close/>
                    <a:moveTo>
                      <a:pt x="3216" y="986"/>
                    </a:moveTo>
                    <a:lnTo>
                      <a:pt x="3216" y="986"/>
                    </a:lnTo>
                    <a:cubicBezTo>
                      <a:pt x="3210" y="973"/>
                      <a:pt x="3216" y="958"/>
                      <a:pt x="3228" y="953"/>
                    </a:cubicBezTo>
                    <a:cubicBezTo>
                      <a:pt x="3241" y="947"/>
                      <a:pt x="3256" y="952"/>
                      <a:pt x="3262" y="965"/>
                    </a:cubicBezTo>
                    <a:lnTo>
                      <a:pt x="3262" y="965"/>
                    </a:lnTo>
                    <a:cubicBezTo>
                      <a:pt x="3267" y="977"/>
                      <a:pt x="3262" y="992"/>
                      <a:pt x="3250" y="998"/>
                    </a:cubicBezTo>
                    <a:cubicBezTo>
                      <a:pt x="3237" y="1004"/>
                      <a:pt x="3222" y="998"/>
                      <a:pt x="3216" y="986"/>
                    </a:cubicBezTo>
                    <a:close/>
                    <a:moveTo>
                      <a:pt x="3174" y="895"/>
                    </a:moveTo>
                    <a:lnTo>
                      <a:pt x="3174" y="895"/>
                    </a:lnTo>
                    <a:cubicBezTo>
                      <a:pt x="3168" y="883"/>
                      <a:pt x="3174" y="868"/>
                      <a:pt x="3186" y="862"/>
                    </a:cubicBezTo>
                    <a:cubicBezTo>
                      <a:pt x="3199" y="856"/>
                      <a:pt x="3214" y="861"/>
                      <a:pt x="3219" y="874"/>
                    </a:cubicBezTo>
                    <a:lnTo>
                      <a:pt x="3219" y="874"/>
                    </a:lnTo>
                    <a:cubicBezTo>
                      <a:pt x="3225" y="886"/>
                      <a:pt x="3220" y="901"/>
                      <a:pt x="3207" y="907"/>
                    </a:cubicBezTo>
                    <a:cubicBezTo>
                      <a:pt x="3195" y="913"/>
                      <a:pt x="3180" y="908"/>
                      <a:pt x="3174" y="895"/>
                    </a:cubicBezTo>
                    <a:close/>
                    <a:moveTo>
                      <a:pt x="3132" y="804"/>
                    </a:moveTo>
                    <a:lnTo>
                      <a:pt x="3132" y="804"/>
                    </a:lnTo>
                    <a:cubicBezTo>
                      <a:pt x="3126" y="792"/>
                      <a:pt x="3132" y="777"/>
                      <a:pt x="3144" y="771"/>
                    </a:cubicBezTo>
                    <a:cubicBezTo>
                      <a:pt x="3157" y="765"/>
                      <a:pt x="3171" y="771"/>
                      <a:pt x="3177" y="783"/>
                    </a:cubicBezTo>
                    <a:lnTo>
                      <a:pt x="3177" y="783"/>
                    </a:lnTo>
                    <a:cubicBezTo>
                      <a:pt x="3183" y="796"/>
                      <a:pt x="3178" y="811"/>
                      <a:pt x="3165" y="816"/>
                    </a:cubicBezTo>
                    <a:cubicBezTo>
                      <a:pt x="3153" y="822"/>
                      <a:pt x="3138" y="817"/>
                      <a:pt x="3132" y="804"/>
                    </a:cubicBezTo>
                    <a:close/>
                    <a:moveTo>
                      <a:pt x="3090" y="714"/>
                    </a:moveTo>
                    <a:lnTo>
                      <a:pt x="3090" y="714"/>
                    </a:lnTo>
                    <a:cubicBezTo>
                      <a:pt x="3084" y="701"/>
                      <a:pt x="3089" y="686"/>
                      <a:pt x="3102" y="680"/>
                    </a:cubicBezTo>
                    <a:cubicBezTo>
                      <a:pt x="3114" y="675"/>
                      <a:pt x="3129" y="680"/>
                      <a:pt x="3135" y="692"/>
                    </a:cubicBezTo>
                    <a:lnTo>
                      <a:pt x="3135" y="692"/>
                    </a:lnTo>
                    <a:cubicBezTo>
                      <a:pt x="3141" y="705"/>
                      <a:pt x="3136" y="720"/>
                      <a:pt x="3123" y="726"/>
                    </a:cubicBezTo>
                    <a:cubicBezTo>
                      <a:pt x="3111" y="732"/>
                      <a:pt x="3096" y="726"/>
                      <a:pt x="3090" y="714"/>
                    </a:cubicBezTo>
                    <a:close/>
                    <a:moveTo>
                      <a:pt x="3048" y="623"/>
                    </a:moveTo>
                    <a:lnTo>
                      <a:pt x="3048" y="623"/>
                    </a:lnTo>
                    <a:cubicBezTo>
                      <a:pt x="3042" y="610"/>
                      <a:pt x="3047" y="596"/>
                      <a:pt x="3060" y="590"/>
                    </a:cubicBezTo>
                    <a:cubicBezTo>
                      <a:pt x="3072" y="584"/>
                      <a:pt x="3087" y="589"/>
                      <a:pt x="3093" y="602"/>
                    </a:cubicBezTo>
                    <a:lnTo>
                      <a:pt x="3093" y="602"/>
                    </a:lnTo>
                    <a:cubicBezTo>
                      <a:pt x="3099" y="614"/>
                      <a:pt x="3093" y="629"/>
                      <a:pt x="3081" y="635"/>
                    </a:cubicBezTo>
                    <a:cubicBezTo>
                      <a:pt x="3068" y="641"/>
                      <a:pt x="3054" y="635"/>
                      <a:pt x="3048" y="623"/>
                    </a:cubicBezTo>
                    <a:close/>
                    <a:moveTo>
                      <a:pt x="3006" y="532"/>
                    </a:moveTo>
                    <a:lnTo>
                      <a:pt x="3005" y="532"/>
                    </a:lnTo>
                    <a:cubicBezTo>
                      <a:pt x="3000" y="520"/>
                      <a:pt x="3005" y="505"/>
                      <a:pt x="3018" y="499"/>
                    </a:cubicBezTo>
                    <a:cubicBezTo>
                      <a:pt x="3030" y="493"/>
                      <a:pt x="3045" y="498"/>
                      <a:pt x="3051" y="511"/>
                    </a:cubicBezTo>
                    <a:lnTo>
                      <a:pt x="3051" y="511"/>
                    </a:lnTo>
                    <a:cubicBezTo>
                      <a:pt x="3057" y="524"/>
                      <a:pt x="3051" y="538"/>
                      <a:pt x="3039" y="544"/>
                    </a:cubicBezTo>
                    <a:cubicBezTo>
                      <a:pt x="3026" y="550"/>
                      <a:pt x="3011" y="545"/>
                      <a:pt x="3006" y="532"/>
                    </a:cubicBezTo>
                    <a:close/>
                    <a:moveTo>
                      <a:pt x="2963" y="441"/>
                    </a:moveTo>
                    <a:lnTo>
                      <a:pt x="2963" y="441"/>
                    </a:lnTo>
                    <a:cubicBezTo>
                      <a:pt x="2957" y="429"/>
                      <a:pt x="2963" y="414"/>
                      <a:pt x="2975" y="408"/>
                    </a:cubicBezTo>
                    <a:cubicBezTo>
                      <a:pt x="2988" y="402"/>
                      <a:pt x="3003" y="408"/>
                      <a:pt x="3009" y="420"/>
                    </a:cubicBezTo>
                    <a:lnTo>
                      <a:pt x="3009" y="420"/>
                    </a:lnTo>
                    <a:cubicBezTo>
                      <a:pt x="3014" y="433"/>
                      <a:pt x="3009" y="448"/>
                      <a:pt x="2997" y="454"/>
                    </a:cubicBezTo>
                    <a:cubicBezTo>
                      <a:pt x="2984" y="459"/>
                      <a:pt x="2969" y="454"/>
                      <a:pt x="2963" y="441"/>
                    </a:cubicBezTo>
                    <a:close/>
                    <a:moveTo>
                      <a:pt x="2921" y="351"/>
                    </a:moveTo>
                    <a:lnTo>
                      <a:pt x="2921" y="351"/>
                    </a:lnTo>
                    <a:cubicBezTo>
                      <a:pt x="2915" y="338"/>
                      <a:pt x="2921" y="323"/>
                      <a:pt x="2933" y="317"/>
                    </a:cubicBezTo>
                    <a:cubicBezTo>
                      <a:pt x="2946" y="312"/>
                      <a:pt x="2961" y="317"/>
                      <a:pt x="2966" y="330"/>
                    </a:cubicBezTo>
                    <a:lnTo>
                      <a:pt x="2966" y="330"/>
                    </a:lnTo>
                    <a:cubicBezTo>
                      <a:pt x="2972" y="342"/>
                      <a:pt x="2967" y="357"/>
                      <a:pt x="2954" y="363"/>
                    </a:cubicBezTo>
                    <a:cubicBezTo>
                      <a:pt x="2942" y="369"/>
                      <a:pt x="2927" y="363"/>
                      <a:pt x="2921" y="351"/>
                    </a:cubicBezTo>
                    <a:close/>
                    <a:moveTo>
                      <a:pt x="2879" y="260"/>
                    </a:moveTo>
                    <a:lnTo>
                      <a:pt x="2879" y="260"/>
                    </a:lnTo>
                    <a:cubicBezTo>
                      <a:pt x="2873" y="247"/>
                      <a:pt x="2879" y="233"/>
                      <a:pt x="2891" y="227"/>
                    </a:cubicBezTo>
                    <a:cubicBezTo>
                      <a:pt x="2904" y="221"/>
                      <a:pt x="2918" y="226"/>
                      <a:pt x="2924" y="239"/>
                    </a:cubicBezTo>
                    <a:lnTo>
                      <a:pt x="2924" y="239"/>
                    </a:lnTo>
                    <a:cubicBezTo>
                      <a:pt x="2930" y="251"/>
                      <a:pt x="2925" y="266"/>
                      <a:pt x="2912" y="272"/>
                    </a:cubicBezTo>
                    <a:cubicBezTo>
                      <a:pt x="2900" y="278"/>
                      <a:pt x="2885" y="273"/>
                      <a:pt x="2879" y="260"/>
                    </a:cubicBezTo>
                    <a:close/>
                    <a:moveTo>
                      <a:pt x="2837" y="169"/>
                    </a:moveTo>
                    <a:lnTo>
                      <a:pt x="2837" y="169"/>
                    </a:lnTo>
                    <a:cubicBezTo>
                      <a:pt x="2831" y="157"/>
                      <a:pt x="2836" y="142"/>
                      <a:pt x="2849" y="136"/>
                    </a:cubicBezTo>
                    <a:cubicBezTo>
                      <a:pt x="2861" y="130"/>
                      <a:pt x="2876" y="136"/>
                      <a:pt x="2882" y="148"/>
                    </a:cubicBezTo>
                    <a:lnTo>
                      <a:pt x="2882" y="148"/>
                    </a:lnTo>
                    <a:cubicBezTo>
                      <a:pt x="2888" y="161"/>
                      <a:pt x="2883" y="175"/>
                      <a:pt x="2870" y="181"/>
                    </a:cubicBezTo>
                    <a:cubicBezTo>
                      <a:pt x="2858" y="187"/>
                      <a:pt x="2843" y="182"/>
                      <a:pt x="2837" y="169"/>
                    </a:cubicBezTo>
                    <a:close/>
                    <a:moveTo>
                      <a:pt x="2795" y="79"/>
                    </a:moveTo>
                    <a:lnTo>
                      <a:pt x="2795" y="79"/>
                    </a:lnTo>
                    <a:cubicBezTo>
                      <a:pt x="2789" y="66"/>
                      <a:pt x="2794" y="51"/>
                      <a:pt x="2807" y="45"/>
                    </a:cubicBezTo>
                    <a:cubicBezTo>
                      <a:pt x="2819" y="39"/>
                      <a:pt x="2834" y="45"/>
                      <a:pt x="2840" y="57"/>
                    </a:cubicBezTo>
                    <a:lnTo>
                      <a:pt x="2840" y="57"/>
                    </a:lnTo>
                    <a:cubicBezTo>
                      <a:pt x="2846" y="70"/>
                      <a:pt x="2840" y="85"/>
                      <a:pt x="2828" y="91"/>
                    </a:cubicBezTo>
                    <a:cubicBezTo>
                      <a:pt x="2815" y="96"/>
                      <a:pt x="2801" y="91"/>
                      <a:pt x="2795" y="79"/>
                    </a:cubicBezTo>
                    <a:close/>
                    <a:moveTo>
                      <a:pt x="2744" y="50"/>
                    </a:moveTo>
                    <a:lnTo>
                      <a:pt x="2744" y="50"/>
                    </a:lnTo>
                    <a:cubicBezTo>
                      <a:pt x="2731" y="50"/>
                      <a:pt x="2719" y="39"/>
                      <a:pt x="2719" y="25"/>
                    </a:cubicBezTo>
                    <a:cubicBezTo>
                      <a:pt x="2719" y="12"/>
                      <a:pt x="2731" y="0"/>
                      <a:pt x="2744" y="0"/>
                    </a:cubicBezTo>
                    <a:lnTo>
                      <a:pt x="2744" y="0"/>
                    </a:lnTo>
                    <a:cubicBezTo>
                      <a:pt x="2758" y="0"/>
                      <a:pt x="2769" y="12"/>
                      <a:pt x="2769" y="25"/>
                    </a:cubicBezTo>
                    <a:cubicBezTo>
                      <a:pt x="2769" y="39"/>
                      <a:pt x="2758" y="50"/>
                      <a:pt x="2744" y="50"/>
                    </a:cubicBezTo>
                    <a:close/>
                    <a:moveTo>
                      <a:pt x="2644" y="50"/>
                    </a:moveTo>
                    <a:lnTo>
                      <a:pt x="2644" y="50"/>
                    </a:lnTo>
                    <a:cubicBezTo>
                      <a:pt x="2631" y="50"/>
                      <a:pt x="2619" y="39"/>
                      <a:pt x="2619" y="25"/>
                    </a:cubicBezTo>
                    <a:cubicBezTo>
                      <a:pt x="2619" y="12"/>
                      <a:pt x="2631" y="0"/>
                      <a:pt x="2644" y="0"/>
                    </a:cubicBezTo>
                    <a:lnTo>
                      <a:pt x="2644" y="0"/>
                    </a:lnTo>
                    <a:cubicBezTo>
                      <a:pt x="2658" y="0"/>
                      <a:pt x="2669" y="12"/>
                      <a:pt x="2669" y="25"/>
                    </a:cubicBezTo>
                    <a:cubicBezTo>
                      <a:pt x="2669" y="39"/>
                      <a:pt x="2658" y="50"/>
                      <a:pt x="2644" y="50"/>
                    </a:cubicBezTo>
                    <a:close/>
                    <a:moveTo>
                      <a:pt x="2544" y="50"/>
                    </a:moveTo>
                    <a:lnTo>
                      <a:pt x="2544" y="50"/>
                    </a:lnTo>
                    <a:cubicBezTo>
                      <a:pt x="2530" y="50"/>
                      <a:pt x="2519" y="39"/>
                      <a:pt x="2519" y="25"/>
                    </a:cubicBezTo>
                    <a:cubicBezTo>
                      <a:pt x="2519" y="12"/>
                      <a:pt x="2530" y="0"/>
                      <a:pt x="2544" y="0"/>
                    </a:cubicBezTo>
                    <a:lnTo>
                      <a:pt x="2544" y="0"/>
                    </a:lnTo>
                    <a:cubicBezTo>
                      <a:pt x="2558" y="0"/>
                      <a:pt x="2569" y="12"/>
                      <a:pt x="2569" y="25"/>
                    </a:cubicBezTo>
                    <a:cubicBezTo>
                      <a:pt x="2569" y="39"/>
                      <a:pt x="2558" y="50"/>
                      <a:pt x="2544" y="50"/>
                    </a:cubicBezTo>
                    <a:close/>
                    <a:moveTo>
                      <a:pt x="2444" y="50"/>
                    </a:moveTo>
                    <a:lnTo>
                      <a:pt x="2444" y="50"/>
                    </a:lnTo>
                    <a:cubicBezTo>
                      <a:pt x="2430" y="50"/>
                      <a:pt x="2419" y="39"/>
                      <a:pt x="2419" y="25"/>
                    </a:cubicBezTo>
                    <a:cubicBezTo>
                      <a:pt x="2419" y="12"/>
                      <a:pt x="2430" y="0"/>
                      <a:pt x="2444" y="0"/>
                    </a:cubicBezTo>
                    <a:lnTo>
                      <a:pt x="2444" y="0"/>
                    </a:lnTo>
                    <a:cubicBezTo>
                      <a:pt x="2458" y="0"/>
                      <a:pt x="2469" y="12"/>
                      <a:pt x="2469" y="25"/>
                    </a:cubicBezTo>
                    <a:cubicBezTo>
                      <a:pt x="2469" y="39"/>
                      <a:pt x="2458" y="50"/>
                      <a:pt x="2444" y="50"/>
                    </a:cubicBezTo>
                    <a:close/>
                    <a:moveTo>
                      <a:pt x="2344" y="50"/>
                    </a:moveTo>
                    <a:lnTo>
                      <a:pt x="2344" y="50"/>
                    </a:lnTo>
                    <a:cubicBezTo>
                      <a:pt x="2330" y="50"/>
                      <a:pt x="2319" y="39"/>
                      <a:pt x="2319" y="25"/>
                    </a:cubicBezTo>
                    <a:cubicBezTo>
                      <a:pt x="2319" y="12"/>
                      <a:pt x="2330" y="0"/>
                      <a:pt x="2344" y="0"/>
                    </a:cubicBezTo>
                    <a:lnTo>
                      <a:pt x="2344" y="0"/>
                    </a:lnTo>
                    <a:cubicBezTo>
                      <a:pt x="2358" y="0"/>
                      <a:pt x="2369" y="12"/>
                      <a:pt x="2369" y="25"/>
                    </a:cubicBezTo>
                    <a:cubicBezTo>
                      <a:pt x="2369" y="39"/>
                      <a:pt x="2358" y="50"/>
                      <a:pt x="2344" y="50"/>
                    </a:cubicBezTo>
                    <a:close/>
                    <a:moveTo>
                      <a:pt x="2244" y="50"/>
                    </a:moveTo>
                    <a:lnTo>
                      <a:pt x="2244" y="50"/>
                    </a:lnTo>
                    <a:cubicBezTo>
                      <a:pt x="2230" y="50"/>
                      <a:pt x="2219" y="39"/>
                      <a:pt x="2219" y="25"/>
                    </a:cubicBezTo>
                    <a:cubicBezTo>
                      <a:pt x="2219" y="12"/>
                      <a:pt x="2230" y="0"/>
                      <a:pt x="2244" y="0"/>
                    </a:cubicBezTo>
                    <a:lnTo>
                      <a:pt x="2244" y="0"/>
                    </a:lnTo>
                    <a:cubicBezTo>
                      <a:pt x="2258" y="0"/>
                      <a:pt x="2269" y="12"/>
                      <a:pt x="2269" y="25"/>
                    </a:cubicBezTo>
                    <a:cubicBezTo>
                      <a:pt x="2269" y="39"/>
                      <a:pt x="2258" y="50"/>
                      <a:pt x="2244" y="50"/>
                    </a:cubicBezTo>
                    <a:close/>
                    <a:moveTo>
                      <a:pt x="2144" y="50"/>
                    </a:moveTo>
                    <a:lnTo>
                      <a:pt x="2144" y="50"/>
                    </a:lnTo>
                    <a:cubicBezTo>
                      <a:pt x="2130" y="50"/>
                      <a:pt x="2119" y="39"/>
                      <a:pt x="2119" y="25"/>
                    </a:cubicBezTo>
                    <a:cubicBezTo>
                      <a:pt x="2119" y="12"/>
                      <a:pt x="2130" y="0"/>
                      <a:pt x="2144" y="0"/>
                    </a:cubicBezTo>
                    <a:lnTo>
                      <a:pt x="2144" y="0"/>
                    </a:lnTo>
                    <a:cubicBezTo>
                      <a:pt x="2158" y="0"/>
                      <a:pt x="2169" y="12"/>
                      <a:pt x="2169" y="25"/>
                    </a:cubicBezTo>
                    <a:cubicBezTo>
                      <a:pt x="2169" y="39"/>
                      <a:pt x="2158" y="50"/>
                      <a:pt x="2144" y="50"/>
                    </a:cubicBezTo>
                    <a:close/>
                    <a:moveTo>
                      <a:pt x="2044" y="50"/>
                    </a:moveTo>
                    <a:lnTo>
                      <a:pt x="2044" y="50"/>
                    </a:lnTo>
                    <a:cubicBezTo>
                      <a:pt x="2030" y="50"/>
                      <a:pt x="2019" y="39"/>
                      <a:pt x="2019" y="25"/>
                    </a:cubicBezTo>
                    <a:cubicBezTo>
                      <a:pt x="2019" y="12"/>
                      <a:pt x="2030" y="0"/>
                      <a:pt x="2044" y="0"/>
                    </a:cubicBezTo>
                    <a:lnTo>
                      <a:pt x="2044" y="0"/>
                    </a:lnTo>
                    <a:cubicBezTo>
                      <a:pt x="2058" y="0"/>
                      <a:pt x="2069" y="12"/>
                      <a:pt x="2069" y="25"/>
                    </a:cubicBezTo>
                    <a:cubicBezTo>
                      <a:pt x="2069" y="39"/>
                      <a:pt x="2058" y="50"/>
                      <a:pt x="2044" y="50"/>
                    </a:cubicBezTo>
                    <a:close/>
                    <a:moveTo>
                      <a:pt x="1944" y="50"/>
                    </a:moveTo>
                    <a:lnTo>
                      <a:pt x="1944" y="50"/>
                    </a:lnTo>
                    <a:cubicBezTo>
                      <a:pt x="1930" y="50"/>
                      <a:pt x="1919" y="39"/>
                      <a:pt x="1919" y="25"/>
                    </a:cubicBezTo>
                    <a:cubicBezTo>
                      <a:pt x="1919" y="12"/>
                      <a:pt x="1930" y="0"/>
                      <a:pt x="1944" y="0"/>
                    </a:cubicBezTo>
                    <a:lnTo>
                      <a:pt x="1944" y="0"/>
                    </a:lnTo>
                    <a:cubicBezTo>
                      <a:pt x="1958" y="0"/>
                      <a:pt x="1969" y="12"/>
                      <a:pt x="1969" y="25"/>
                    </a:cubicBezTo>
                    <a:cubicBezTo>
                      <a:pt x="1969" y="39"/>
                      <a:pt x="1958" y="50"/>
                      <a:pt x="1944" y="50"/>
                    </a:cubicBezTo>
                    <a:close/>
                    <a:moveTo>
                      <a:pt x="1844" y="50"/>
                    </a:moveTo>
                    <a:lnTo>
                      <a:pt x="1844" y="50"/>
                    </a:lnTo>
                    <a:cubicBezTo>
                      <a:pt x="1830" y="50"/>
                      <a:pt x="1819" y="39"/>
                      <a:pt x="1819" y="25"/>
                    </a:cubicBezTo>
                    <a:cubicBezTo>
                      <a:pt x="1819" y="12"/>
                      <a:pt x="1830" y="0"/>
                      <a:pt x="1844" y="0"/>
                    </a:cubicBezTo>
                    <a:lnTo>
                      <a:pt x="1844" y="0"/>
                    </a:lnTo>
                    <a:cubicBezTo>
                      <a:pt x="1858" y="0"/>
                      <a:pt x="1869" y="12"/>
                      <a:pt x="1869" y="25"/>
                    </a:cubicBezTo>
                    <a:cubicBezTo>
                      <a:pt x="1869" y="39"/>
                      <a:pt x="1858" y="50"/>
                      <a:pt x="1844" y="50"/>
                    </a:cubicBezTo>
                    <a:close/>
                    <a:moveTo>
                      <a:pt x="1744" y="50"/>
                    </a:moveTo>
                    <a:lnTo>
                      <a:pt x="1744" y="50"/>
                    </a:lnTo>
                    <a:cubicBezTo>
                      <a:pt x="1730" y="50"/>
                      <a:pt x="1719" y="39"/>
                      <a:pt x="1719" y="25"/>
                    </a:cubicBezTo>
                    <a:cubicBezTo>
                      <a:pt x="1719" y="12"/>
                      <a:pt x="1730" y="0"/>
                      <a:pt x="1744" y="0"/>
                    </a:cubicBezTo>
                    <a:lnTo>
                      <a:pt x="1744" y="0"/>
                    </a:lnTo>
                    <a:cubicBezTo>
                      <a:pt x="1758" y="0"/>
                      <a:pt x="1769" y="12"/>
                      <a:pt x="1769" y="25"/>
                    </a:cubicBezTo>
                    <a:cubicBezTo>
                      <a:pt x="1769" y="39"/>
                      <a:pt x="1758" y="50"/>
                      <a:pt x="1744" y="50"/>
                    </a:cubicBezTo>
                    <a:close/>
                    <a:moveTo>
                      <a:pt x="1644" y="50"/>
                    </a:moveTo>
                    <a:lnTo>
                      <a:pt x="1644" y="50"/>
                    </a:lnTo>
                    <a:cubicBezTo>
                      <a:pt x="1630" y="50"/>
                      <a:pt x="1619" y="39"/>
                      <a:pt x="1619" y="25"/>
                    </a:cubicBezTo>
                    <a:cubicBezTo>
                      <a:pt x="1619" y="12"/>
                      <a:pt x="1630" y="0"/>
                      <a:pt x="1644" y="0"/>
                    </a:cubicBezTo>
                    <a:lnTo>
                      <a:pt x="1644" y="0"/>
                    </a:lnTo>
                    <a:cubicBezTo>
                      <a:pt x="1658" y="0"/>
                      <a:pt x="1669" y="12"/>
                      <a:pt x="1669" y="25"/>
                    </a:cubicBezTo>
                    <a:cubicBezTo>
                      <a:pt x="1669" y="39"/>
                      <a:pt x="1658" y="50"/>
                      <a:pt x="1644" y="50"/>
                    </a:cubicBezTo>
                    <a:close/>
                    <a:moveTo>
                      <a:pt x="1544" y="50"/>
                    </a:moveTo>
                    <a:lnTo>
                      <a:pt x="1544" y="50"/>
                    </a:lnTo>
                    <a:cubicBezTo>
                      <a:pt x="1530" y="50"/>
                      <a:pt x="1519" y="39"/>
                      <a:pt x="1519" y="25"/>
                    </a:cubicBezTo>
                    <a:cubicBezTo>
                      <a:pt x="1519" y="12"/>
                      <a:pt x="1530" y="0"/>
                      <a:pt x="1544" y="0"/>
                    </a:cubicBezTo>
                    <a:lnTo>
                      <a:pt x="1544" y="0"/>
                    </a:lnTo>
                    <a:cubicBezTo>
                      <a:pt x="1558" y="0"/>
                      <a:pt x="1569" y="12"/>
                      <a:pt x="1569" y="25"/>
                    </a:cubicBezTo>
                    <a:cubicBezTo>
                      <a:pt x="1569" y="39"/>
                      <a:pt x="1558" y="50"/>
                      <a:pt x="1544" y="50"/>
                    </a:cubicBezTo>
                    <a:close/>
                    <a:moveTo>
                      <a:pt x="1444" y="50"/>
                    </a:moveTo>
                    <a:lnTo>
                      <a:pt x="1444" y="50"/>
                    </a:lnTo>
                    <a:cubicBezTo>
                      <a:pt x="1430" y="50"/>
                      <a:pt x="1419" y="39"/>
                      <a:pt x="1419" y="25"/>
                    </a:cubicBezTo>
                    <a:cubicBezTo>
                      <a:pt x="1419" y="12"/>
                      <a:pt x="1430" y="0"/>
                      <a:pt x="1444" y="0"/>
                    </a:cubicBezTo>
                    <a:lnTo>
                      <a:pt x="1444" y="0"/>
                    </a:lnTo>
                    <a:cubicBezTo>
                      <a:pt x="1458" y="0"/>
                      <a:pt x="1469" y="12"/>
                      <a:pt x="1469" y="25"/>
                    </a:cubicBezTo>
                    <a:cubicBezTo>
                      <a:pt x="1469" y="39"/>
                      <a:pt x="1458" y="50"/>
                      <a:pt x="1444" y="50"/>
                    </a:cubicBezTo>
                    <a:close/>
                    <a:moveTo>
                      <a:pt x="1344" y="50"/>
                    </a:moveTo>
                    <a:lnTo>
                      <a:pt x="1344" y="50"/>
                    </a:lnTo>
                    <a:cubicBezTo>
                      <a:pt x="1330" y="50"/>
                      <a:pt x="1319" y="39"/>
                      <a:pt x="1319" y="25"/>
                    </a:cubicBezTo>
                    <a:cubicBezTo>
                      <a:pt x="1319" y="12"/>
                      <a:pt x="1330" y="0"/>
                      <a:pt x="1344" y="0"/>
                    </a:cubicBezTo>
                    <a:lnTo>
                      <a:pt x="1344" y="0"/>
                    </a:lnTo>
                    <a:cubicBezTo>
                      <a:pt x="1358" y="0"/>
                      <a:pt x="1369" y="12"/>
                      <a:pt x="1369" y="25"/>
                    </a:cubicBezTo>
                    <a:cubicBezTo>
                      <a:pt x="1369" y="39"/>
                      <a:pt x="1358" y="50"/>
                      <a:pt x="1344" y="50"/>
                    </a:cubicBezTo>
                    <a:close/>
                    <a:moveTo>
                      <a:pt x="1244" y="50"/>
                    </a:moveTo>
                    <a:lnTo>
                      <a:pt x="1244" y="50"/>
                    </a:lnTo>
                    <a:cubicBezTo>
                      <a:pt x="1230" y="50"/>
                      <a:pt x="1219" y="39"/>
                      <a:pt x="1219" y="25"/>
                    </a:cubicBezTo>
                    <a:cubicBezTo>
                      <a:pt x="1219" y="12"/>
                      <a:pt x="1230" y="0"/>
                      <a:pt x="1244" y="0"/>
                    </a:cubicBezTo>
                    <a:lnTo>
                      <a:pt x="1244" y="0"/>
                    </a:lnTo>
                    <a:cubicBezTo>
                      <a:pt x="1257" y="0"/>
                      <a:pt x="1269" y="12"/>
                      <a:pt x="1269" y="25"/>
                    </a:cubicBezTo>
                    <a:cubicBezTo>
                      <a:pt x="1269" y="39"/>
                      <a:pt x="1257" y="50"/>
                      <a:pt x="1244" y="50"/>
                    </a:cubicBezTo>
                    <a:close/>
                    <a:moveTo>
                      <a:pt x="1144" y="50"/>
                    </a:moveTo>
                    <a:lnTo>
                      <a:pt x="1144" y="50"/>
                    </a:lnTo>
                    <a:cubicBezTo>
                      <a:pt x="1130" y="50"/>
                      <a:pt x="1119" y="39"/>
                      <a:pt x="1119" y="25"/>
                    </a:cubicBezTo>
                    <a:cubicBezTo>
                      <a:pt x="1119" y="12"/>
                      <a:pt x="1130" y="0"/>
                      <a:pt x="1144" y="0"/>
                    </a:cubicBezTo>
                    <a:lnTo>
                      <a:pt x="1144" y="0"/>
                    </a:lnTo>
                    <a:cubicBezTo>
                      <a:pt x="1157" y="0"/>
                      <a:pt x="1169" y="12"/>
                      <a:pt x="1169" y="25"/>
                    </a:cubicBezTo>
                    <a:cubicBezTo>
                      <a:pt x="1169" y="39"/>
                      <a:pt x="1157" y="50"/>
                      <a:pt x="1144" y="50"/>
                    </a:cubicBezTo>
                    <a:close/>
                    <a:moveTo>
                      <a:pt x="1044" y="50"/>
                    </a:moveTo>
                    <a:lnTo>
                      <a:pt x="1044" y="50"/>
                    </a:lnTo>
                    <a:cubicBezTo>
                      <a:pt x="1030" y="50"/>
                      <a:pt x="1019" y="39"/>
                      <a:pt x="1019" y="25"/>
                    </a:cubicBezTo>
                    <a:cubicBezTo>
                      <a:pt x="1019" y="12"/>
                      <a:pt x="1030" y="0"/>
                      <a:pt x="1044" y="0"/>
                    </a:cubicBezTo>
                    <a:lnTo>
                      <a:pt x="1044" y="0"/>
                    </a:lnTo>
                    <a:cubicBezTo>
                      <a:pt x="1057" y="0"/>
                      <a:pt x="1069" y="12"/>
                      <a:pt x="1069" y="25"/>
                    </a:cubicBezTo>
                    <a:cubicBezTo>
                      <a:pt x="1069" y="39"/>
                      <a:pt x="1057" y="50"/>
                      <a:pt x="1044" y="50"/>
                    </a:cubicBezTo>
                    <a:close/>
                    <a:moveTo>
                      <a:pt x="944" y="50"/>
                    </a:moveTo>
                    <a:lnTo>
                      <a:pt x="943" y="50"/>
                    </a:lnTo>
                    <a:cubicBezTo>
                      <a:pt x="930" y="50"/>
                      <a:pt x="918" y="39"/>
                      <a:pt x="918" y="25"/>
                    </a:cubicBezTo>
                    <a:cubicBezTo>
                      <a:pt x="918" y="12"/>
                      <a:pt x="930" y="0"/>
                      <a:pt x="943" y="0"/>
                    </a:cubicBezTo>
                    <a:lnTo>
                      <a:pt x="944" y="0"/>
                    </a:lnTo>
                    <a:cubicBezTo>
                      <a:pt x="957" y="0"/>
                      <a:pt x="969" y="12"/>
                      <a:pt x="969" y="25"/>
                    </a:cubicBezTo>
                    <a:cubicBezTo>
                      <a:pt x="969" y="39"/>
                      <a:pt x="957" y="50"/>
                      <a:pt x="944" y="50"/>
                    </a:cubicBezTo>
                    <a:close/>
                    <a:moveTo>
                      <a:pt x="843" y="50"/>
                    </a:moveTo>
                    <a:lnTo>
                      <a:pt x="843" y="50"/>
                    </a:lnTo>
                    <a:cubicBezTo>
                      <a:pt x="830" y="50"/>
                      <a:pt x="818" y="39"/>
                      <a:pt x="818" y="25"/>
                    </a:cubicBezTo>
                    <a:cubicBezTo>
                      <a:pt x="818" y="12"/>
                      <a:pt x="830" y="0"/>
                      <a:pt x="843" y="0"/>
                    </a:cubicBezTo>
                    <a:lnTo>
                      <a:pt x="843" y="0"/>
                    </a:lnTo>
                    <a:cubicBezTo>
                      <a:pt x="857" y="0"/>
                      <a:pt x="868" y="12"/>
                      <a:pt x="868" y="25"/>
                    </a:cubicBezTo>
                    <a:cubicBezTo>
                      <a:pt x="868" y="39"/>
                      <a:pt x="857" y="50"/>
                      <a:pt x="843" y="50"/>
                    </a:cubicBezTo>
                    <a:close/>
                    <a:moveTo>
                      <a:pt x="743" y="50"/>
                    </a:moveTo>
                    <a:lnTo>
                      <a:pt x="743" y="50"/>
                    </a:lnTo>
                    <a:cubicBezTo>
                      <a:pt x="730" y="50"/>
                      <a:pt x="718" y="39"/>
                      <a:pt x="718" y="25"/>
                    </a:cubicBezTo>
                    <a:cubicBezTo>
                      <a:pt x="718" y="12"/>
                      <a:pt x="730" y="0"/>
                      <a:pt x="743" y="0"/>
                    </a:cubicBezTo>
                    <a:lnTo>
                      <a:pt x="743" y="0"/>
                    </a:lnTo>
                    <a:cubicBezTo>
                      <a:pt x="757" y="0"/>
                      <a:pt x="768" y="12"/>
                      <a:pt x="768" y="25"/>
                    </a:cubicBezTo>
                    <a:cubicBezTo>
                      <a:pt x="768" y="39"/>
                      <a:pt x="757" y="50"/>
                      <a:pt x="743" y="50"/>
                    </a:cubicBezTo>
                    <a:close/>
                    <a:moveTo>
                      <a:pt x="643" y="50"/>
                    </a:moveTo>
                    <a:lnTo>
                      <a:pt x="643" y="50"/>
                    </a:lnTo>
                    <a:cubicBezTo>
                      <a:pt x="629" y="50"/>
                      <a:pt x="618" y="39"/>
                      <a:pt x="618" y="25"/>
                    </a:cubicBezTo>
                    <a:cubicBezTo>
                      <a:pt x="618" y="12"/>
                      <a:pt x="629" y="0"/>
                      <a:pt x="643" y="0"/>
                    </a:cubicBezTo>
                    <a:lnTo>
                      <a:pt x="643" y="0"/>
                    </a:lnTo>
                    <a:cubicBezTo>
                      <a:pt x="657" y="0"/>
                      <a:pt x="668" y="12"/>
                      <a:pt x="668" y="25"/>
                    </a:cubicBezTo>
                    <a:cubicBezTo>
                      <a:pt x="668" y="39"/>
                      <a:pt x="657" y="50"/>
                      <a:pt x="643" y="50"/>
                    </a:cubicBezTo>
                    <a:close/>
                    <a:moveTo>
                      <a:pt x="543" y="50"/>
                    </a:moveTo>
                    <a:lnTo>
                      <a:pt x="543" y="50"/>
                    </a:lnTo>
                    <a:cubicBezTo>
                      <a:pt x="529" y="50"/>
                      <a:pt x="518" y="39"/>
                      <a:pt x="518" y="25"/>
                    </a:cubicBezTo>
                    <a:cubicBezTo>
                      <a:pt x="518" y="12"/>
                      <a:pt x="529" y="0"/>
                      <a:pt x="543" y="0"/>
                    </a:cubicBezTo>
                    <a:lnTo>
                      <a:pt x="543" y="0"/>
                    </a:lnTo>
                    <a:cubicBezTo>
                      <a:pt x="557" y="0"/>
                      <a:pt x="568" y="12"/>
                      <a:pt x="568" y="25"/>
                    </a:cubicBezTo>
                    <a:cubicBezTo>
                      <a:pt x="568" y="39"/>
                      <a:pt x="557" y="50"/>
                      <a:pt x="543" y="50"/>
                    </a:cubicBezTo>
                    <a:close/>
                    <a:moveTo>
                      <a:pt x="443" y="50"/>
                    </a:moveTo>
                    <a:lnTo>
                      <a:pt x="443" y="50"/>
                    </a:lnTo>
                    <a:cubicBezTo>
                      <a:pt x="429" y="50"/>
                      <a:pt x="418" y="39"/>
                      <a:pt x="418" y="25"/>
                    </a:cubicBezTo>
                    <a:cubicBezTo>
                      <a:pt x="418" y="12"/>
                      <a:pt x="429" y="0"/>
                      <a:pt x="443" y="0"/>
                    </a:cubicBezTo>
                    <a:lnTo>
                      <a:pt x="443" y="0"/>
                    </a:lnTo>
                    <a:cubicBezTo>
                      <a:pt x="457" y="0"/>
                      <a:pt x="468" y="12"/>
                      <a:pt x="468" y="25"/>
                    </a:cubicBezTo>
                    <a:cubicBezTo>
                      <a:pt x="468" y="39"/>
                      <a:pt x="457" y="50"/>
                      <a:pt x="443" y="50"/>
                    </a:cubicBezTo>
                    <a:close/>
                    <a:moveTo>
                      <a:pt x="343" y="50"/>
                    </a:moveTo>
                    <a:lnTo>
                      <a:pt x="343" y="50"/>
                    </a:lnTo>
                    <a:cubicBezTo>
                      <a:pt x="329" y="50"/>
                      <a:pt x="318" y="39"/>
                      <a:pt x="318" y="25"/>
                    </a:cubicBezTo>
                    <a:cubicBezTo>
                      <a:pt x="318" y="12"/>
                      <a:pt x="329" y="0"/>
                      <a:pt x="343" y="0"/>
                    </a:cubicBezTo>
                    <a:lnTo>
                      <a:pt x="343" y="0"/>
                    </a:lnTo>
                    <a:cubicBezTo>
                      <a:pt x="357" y="0"/>
                      <a:pt x="368" y="12"/>
                      <a:pt x="368" y="25"/>
                    </a:cubicBezTo>
                    <a:cubicBezTo>
                      <a:pt x="368" y="39"/>
                      <a:pt x="357" y="50"/>
                      <a:pt x="343" y="50"/>
                    </a:cubicBezTo>
                    <a:close/>
                    <a:moveTo>
                      <a:pt x="243" y="50"/>
                    </a:moveTo>
                    <a:lnTo>
                      <a:pt x="243" y="50"/>
                    </a:lnTo>
                    <a:cubicBezTo>
                      <a:pt x="229" y="50"/>
                      <a:pt x="218" y="39"/>
                      <a:pt x="218" y="25"/>
                    </a:cubicBezTo>
                    <a:cubicBezTo>
                      <a:pt x="218" y="12"/>
                      <a:pt x="229" y="0"/>
                      <a:pt x="243" y="0"/>
                    </a:cubicBezTo>
                    <a:lnTo>
                      <a:pt x="243" y="0"/>
                    </a:lnTo>
                    <a:cubicBezTo>
                      <a:pt x="257" y="0"/>
                      <a:pt x="268" y="12"/>
                      <a:pt x="268" y="25"/>
                    </a:cubicBezTo>
                    <a:cubicBezTo>
                      <a:pt x="268" y="39"/>
                      <a:pt x="257" y="50"/>
                      <a:pt x="243" y="50"/>
                    </a:cubicBezTo>
                    <a:close/>
                    <a:moveTo>
                      <a:pt x="143" y="50"/>
                    </a:moveTo>
                    <a:lnTo>
                      <a:pt x="143" y="50"/>
                    </a:lnTo>
                    <a:cubicBezTo>
                      <a:pt x="129" y="50"/>
                      <a:pt x="118" y="39"/>
                      <a:pt x="118" y="25"/>
                    </a:cubicBezTo>
                    <a:cubicBezTo>
                      <a:pt x="118" y="12"/>
                      <a:pt x="129" y="0"/>
                      <a:pt x="143" y="0"/>
                    </a:cubicBezTo>
                    <a:lnTo>
                      <a:pt x="143" y="0"/>
                    </a:lnTo>
                    <a:cubicBezTo>
                      <a:pt x="157" y="0"/>
                      <a:pt x="168" y="12"/>
                      <a:pt x="168" y="25"/>
                    </a:cubicBezTo>
                    <a:cubicBezTo>
                      <a:pt x="168" y="39"/>
                      <a:pt x="157" y="50"/>
                      <a:pt x="143" y="50"/>
                    </a:cubicBezTo>
                    <a:close/>
                    <a:moveTo>
                      <a:pt x="43" y="50"/>
                    </a:moveTo>
                    <a:lnTo>
                      <a:pt x="43" y="50"/>
                    </a:lnTo>
                    <a:cubicBezTo>
                      <a:pt x="29" y="50"/>
                      <a:pt x="18" y="39"/>
                      <a:pt x="18" y="25"/>
                    </a:cubicBezTo>
                    <a:cubicBezTo>
                      <a:pt x="18" y="12"/>
                      <a:pt x="29" y="0"/>
                      <a:pt x="43" y="0"/>
                    </a:cubicBezTo>
                    <a:lnTo>
                      <a:pt x="43" y="0"/>
                    </a:lnTo>
                    <a:cubicBezTo>
                      <a:pt x="57" y="0"/>
                      <a:pt x="68" y="12"/>
                      <a:pt x="68" y="25"/>
                    </a:cubicBezTo>
                    <a:cubicBezTo>
                      <a:pt x="68" y="39"/>
                      <a:pt x="57" y="50"/>
                      <a:pt x="43" y="50"/>
                    </a:cubicBezTo>
                    <a:close/>
                    <a:moveTo>
                      <a:pt x="79" y="87"/>
                    </a:moveTo>
                    <a:lnTo>
                      <a:pt x="79" y="87"/>
                    </a:lnTo>
                    <a:cubicBezTo>
                      <a:pt x="84" y="99"/>
                      <a:pt x="79" y="114"/>
                      <a:pt x="67" y="120"/>
                    </a:cubicBezTo>
                    <a:cubicBezTo>
                      <a:pt x="54" y="126"/>
                      <a:pt x="39" y="121"/>
                      <a:pt x="33" y="108"/>
                    </a:cubicBezTo>
                    <a:lnTo>
                      <a:pt x="33" y="108"/>
                    </a:lnTo>
                    <a:cubicBezTo>
                      <a:pt x="27" y="96"/>
                      <a:pt x="33" y="81"/>
                      <a:pt x="45" y="75"/>
                    </a:cubicBezTo>
                    <a:cubicBezTo>
                      <a:pt x="58" y="69"/>
                      <a:pt x="73" y="74"/>
                      <a:pt x="79" y="87"/>
                    </a:cubicBezTo>
                    <a:close/>
                    <a:moveTo>
                      <a:pt x="121" y="178"/>
                    </a:moveTo>
                    <a:lnTo>
                      <a:pt x="121" y="178"/>
                    </a:lnTo>
                    <a:cubicBezTo>
                      <a:pt x="127" y="190"/>
                      <a:pt x="121" y="205"/>
                      <a:pt x="109" y="211"/>
                    </a:cubicBezTo>
                    <a:cubicBezTo>
                      <a:pt x="96" y="217"/>
                      <a:pt x="81" y="211"/>
                      <a:pt x="75" y="199"/>
                    </a:cubicBezTo>
                    <a:lnTo>
                      <a:pt x="75" y="199"/>
                    </a:lnTo>
                    <a:cubicBezTo>
                      <a:pt x="70" y="186"/>
                      <a:pt x="75" y="171"/>
                      <a:pt x="88" y="166"/>
                    </a:cubicBezTo>
                    <a:cubicBezTo>
                      <a:pt x="100" y="160"/>
                      <a:pt x="115" y="165"/>
                      <a:pt x="121" y="178"/>
                    </a:cubicBezTo>
                    <a:close/>
                    <a:moveTo>
                      <a:pt x="163" y="268"/>
                    </a:moveTo>
                    <a:lnTo>
                      <a:pt x="163" y="268"/>
                    </a:lnTo>
                    <a:cubicBezTo>
                      <a:pt x="169" y="281"/>
                      <a:pt x="163" y="296"/>
                      <a:pt x="151" y="302"/>
                    </a:cubicBezTo>
                    <a:cubicBezTo>
                      <a:pt x="138" y="308"/>
                      <a:pt x="124" y="302"/>
                      <a:pt x="118" y="290"/>
                    </a:cubicBezTo>
                    <a:lnTo>
                      <a:pt x="118" y="290"/>
                    </a:lnTo>
                    <a:cubicBezTo>
                      <a:pt x="112" y="277"/>
                      <a:pt x="117" y="262"/>
                      <a:pt x="130" y="256"/>
                    </a:cubicBezTo>
                    <a:cubicBezTo>
                      <a:pt x="142" y="250"/>
                      <a:pt x="157" y="256"/>
                      <a:pt x="163" y="268"/>
                    </a:cubicBezTo>
                    <a:close/>
                    <a:moveTo>
                      <a:pt x="205" y="359"/>
                    </a:moveTo>
                    <a:lnTo>
                      <a:pt x="205" y="359"/>
                    </a:lnTo>
                    <a:cubicBezTo>
                      <a:pt x="211" y="372"/>
                      <a:pt x="206" y="387"/>
                      <a:pt x="193" y="392"/>
                    </a:cubicBezTo>
                    <a:cubicBezTo>
                      <a:pt x="181" y="398"/>
                      <a:pt x="166" y="393"/>
                      <a:pt x="160" y="380"/>
                    </a:cubicBezTo>
                    <a:lnTo>
                      <a:pt x="160" y="380"/>
                    </a:lnTo>
                    <a:cubicBezTo>
                      <a:pt x="154" y="368"/>
                      <a:pt x="159" y="353"/>
                      <a:pt x="172" y="347"/>
                    </a:cubicBezTo>
                    <a:cubicBezTo>
                      <a:pt x="184" y="341"/>
                      <a:pt x="199" y="347"/>
                      <a:pt x="205" y="359"/>
                    </a:cubicBezTo>
                    <a:close/>
                    <a:moveTo>
                      <a:pt x="247" y="450"/>
                    </a:moveTo>
                    <a:lnTo>
                      <a:pt x="247" y="450"/>
                    </a:lnTo>
                    <a:cubicBezTo>
                      <a:pt x="253" y="463"/>
                      <a:pt x="248" y="477"/>
                      <a:pt x="235" y="483"/>
                    </a:cubicBezTo>
                    <a:cubicBezTo>
                      <a:pt x="222" y="489"/>
                      <a:pt x="208" y="483"/>
                      <a:pt x="202" y="471"/>
                    </a:cubicBezTo>
                    <a:lnTo>
                      <a:pt x="202" y="471"/>
                    </a:lnTo>
                    <a:cubicBezTo>
                      <a:pt x="196" y="458"/>
                      <a:pt x="202" y="443"/>
                      <a:pt x="214" y="438"/>
                    </a:cubicBezTo>
                    <a:cubicBezTo>
                      <a:pt x="227" y="432"/>
                      <a:pt x="242" y="438"/>
                      <a:pt x="247" y="450"/>
                    </a:cubicBezTo>
                    <a:close/>
                    <a:moveTo>
                      <a:pt x="290" y="541"/>
                    </a:moveTo>
                    <a:lnTo>
                      <a:pt x="290" y="541"/>
                    </a:lnTo>
                    <a:cubicBezTo>
                      <a:pt x="295" y="553"/>
                      <a:pt x="290" y="568"/>
                      <a:pt x="277" y="574"/>
                    </a:cubicBezTo>
                    <a:cubicBezTo>
                      <a:pt x="265" y="580"/>
                      <a:pt x="250" y="574"/>
                      <a:pt x="244" y="562"/>
                    </a:cubicBezTo>
                    <a:lnTo>
                      <a:pt x="244" y="562"/>
                    </a:lnTo>
                    <a:cubicBezTo>
                      <a:pt x="238" y="549"/>
                      <a:pt x="244" y="534"/>
                      <a:pt x="256" y="528"/>
                    </a:cubicBezTo>
                    <a:cubicBezTo>
                      <a:pt x="269" y="523"/>
                      <a:pt x="284" y="528"/>
                      <a:pt x="290" y="541"/>
                    </a:cubicBezTo>
                    <a:close/>
                    <a:moveTo>
                      <a:pt x="332" y="632"/>
                    </a:moveTo>
                    <a:lnTo>
                      <a:pt x="332" y="632"/>
                    </a:lnTo>
                    <a:cubicBezTo>
                      <a:pt x="337" y="644"/>
                      <a:pt x="332" y="659"/>
                      <a:pt x="319" y="665"/>
                    </a:cubicBezTo>
                    <a:cubicBezTo>
                      <a:pt x="307" y="670"/>
                      <a:pt x="292" y="665"/>
                      <a:pt x="286" y="652"/>
                    </a:cubicBezTo>
                    <a:lnTo>
                      <a:pt x="286" y="652"/>
                    </a:lnTo>
                    <a:cubicBezTo>
                      <a:pt x="280" y="640"/>
                      <a:pt x="286" y="625"/>
                      <a:pt x="299" y="619"/>
                    </a:cubicBezTo>
                    <a:cubicBezTo>
                      <a:pt x="311" y="613"/>
                      <a:pt x="326" y="619"/>
                      <a:pt x="332" y="632"/>
                    </a:cubicBezTo>
                    <a:close/>
                    <a:moveTo>
                      <a:pt x="374" y="722"/>
                    </a:moveTo>
                    <a:lnTo>
                      <a:pt x="374" y="722"/>
                    </a:lnTo>
                    <a:cubicBezTo>
                      <a:pt x="380" y="735"/>
                      <a:pt x="374" y="750"/>
                      <a:pt x="362" y="755"/>
                    </a:cubicBezTo>
                    <a:cubicBezTo>
                      <a:pt x="349" y="761"/>
                      <a:pt x="334" y="756"/>
                      <a:pt x="328" y="743"/>
                    </a:cubicBezTo>
                    <a:lnTo>
                      <a:pt x="328" y="743"/>
                    </a:lnTo>
                    <a:cubicBezTo>
                      <a:pt x="323" y="730"/>
                      <a:pt x="328" y="716"/>
                      <a:pt x="341" y="710"/>
                    </a:cubicBezTo>
                    <a:cubicBezTo>
                      <a:pt x="353" y="704"/>
                      <a:pt x="368" y="710"/>
                      <a:pt x="374" y="722"/>
                    </a:cubicBezTo>
                    <a:close/>
                    <a:moveTo>
                      <a:pt x="416" y="813"/>
                    </a:moveTo>
                    <a:lnTo>
                      <a:pt x="416" y="813"/>
                    </a:lnTo>
                    <a:cubicBezTo>
                      <a:pt x="422" y="826"/>
                      <a:pt x="416" y="840"/>
                      <a:pt x="404" y="846"/>
                    </a:cubicBezTo>
                    <a:cubicBezTo>
                      <a:pt x="391" y="852"/>
                      <a:pt x="376" y="846"/>
                      <a:pt x="371" y="834"/>
                    </a:cubicBezTo>
                    <a:lnTo>
                      <a:pt x="371" y="834"/>
                    </a:lnTo>
                    <a:cubicBezTo>
                      <a:pt x="365" y="821"/>
                      <a:pt x="370" y="806"/>
                      <a:pt x="383" y="801"/>
                    </a:cubicBezTo>
                    <a:cubicBezTo>
                      <a:pt x="395" y="795"/>
                      <a:pt x="410" y="800"/>
                      <a:pt x="416" y="813"/>
                    </a:cubicBezTo>
                    <a:close/>
                    <a:moveTo>
                      <a:pt x="458" y="904"/>
                    </a:moveTo>
                    <a:lnTo>
                      <a:pt x="458" y="904"/>
                    </a:lnTo>
                    <a:cubicBezTo>
                      <a:pt x="464" y="916"/>
                      <a:pt x="458" y="931"/>
                      <a:pt x="446" y="937"/>
                    </a:cubicBezTo>
                    <a:cubicBezTo>
                      <a:pt x="433" y="943"/>
                      <a:pt x="418" y="937"/>
                      <a:pt x="413" y="925"/>
                    </a:cubicBezTo>
                    <a:lnTo>
                      <a:pt x="413" y="924"/>
                    </a:lnTo>
                    <a:cubicBezTo>
                      <a:pt x="407" y="912"/>
                      <a:pt x="412" y="897"/>
                      <a:pt x="425" y="891"/>
                    </a:cubicBezTo>
                    <a:cubicBezTo>
                      <a:pt x="438" y="886"/>
                      <a:pt x="452" y="891"/>
                      <a:pt x="458" y="904"/>
                    </a:cubicBezTo>
                    <a:close/>
                    <a:moveTo>
                      <a:pt x="500" y="994"/>
                    </a:moveTo>
                    <a:lnTo>
                      <a:pt x="500" y="994"/>
                    </a:lnTo>
                    <a:cubicBezTo>
                      <a:pt x="506" y="1007"/>
                      <a:pt x="501" y="1022"/>
                      <a:pt x="488" y="1028"/>
                    </a:cubicBezTo>
                    <a:cubicBezTo>
                      <a:pt x="475" y="1033"/>
                      <a:pt x="461" y="1028"/>
                      <a:pt x="455" y="1015"/>
                    </a:cubicBezTo>
                    <a:lnTo>
                      <a:pt x="455" y="1015"/>
                    </a:lnTo>
                    <a:cubicBezTo>
                      <a:pt x="449" y="1003"/>
                      <a:pt x="455" y="988"/>
                      <a:pt x="467" y="982"/>
                    </a:cubicBezTo>
                    <a:cubicBezTo>
                      <a:pt x="480" y="976"/>
                      <a:pt x="495" y="982"/>
                      <a:pt x="500" y="994"/>
                    </a:cubicBezTo>
                    <a:close/>
                    <a:moveTo>
                      <a:pt x="543" y="1085"/>
                    </a:moveTo>
                    <a:lnTo>
                      <a:pt x="543" y="1085"/>
                    </a:lnTo>
                    <a:cubicBezTo>
                      <a:pt x="548" y="1098"/>
                      <a:pt x="543" y="1113"/>
                      <a:pt x="530" y="1118"/>
                    </a:cubicBezTo>
                    <a:cubicBezTo>
                      <a:pt x="518" y="1124"/>
                      <a:pt x="503" y="1119"/>
                      <a:pt x="497" y="1106"/>
                    </a:cubicBezTo>
                    <a:lnTo>
                      <a:pt x="497" y="1106"/>
                    </a:lnTo>
                    <a:cubicBezTo>
                      <a:pt x="491" y="1093"/>
                      <a:pt x="497" y="1079"/>
                      <a:pt x="509" y="1073"/>
                    </a:cubicBezTo>
                    <a:cubicBezTo>
                      <a:pt x="522" y="1067"/>
                      <a:pt x="537" y="1073"/>
                      <a:pt x="543" y="1085"/>
                    </a:cubicBezTo>
                    <a:close/>
                    <a:moveTo>
                      <a:pt x="585" y="1176"/>
                    </a:moveTo>
                    <a:lnTo>
                      <a:pt x="585" y="1176"/>
                    </a:lnTo>
                    <a:cubicBezTo>
                      <a:pt x="590" y="1189"/>
                      <a:pt x="585" y="1203"/>
                      <a:pt x="572" y="1209"/>
                    </a:cubicBezTo>
                    <a:cubicBezTo>
                      <a:pt x="560" y="1215"/>
                      <a:pt x="545" y="1209"/>
                      <a:pt x="539" y="1197"/>
                    </a:cubicBezTo>
                    <a:lnTo>
                      <a:pt x="539" y="1197"/>
                    </a:lnTo>
                    <a:cubicBezTo>
                      <a:pt x="533" y="1184"/>
                      <a:pt x="539" y="1169"/>
                      <a:pt x="552" y="1164"/>
                    </a:cubicBezTo>
                    <a:cubicBezTo>
                      <a:pt x="564" y="1158"/>
                      <a:pt x="579" y="1163"/>
                      <a:pt x="585" y="1176"/>
                    </a:cubicBezTo>
                    <a:close/>
                    <a:moveTo>
                      <a:pt x="627" y="1267"/>
                    </a:moveTo>
                    <a:lnTo>
                      <a:pt x="627" y="1267"/>
                    </a:lnTo>
                    <a:cubicBezTo>
                      <a:pt x="633" y="1279"/>
                      <a:pt x="627" y="1294"/>
                      <a:pt x="614" y="1300"/>
                    </a:cubicBezTo>
                    <a:cubicBezTo>
                      <a:pt x="602" y="1306"/>
                      <a:pt x="587" y="1300"/>
                      <a:pt x="581" y="1287"/>
                    </a:cubicBezTo>
                    <a:lnTo>
                      <a:pt x="581" y="1287"/>
                    </a:lnTo>
                    <a:cubicBezTo>
                      <a:pt x="576" y="1275"/>
                      <a:pt x="581" y="1260"/>
                      <a:pt x="594" y="1254"/>
                    </a:cubicBezTo>
                    <a:cubicBezTo>
                      <a:pt x="606" y="1249"/>
                      <a:pt x="621" y="1254"/>
                      <a:pt x="627" y="1267"/>
                    </a:cubicBezTo>
                    <a:close/>
                    <a:moveTo>
                      <a:pt x="669" y="1357"/>
                    </a:moveTo>
                    <a:lnTo>
                      <a:pt x="669" y="1357"/>
                    </a:lnTo>
                    <a:cubicBezTo>
                      <a:pt x="675" y="1370"/>
                      <a:pt x="669" y="1385"/>
                      <a:pt x="657" y="1391"/>
                    </a:cubicBezTo>
                    <a:cubicBezTo>
                      <a:pt x="644" y="1396"/>
                      <a:pt x="629" y="1391"/>
                      <a:pt x="624" y="1378"/>
                    </a:cubicBezTo>
                    <a:lnTo>
                      <a:pt x="624" y="1378"/>
                    </a:lnTo>
                    <a:cubicBezTo>
                      <a:pt x="618" y="1366"/>
                      <a:pt x="623" y="1351"/>
                      <a:pt x="636" y="1345"/>
                    </a:cubicBezTo>
                    <a:cubicBezTo>
                      <a:pt x="648" y="1339"/>
                      <a:pt x="663" y="1345"/>
                      <a:pt x="669" y="1357"/>
                    </a:cubicBezTo>
                    <a:close/>
                    <a:moveTo>
                      <a:pt x="711" y="1448"/>
                    </a:moveTo>
                    <a:lnTo>
                      <a:pt x="711" y="1448"/>
                    </a:lnTo>
                    <a:cubicBezTo>
                      <a:pt x="717" y="1461"/>
                      <a:pt x="711" y="1476"/>
                      <a:pt x="699" y="1481"/>
                    </a:cubicBezTo>
                    <a:cubicBezTo>
                      <a:pt x="686" y="1487"/>
                      <a:pt x="671" y="1481"/>
                      <a:pt x="666" y="1469"/>
                    </a:cubicBezTo>
                    <a:lnTo>
                      <a:pt x="666" y="1469"/>
                    </a:lnTo>
                    <a:cubicBezTo>
                      <a:pt x="660" y="1456"/>
                      <a:pt x="665" y="1441"/>
                      <a:pt x="678" y="1436"/>
                    </a:cubicBezTo>
                    <a:cubicBezTo>
                      <a:pt x="691" y="1430"/>
                      <a:pt x="705" y="1436"/>
                      <a:pt x="711" y="1448"/>
                    </a:cubicBezTo>
                    <a:close/>
                    <a:moveTo>
                      <a:pt x="753" y="1539"/>
                    </a:moveTo>
                    <a:lnTo>
                      <a:pt x="753" y="1539"/>
                    </a:lnTo>
                    <a:cubicBezTo>
                      <a:pt x="759" y="1551"/>
                      <a:pt x="754" y="1566"/>
                      <a:pt x="741" y="1572"/>
                    </a:cubicBezTo>
                    <a:cubicBezTo>
                      <a:pt x="728" y="1578"/>
                      <a:pt x="714" y="1572"/>
                      <a:pt x="708" y="1560"/>
                    </a:cubicBezTo>
                    <a:lnTo>
                      <a:pt x="708" y="1560"/>
                    </a:lnTo>
                    <a:cubicBezTo>
                      <a:pt x="702" y="1547"/>
                      <a:pt x="708" y="1532"/>
                      <a:pt x="720" y="1526"/>
                    </a:cubicBezTo>
                    <a:cubicBezTo>
                      <a:pt x="733" y="1521"/>
                      <a:pt x="748" y="1526"/>
                      <a:pt x="753" y="1539"/>
                    </a:cubicBezTo>
                    <a:close/>
                    <a:moveTo>
                      <a:pt x="795" y="1630"/>
                    </a:moveTo>
                    <a:lnTo>
                      <a:pt x="796" y="1630"/>
                    </a:lnTo>
                    <a:cubicBezTo>
                      <a:pt x="801" y="1642"/>
                      <a:pt x="796" y="1657"/>
                      <a:pt x="783" y="1663"/>
                    </a:cubicBezTo>
                    <a:cubicBezTo>
                      <a:pt x="771" y="1668"/>
                      <a:pt x="756" y="1663"/>
                      <a:pt x="750" y="1650"/>
                    </a:cubicBezTo>
                    <a:lnTo>
                      <a:pt x="750" y="1650"/>
                    </a:lnTo>
                    <a:cubicBezTo>
                      <a:pt x="744" y="1638"/>
                      <a:pt x="750" y="1623"/>
                      <a:pt x="762" y="1617"/>
                    </a:cubicBezTo>
                    <a:cubicBezTo>
                      <a:pt x="775" y="1611"/>
                      <a:pt x="790" y="1617"/>
                      <a:pt x="795" y="1630"/>
                    </a:cubicBezTo>
                    <a:close/>
                    <a:moveTo>
                      <a:pt x="838" y="1720"/>
                    </a:moveTo>
                    <a:lnTo>
                      <a:pt x="838" y="1720"/>
                    </a:lnTo>
                    <a:cubicBezTo>
                      <a:pt x="843" y="1733"/>
                      <a:pt x="838" y="1748"/>
                      <a:pt x="825" y="1753"/>
                    </a:cubicBezTo>
                    <a:cubicBezTo>
                      <a:pt x="813" y="1759"/>
                      <a:pt x="798" y="1754"/>
                      <a:pt x="792" y="1741"/>
                    </a:cubicBezTo>
                    <a:lnTo>
                      <a:pt x="792" y="1741"/>
                    </a:lnTo>
                    <a:cubicBezTo>
                      <a:pt x="786" y="1728"/>
                      <a:pt x="792" y="1714"/>
                      <a:pt x="805" y="1708"/>
                    </a:cubicBezTo>
                    <a:cubicBezTo>
                      <a:pt x="817" y="1702"/>
                      <a:pt x="832" y="1708"/>
                      <a:pt x="838" y="1720"/>
                    </a:cubicBezTo>
                    <a:close/>
                    <a:moveTo>
                      <a:pt x="880" y="1811"/>
                    </a:moveTo>
                    <a:lnTo>
                      <a:pt x="880" y="1811"/>
                    </a:lnTo>
                    <a:cubicBezTo>
                      <a:pt x="886" y="1824"/>
                      <a:pt x="880" y="1838"/>
                      <a:pt x="867" y="1844"/>
                    </a:cubicBezTo>
                    <a:cubicBezTo>
                      <a:pt x="855" y="1850"/>
                      <a:pt x="840" y="1844"/>
                      <a:pt x="834" y="1832"/>
                    </a:cubicBezTo>
                    <a:lnTo>
                      <a:pt x="834" y="1832"/>
                    </a:lnTo>
                    <a:cubicBezTo>
                      <a:pt x="829" y="1819"/>
                      <a:pt x="834" y="1804"/>
                      <a:pt x="847" y="1799"/>
                    </a:cubicBezTo>
                    <a:cubicBezTo>
                      <a:pt x="859" y="1793"/>
                      <a:pt x="874" y="1798"/>
                      <a:pt x="880" y="1811"/>
                    </a:cubicBezTo>
                    <a:close/>
                    <a:moveTo>
                      <a:pt x="922" y="1902"/>
                    </a:moveTo>
                    <a:lnTo>
                      <a:pt x="922" y="1902"/>
                    </a:lnTo>
                    <a:cubicBezTo>
                      <a:pt x="928" y="1914"/>
                      <a:pt x="922" y="1929"/>
                      <a:pt x="910" y="1935"/>
                    </a:cubicBezTo>
                    <a:cubicBezTo>
                      <a:pt x="897" y="1941"/>
                      <a:pt x="882" y="1935"/>
                      <a:pt x="877" y="1923"/>
                    </a:cubicBezTo>
                    <a:lnTo>
                      <a:pt x="876" y="1923"/>
                    </a:lnTo>
                    <a:cubicBezTo>
                      <a:pt x="871" y="1910"/>
                      <a:pt x="876" y="1895"/>
                      <a:pt x="889" y="1889"/>
                    </a:cubicBezTo>
                    <a:cubicBezTo>
                      <a:pt x="901" y="1884"/>
                      <a:pt x="916" y="1889"/>
                      <a:pt x="922" y="1902"/>
                    </a:cubicBezTo>
                    <a:close/>
                    <a:moveTo>
                      <a:pt x="964" y="1992"/>
                    </a:moveTo>
                    <a:lnTo>
                      <a:pt x="964" y="1993"/>
                    </a:lnTo>
                    <a:cubicBezTo>
                      <a:pt x="970" y="2005"/>
                      <a:pt x="964" y="2020"/>
                      <a:pt x="952" y="2026"/>
                    </a:cubicBezTo>
                    <a:cubicBezTo>
                      <a:pt x="939" y="2031"/>
                      <a:pt x="924" y="2026"/>
                      <a:pt x="919" y="2013"/>
                    </a:cubicBezTo>
                    <a:lnTo>
                      <a:pt x="919" y="2013"/>
                    </a:lnTo>
                    <a:cubicBezTo>
                      <a:pt x="913" y="2001"/>
                      <a:pt x="918" y="1986"/>
                      <a:pt x="931" y="1980"/>
                    </a:cubicBezTo>
                    <a:cubicBezTo>
                      <a:pt x="944" y="1974"/>
                      <a:pt x="958" y="1980"/>
                      <a:pt x="964" y="1992"/>
                    </a:cubicBezTo>
                    <a:close/>
                    <a:moveTo>
                      <a:pt x="1006" y="2083"/>
                    </a:moveTo>
                    <a:lnTo>
                      <a:pt x="1006" y="2083"/>
                    </a:lnTo>
                    <a:cubicBezTo>
                      <a:pt x="1012" y="2096"/>
                      <a:pt x="1007" y="2111"/>
                      <a:pt x="994" y="2116"/>
                    </a:cubicBezTo>
                    <a:cubicBezTo>
                      <a:pt x="981" y="2122"/>
                      <a:pt x="967" y="2117"/>
                      <a:pt x="961" y="2104"/>
                    </a:cubicBezTo>
                    <a:lnTo>
                      <a:pt x="961" y="2104"/>
                    </a:lnTo>
                    <a:cubicBezTo>
                      <a:pt x="955" y="2091"/>
                      <a:pt x="961" y="2077"/>
                      <a:pt x="973" y="2071"/>
                    </a:cubicBezTo>
                    <a:cubicBezTo>
                      <a:pt x="986" y="2065"/>
                      <a:pt x="1001" y="2071"/>
                      <a:pt x="1006" y="2083"/>
                    </a:cubicBezTo>
                    <a:close/>
                    <a:moveTo>
                      <a:pt x="1048" y="2174"/>
                    </a:moveTo>
                    <a:lnTo>
                      <a:pt x="1049" y="2174"/>
                    </a:lnTo>
                    <a:cubicBezTo>
                      <a:pt x="1054" y="2187"/>
                      <a:pt x="1049" y="2201"/>
                      <a:pt x="1036" y="2207"/>
                    </a:cubicBezTo>
                    <a:cubicBezTo>
                      <a:pt x="1024" y="2213"/>
                      <a:pt x="1009" y="2207"/>
                      <a:pt x="1003" y="2195"/>
                    </a:cubicBezTo>
                    <a:lnTo>
                      <a:pt x="1003" y="2195"/>
                    </a:lnTo>
                    <a:cubicBezTo>
                      <a:pt x="997" y="2182"/>
                      <a:pt x="1003" y="2167"/>
                      <a:pt x="1015" y="2162"/>
                    </a:cubicBezTo>
                    <a:cubicBezTo>
                      <a:pt x="1028" y="2156"/>
                      <a:pt x="1043" y="2161"/>
                      <a:pt x="1048" y="2174"/>
                    </a:cubicBezTo>
                    <a:close/>
                    <a:moveTo>
                      <a:pt x="1091" y="2265"/>
                    </a:moveTo>
                    <a:lnTo>
                      <a:pt x="1091" y="2265"/>
                    </a:lnTo>
                    <a:cubicBezTo>
                      <a:pt x="1096" y="2277"/>
                      <a:pt x="1091" y="2292"/>
                      <a:pt x="1078" y="2298"/>
                    </a:cubicBezTo>
                    <a:cubicBezTo>
                      <a:pt x="1066" y="2304"/>
                      <a:pt x="1051" y="2298"/>
                      <a:pt x="1045" y="2285"/>
                    </a:cubicBezTo>
                    <a:lnTo>
                      <a:pt x="1045" y="2285"/>
                    </a:lnTo>
                    <a:cubicBezTo>
                      <a:pt x="1039" y="2273"/>
                      <a:pt x="1045" y="2258"/>
                      <a:pt x="1058" y="2252"/>
                    </a:cubicBezTo>
                    <a:cubicBezTo>
                      <a:pt x="1070" y="2247"/>
                      <a:pt x="1085" y="2252"/>
                      <a:pt x="1091" y="2265"/>
                    </a:cubicBezTo>
                    <a:close/>
                    <a:moveTo>
                      <a:pt x="1133" y="2355"/>
                    </a:moveTo>
                    <a:lnTo>
                      <a:pt x="1133" y="2355"/>
                    </a:lnTo>
                    <a:cubicBezTo>
                      <a:pt x="1139" y="2368"/>
                      <a:pt x="1133" y="2383"/>
                      <a:pt x="1120" y="2389"/>
                    </a:cubicBezTo>
                    <a:cubicBezTo>
                      <a:pt x="1108" y="2394"/>
                      <a:pt x="1093" y="2389"/>
                      <a:pt x="1087" y="2376"/>
                    </a:cubicBezTo>
                    <a:lnTo>
                      <a:pt x="1087" y="2376"/>
                    </a:lnTo>
                    <a:cubicBezTo>
                      <a:pt x="1082" y="2364"/>
                      <a:pt x="1087" y="2349"/>
                      <a:pt x="1100" y="2343"/>
                    </a:cubicBezTo>
                    <a:cubicBezTo>
                      <a:pt x="1112" y="2337"/>
                      <a:pt x="1127" y="2343"/>
                      <a:pt x="1133" y="2355"/>
                    </a:cubicBezTo>
                    <a:close/>
                    <a:moveTo>
                      <a:pt x="1175" y="2446"/>
                    </a:moveTo>
                    <a:lnTo>
                      <a:pt x="1175" y="2446"/>
                    </a:lnTo>
                    <a:cubicBezTo>
                      <a:pt x="1181" y="2459"/>
                      <a:pt x="1175" y="2474"/>
                      <a:pt x="1163" y="2479"/>
                    </a:cubicBezTo>
                    <a:cubicBezTo>
                      <a:pt x="1150" y="2485"/>
                      <a:pt x="1135" y="2480"/>
                      <a:pt x="1130" y="2467"/>
                    </a:cubicBezTo>
                    <a:lnTo>
                      <a:pt x="1129" y="2467"/>
                    </a:lnTo>
                    <a:cubicBezTo>
                      <a:pt x="1124" y="2454"/>
                      <a:pt x="1129" y="2440"/>
                      <a:pt x="1142" y="2434"/>
                    </a:cubicBezTo>
                    <a:cubicBezTo>
                      <a:pt x="1154" y="2428"/>
                      <a:pt x="1169" y="2434"/>
                      <a:pt x="1175" y="2446"/>
                    </a:cubicBezTo>
                    <a:close/>
                    <a:moveTo>
                      <a:pt x="1217" y="2537"/>
                    </a:moveTo>
                    <a:lnTo>
                      <a:pt x="1217" y="2537"/>
                    </a:lnTo>
                    <a:cubicBezTo>
                      <a:pt x="1223" y="2549"/>
                      <a:pt x="1217" y="2564"/>
                      <a:pt x="1205" y="2570"/>
                    </a:cubicBezTo>
                    <a:cubicBezTo>
                      <a:pt x="1192" y="2576"/>
                      <a:pt x="1177" y="2570"/>
                      <a:pt x="1172" y="2558"/>
                    </a:cubicBezTo>
                    <a:lnTo>
                      <a:pt x="1172" y="2558"/>
                    </a:lnTo>
                    <a:cubicBezTo>
                      <a:pt x="1166" y="2545"/>
                      <a:pt x="1171" y="2530"/>
                      <a:pt x="1184" y="2525"/>
                    </a:cubicBezTo>
                    <a:cubicBezTo>
                      <a:pt x="1197" y="2519"/>
                      <a:pt x="1211" y="2524"/>
                      <a:pt x="1217" y="2537"/>
                    </a:cubicBezTo>
                    <a:close/>
                    <a:moveTo>
                      <a:pt x="1259" y="2628"/>
                    </a:moveTo>
                    <a:lnTo>
                      <a:pt x="1259" y="2628"/>
                    </a:lnTo>
                    <a:cubicBezTo>
                      <a:pt x="1265" y="2640"/>
                      <a:pt x="1260" y="2655"/>
                      <a:pt x="1247" y="2661"/>
                    </a:cubicBezTo>
                    <a:cubicBezTo>
                      <a:pt x="1234" y="2666"/>
                      <a:pt x="1220" y="2661"/>
                      <a:pt x="1214" y="2648"/>
                    </a:cubicBezTo>
                    <a:lnTo>
                      <a:pt x="1214" y="2648"/>
                    </a:lnTo>
                    <a:cubicBezTo>
                      <a:pt x="1208" y="2636"/>
                      <a:pt x="1214" y="2621"/>
                      <a:pt x="1226" y="2615"/>
                    </a:cubicBezTo>
                    <a:cubicBezTo>
                      <a:pt x="1239" y="2610"/>
                      <a:pt x="1254" y="2615"/>
                      <a:pt x="1259" y="2628"/>
                    </a:cubicBezTo>
                    <a:close/>
                    <a:moveTo>
                      <a:pt x="1301" y="2718"/>
                    </a:moveTo>
                    <a:lnTo>
                      <a:pt x="1301" y="2718"/>
                    </a:lnTo>
                    <a:cubicBezTo>
                      <a:pt x="1307" y="2731"/>
                      <a:pt x="1302" y="2746"/>
                      <a:pt x="1289" y="2751"/>
                    </a:cubicBezTo>
                    <a:cubicBezTo>
                      <a:pt x="1277" y="2757"/>
                      <a:pt x="1262" y="2752"/>
                      <a:pt x="1256" y="2739"/>
                    </a:cubicBezTo>
                    <a:lnTo>
                      <a:pt x="1256" y="2739"/>
                    </a:lnTo>
                    <a:cubicBezTo>
                      <a:pt x="1250" y="2727"/>
                      <a:pt x="1256" y="2712"/>
                      <a:pt x="1268" y="2706"/>
                    </a:cubicBezTo>
                    <a:cubicBezTo>
                      <a:pt x="1281" y="2700"/>
                      <a:pt x="1296" y="2706"/>
                      <a:pt x="1301" y="2718"/>
                    </a:cubicBezTo>
                    <a:close/>
                    <a:moveTo>
                      <a:pt x="1344" y="2809"/>
                    </a:moveTo>
                    <a:lnTo>
                      <a:pt x="1344" y="2809"/>
                    </a:lnTo>
                    <a:cubicBezTo>
                      <a:pt x="1349" y="2822"/>
                      <a:pt x="1344" y="2836"/>
                      <a:pt x="1331" y="2842"/>
                    </a:cubicBezTo>
                    <a:cubicBezTo>
                      <a:pt x="1319" y="2848"/>
                      <a:pt x="1304" y="2842"/>
                      <a:pt x="1298" y="2830"/>
                    </a:cubicBezTo>
                    <a:lnTo>
                      <a:pt x="1298" y="2830"/>
                    </a:lnTo>
                    <a:cubicBezTo>
                      <a:pt x="1292" y="2817"/>
                      <a:pt x="1298" y="2802"/>
                      <a:pt x="1311" y="2797"/>
                    </a:cubicBezTo>
                    <a:cubicBezTo>
                      <a:pt x="1323" y="2791"/>
                      <a:pt x="1338" y="2796"/>
                      <a:pt x="1344" y="2809"/>
                    </a:cubicBezTo>
                    <a:close/>
                    <a:moveTo>
                      <a:pt x="1386" y="2900"/>
                    </a:moveTo>
                    <a:lnTo>
                      <a:pt x="1386" y="2900"/>
                    </a:lnTo>
                    <a:cubicBezTo>
                      <a:pt x="1392" y="2912"/>
                      <a:pt x="1386" y="2927"/>
                      <a:pt x="1373" y="2933"/>
                    </a:cubicBezTo>
                    <a:cubicBezTo>
                      <a:pt x="1361" y="2939"/>
                      <a:pt x="1346" y="2933"/>
                      <a:pt x="1340" y="2921"/>
                    </a:cubicBezTo>
                    <a:lnTo>
                      <a:pt x="1340" y="2921"/>
                    </a:lnTo>
                    <a:cubicBezTo>
                      <a:pt x="1335" y="2908"/>
                      <a:pt x="1340" y="2893"/>
                      <a:pt x="1353" y="2887"/>
                    </a:cubicBezTo>
                    <a:cubicBezTo>
                      <a:pt x="1365" y="2882"/>
                      <a:pt x="1380" y="2887"/>
                      <a:pt x="1386" y="2900"/>
                    </a:cubicBezTo>
                    <a:close/>
                    <a:moveTo>
                      <a:pt x="1428" y="2991"/>
                    </a:moveTo>
                    <a:lnTo>
                      <a:pt x="1428" y="2991"/>
                    </a:lnTo>
                    <a:cubicBezTo>
                      <a:pt x="1434" y="3003"/>
                      <a:pt x="1428" y="3018"/>
                      <a:pt x="1416" y="3024"/>
                    </a:cubicBezTo>
                    <a:cubicBezTo>
                      <a:pt x="1403" y="3029"/>
                      <a:pt x="1388" y="3024"/>
                      <a:pt x="1383" y="3011"/>
                    </a:cubicBezTo>
                    <a:lnTo>
                      <a:pt x="1382" y="3011"/>
                    </a:lnTo>
                    <a:cubicBezTo>
                      <a:pt x="1377" y="2999"/>
                      <a:pt x="1382" y="2984"/>
                      <a:pt x="1395" y="2978"/>
                    </a:cubicBezTo>
                    <a:cubicBezTo>
                      <a:pt x="1407" y="2972"/>
                      <a:pt x="1422" y="2978"/>
                      <a:pt x="1428" y="2991"/>
                    </a:cubicBezTo>
                    <a:close/>
                    <a:moveTo>
                      <a:pt x="1470" y="3081"/>
                    </a:moveTo>
                    <a:lnTo>
                      <a:pt x="1470" y="3081"/>
                    </a:lnTo>
                    <a:cubicBezTo>
                      <a:pt x="1476" y="3094"/>
                      <a:pt x="1470" y="3109"/>
                      <a:pt x="1458" y="3114"/>
                    </a:cubicBezTo>
                    <a:cubicBezTo>
                      <a:pt x="1445" y="3120"/>
                      <a:pt x="1430" y="3115"/>
                      <a:pt x="1425" y="3102"/>
                    </a:cubicBezTo>
                    <a:lnTo>
                      <a:pt x="1425" y="3102"/>
                    </a:lnTo>
                    <a:cubicBezTo>
                      <a:pt x="1419" y="3089"/>
                      <a:pt x="1424" y="3075"/>
                      <a:pt x="1437" y="3069"/>
                    </a:cubicBezTo>
                    <a:cubicBezTo>
                      <a:pt x="1450" y="3063"/>
                      <a:pt x="1464" y="3069"/>
                      <a:pt x="1470" y="3081"/>
                    </a:cubicBezTo>
                    <a:close/>
                    <a:moveTo>
                      <a:pt x="1512" y="3172"/>
                    </a:moveTo>
                    <a:lnTo>
                      <a:pt x="1512" y="3172"/>
                    </a:lnTo>
                    <a:cubicBezTo>
                      <a:pt x="1518" y="3185"/>
                      <a:pt x="1513" y="3199"/>
                      <a:pt x="1500" y="3205"/>
                    </a:cubicBezTo>
                    <a:cubicBezTo>
                      <a:pt x="1487" y="3211"/>
                      <a:pt x="1473" y="3205"/>
                      <a:pt x="1467" y="3193"/>
                    </a:cubicBezTo>
                    <a:lnTo>
                      <a:pt x="1467" y="3193"/>
                    </a:lnTo>
                    <a:cubicBezTo>
                      <a:pt x="1461" y="3180"/>
                      <a:pt x="1467" y="3165"/>
                      <a:pt x="1479" y="3160"/>
                    </a:cubicBezTo>
                    <a:cubicBezTo>
                      <a:pt x="1492" y="3154"/>
                      <a:pt x="1507" y="3159"/>
                      <a:pt x="1512" y="3172"/>
                    </a:cubicBezTo>
                    <a:close/>
                    <a:moveTo>
                      <a:pt x="1554" y="3263"/>
                    </a:moveTo>
                    <a:lnTo>
                      <a:pt x="1554" y="3263"/>
                    </a:lnTo>
                    <a:cubicBezTo>
                      <a:pt x="1560" y="3275"/>
                      <a:pt x="1555" y="3290"/>
                      <a:pt x="1542" y="3296"/>
                    </a:cubicBezTo>
                    <a:cubicBezTo>
                      <a:pt x="1530" y="3302"/>
                      <a:pt x="1515" y="3296"/>
                      <a:pt x="1509" y="3284"/>
                    </a:cubicBezTo>
                    <a:lnTo>
                      <a:pt x="1509" y="3283"/>
                    </a:lnTo>
                    <a:cubicBezTo>
                      <a:pt x="1503" y="3271"/>
                      <a:pt x="1509" y="3256"/>
                      <a:pt x="1521" y="3250"/>
                    </a:cubicBezTo>
                    <a:cubicBezTo>
                      <a:pt x="1534" y="3245"/>
                      <a:pt x="1549" y="3250"/>
                      <a:pt x="1554" y="3263"/>
                    </a:cubicBezTo>
                    <a:close/>
                    <a:moveTo>
                      <a:pt x="1597" y="3353"/>
                    </a:moveTo>
                    <a:lnTo>
                      <a:pt x="1597" y="3353"/>
                    </a:lnTo>
                    <a:cubicBezTo>
                      <a:pt x="1602" y="3366"/>
                      <a:pt x="1597" y="3381"/>
                      <a:pt x="1584" y="3387"/>
                    </a:cubicBezTo>
                    <a:cubicBezTo>
                      <a:pt x="1572" y="3392"/>
                      <a:pt x="1557" y="3387"/>
                      <a:pt x="1551" y="3374"/>
                    </a:cubicBezTo>
                    <a:lnTo>
                      <a:pt x="1551" y="3374"/>
                    </a:lnTo>
                    <a:cubicBezTo>
                      <a:pt x="1545" y="3362"/>
                      <a:pt x="1551" y="3347"/>
                      <a:pt x="1564" y="3341"/>
                    </a:cubicBezTo>
                    <a:cubicBezTo>
                      <a:pt x="1576" y="3335"/>
                      <a:pt x="1591" y="3341"/>
                      <a:pt x="1597" y="3353"/>
                    </a:cubicBezTo>
                    <a:close/>
                    <a:moveTo>
                      <a:pt x="1639" y="3444"/>
                    </a:moveTo>
                    <a:lnTo>
                      <a:pt x="1639" y="3444"/>
                    </a:lnTo>
                    <a:cubicBezTo>
                      <a:pt x="1645" y="3457"/>
                      <a:pt x="1639" y="3472"/>
                      <a:pt x="1626" y="3477"/>
                    </a:cubicBezTo>
                    <a:cubicBezTo>
                      <a:pt x="1614" y="3483"/>
                      <a:pt x="1599" y="3478"/>
                      <a:pt x="1593" y="3465"/>
                    </a:cubicBezTo>
                    <a:lnTo>
                      <a:pt x="1593" y="3465"/>
                    </a:lnTo>
                    <a:cubicBezTo>
                      <a:pt x="1588" y="3452"/>
                      <a:pt x="1593" y="3438"/>
                      <a:pt x="1606" y="3432"/>
                    </a:cubicBezTo>
                    <a:cubicBezTo>
                      <a:pt x="1618" y="3426"/>
                      <a:pt x="1633" y="3432"/>
                      <a:pt x="1639" y="3444"/>
                    </a:cubicBezTo>
                    <a:close/>
                    <a:moveTo>
                      <a:pt x="1681" y="3535"/>
                    </a:moveTo>
                    <a:lnTo>
                      <a:pt x="1681" y="3535"/>
                    </a:lnTo>
                    <a:cubicBezTo>
                      <a:pt x="1687" y="3548"/>
                      <a:pt x="1681" y="3562"/>
                      <a:pt x="1669" y="3568"/>
                    </a:cubicBezTo>
                    <a:cubicBezTo>
                      <a:pt x="1656" y="3574"/>
                      <a:pt x="1641" y="3568"/>
                      <a:pt x="1635" y="3556"/>
                    </a:cubicBezTo>
                    <a:lnTo>
                      <a:pt x="1635" y="3556"/>
                    </a:lnTo>
                    <a:cubicBezTo>
                      <a:pt x="1630" y="3543"/>
                      <a:pt x="1635" y="3528"/>
                      <a:pt x="1648" y="3523"/>
                    </a:cubicBezTo>
                    <a:cubicBezTo>
                      <a:pt x="1660" y="3517"/>
                      <a:pt x="1675" y="3522"/>
                      <a:pt x="1681" y="3535"/>
                    </a:cubicBezTo>
                    <a:close/>
                    <a:moveTo>
                      <a:pt x="1723" y="3626"/>
                    </a:moveTo>
                    <a:lnTo>
                      <a:pt x="1723" y="3626"/>
                    </a:lnTo>
                    <a:cubicBezTo>
                      <a:pt x="1729" y="3638"/>
                      <a:pt x="1723" y="3653"/>
                      <a:pt x="1711" y="3659"/>
                    </a:cubicBezTo>
                    <a:cubicBezTo>
                      <a:pt x="1698" y="3665"/>
                      <a:pt x="1683" y="3659"/>
                      <a:pt x="1678" y="3646"/>
                    </a:cubicBezTo>
                    <a:lnTo>
                      <a:pt x="1678" y="3646"/>
                    </a:lnTo>
                    <a:cubicBezTo>
                      <a:pt x="1672" y="3634"/>
                      <a:pt x="1677" y="3619"/>
                      <a:pt x="1690" y="3613"/>
                    </a:cubicBezTo>
                    <a:cubicBezTo>
                      <a:pt x="1703" y="3608"/>
                      <a:pt x="1717" y="3613"/>
                      <a:pt x="1723" y="3626"/>
                    </a:cubicBezTo>
                    <a:close/>
                    <a:moveTo>
                      <a:pt x="1765" y="3716"/>
                    </a:moveTo>
                    <a:lnTo>
                      <a:pt x="1765" y="3716"/>
                    </a:lnTo>
                    <a:cubicBezTo>
                      <a:pt x="1771" y="3729"/>
                      <a:pt x="1766" y="3744"/>
                      <a:pt x="1753" y="3750"/>
                    </a:cubicBezTo>
                    <a:cubicBezTo>
                      <a:pt x="1740" y="3755"/>
                      <a:pt x="1726" y="3750"/>
                      <a:pt x="1720" y="3737"/>
                    </a:cubicBezTo>
                    <a:lnTo>
                      <a:pt x="1720" y="3737"/>
                    </a:lnTo>
                    <a:cubicBezTo>
                      <a:pt x="1714" y="3725"/>
                      <a:pt x="1720" y="3710"/>
                      <a:pt x="1732" y="3704"/>
                    </a:cubicBezTo>
                    <a:cubicBezTo>
                      <a:pt x="1745" y="3698"/>
                      <a:pt x="1760" y="3704"/>
                      <a:pt x="1765" y="3716"/>
                    </a:cubicBezTo>
                    <a:close/>
                    <a:moveTo>
                      <a:pt x="1807" y="3807"/>
                    </a:moveTo>
                    <a:lnTo>
                      <a:pt x="1807" y="3807"/>
                    </a:lnTo>
                    <a:cubicBezTo>
                      <a:pt x="1813" y="3820"/>
                      <a:pt x="1808" y="3835"/>
                      <a:pt x="1795" y="3840"/>
                    </a:cubicBezTo>
                    <a:cubicBezTo>
                      <a:pt x="1783" y="3846"/>
                      <a:pt x="1768" y="3840"/>
                      <a:pt x="1762" y="3828"/>
                    </a:cubicBezTo>
                    <a:lnTo>
                      <a:pt x="1762" y="3828"/>
                    </a:lnTo>
                    <a:cubicBezTo>
                      <a:pt x="1756" y="3815"/>
                      <a:pt x="1762" y="3800"/>
                      <a:pt x="1774" y="3795"/>
                    </a:cubicBezTo>
                    <a:cubicBezTo>
                      <a:pt x="1787" y="3789"/>
                      <a:pt x="1802" y="3795"/>
                      <a:pt x="1807" y="3807"/>
                    </a:cubicBezTo>
                    <a:close/>
                    <a:moveTo>
                      <a:pt x="1850" y="3898"/>
                    </a:moveTo>
                    <a:lnTo>
                      <a:pt x="1850" y="3898"/>
                    </a:lnTo>
                    <a:cubicBezTo>
                      <a:pt x="1855" y="3910"/>
                      <a:pt x="1850" y="3925"/>
                      <a:pt x="1837" y="3931"/>
                    </a:cubicBezTo>
                    <a:cubicBezTo>
                      <a:pt x="1825" y="3937"/>
                      <a:pt x="1810" y="3931"/>
                      <a:pt x="1804" y="3919"/>
                    </a:cubicBezTo>
                    <a:lnTo>
                      <a:pt x="1804" y="3919"/>
                    </a:lnTo>
                    <a:cubicBezTo>
                      <a:pt x="1798" y="3906"/>
                      <a:pt x="1804" y="3891"/>
                      <a:pt x="1816" y="3885"/>
                    </a:cubicBezTo>
                    <a:cubicBezTo>
                      <a:pt x="1829" y="3880"/>
                      <a:pt x="1844" y="3885"/>
                      <a:pt x="1850" y="3898"/>
                    </a:cubicBezTo>
                    <a:close/>
                    <a:moveTo>
                      <a:pt x="1892" y="3989"/>
                    </a:moveTo>
                    <a:lnTo>
                      <a:pt x="1892" y="3989"/>
                    </a:lnTo>
                    <a:cubicBezTo>
                      <a:pt x="1898" y="4001"/>
                      <a:pt x="1892" y="4016"/>
                      <a:pt x="1879" y="4022"/>
                    </a:cubicBezTo>
                    <a:cubicBezTo>
                      <a:pt x="1867" y="4027"/>
                      <a:pt x="1852" y="4022"/>
                      <a:pt x="1846" y="4009"/>
                    </a:cubicBezTo>
                    <a:lnTo>
                      <a:pt x="1846" y="4009"/>
                    </a:lnTo>
                    <a:cubicBezTo>
                      <a:pt x="1841" y="3997"/>
                      <a:pt x="1846" y="3982"/>
                      <a:pt x="1859" y="3976"/>
                    </a:cubicBezTo>
                    <a:cubicBezTo>
                      <a:pt x="1871" y="3970"/>
                      <a:pt x="1886" y="3976"/>
                      <a:pt x="1892" y="3989"/>
                    </a:cubicBezTo>
                    <a:close/>
                    <a:moveTo>
                      <a:pt x="1934" y="4079"/>
                    </a:moveTo>
                    <a:lnTo>
                      <a:pt x="1934" y="4079"/>
                    </a:lnTo>
                    <a:cubicBezTo>
                      <a:pt x="1940" y="4092"/>
                      <a:pt x="1934" y="4107"/>
                      <a:pt x="1922" y="4112"/>
                    </a:cubicBezTo>
                    <a:cubicBezTo>
                      <a:pt x="1909" y="4118"/>
                      <a:pt x="1894" y="4113"/>
                      <a:pt x="1888" y="4100"/>
                    </a:cubicBezTo>
                    <a:lnTo>
                      <a:pt x="1888" y="4100"/>
                    </a:lnTo>
                    <a:cubicBezTo>
                      <a:pt x="1883" y="4087"/>
                      <a:pt x="1888" y="4073"/>
                      <a:pt x="1901" y="4067"/>
                    </a:cubicBezTo>
                    <a:cubicBezTo>
                      <a:pt x="1913" y="4061"/>
                      <a:pt x="1928" y="4067"/>
                      <a:pt x="1934" y="4079"/>
                    </a:cubicBezTo>
                    <a:close/>
                    <a:moveTo>
                      <a:pt x="1976" y="4170"/>
                    </a:moveTo>
                    <a:lnTo>
                      <a:pt x="1976" y="4170"/>
                    </a:lnTo>
                    <a:cubicBezTo>
                      <a:pt x="1982" y="4183"/>
                      <a:pt x="1976" y="4197"/>
                      <a:pt x="1964" y="4203"/>
                    </a:cubicBezTo>
                    <a:cubicBezTo>
                      <a:pt x="1951" y="4209"/>
                      <a:pt x="1936" y="4203"/>
                      <a:pt x="1931" y="4191"/>
                    </a:cubicBezTo>
                    <a:lnTo>
                      <a:pt x="1931" y="4191"/>
                    </a:lnTo>
                    <a:cubicBezTo>
                      <a:pt x="1925" y="4178"/>
                      <a:pt x="1930" y="4163"/>
                      <a:pt x="1943" y="4158"/>
                    </a:cubicBezTo>
                    <a:cubicBezTo>
                      <a:pt x="1956" y="4152"/>
                      <a:pt x="1970" y="4157"/>
                      <a:pt x="1976" y="4170"/>
                    </a:cubicBezTo>
                    <a:close/>
                    <a:moveTo>
                      <a:pt x="2018" y="4261"/>
                    </a:moveTo>
                    <a:lnTo>
                      <a:pt x="2018" y="4261"/>
                    </a:lnTo>
                    <a:cubicBezTo>
                      <a:pt x="2024" y="4273"/>
                      <a:pt x="2018" y="4288"/>
                      <a:pt x="2006" y="4294"/>
                    </a:cubicBezTo>
                    <a:cubicBezTo>
                      <a:pt x="1993" y="4300"/>
                      <a:pt x="1979" y="4294"/>
                      <a:pt x="1973" y="4282"/>
                    </a:cubicBezTo>
                    <a:lnTo>
                      <a:pt x="1973" y="4282"/>
                    </a:lnTo>
                    <a:cubicBezTo>
                      <a:pt x="1967" y="4269"/>
                      <a:pt x="1973" y="4254"/>
                      <a:pt x="1985" y="4248"/>
                    </a:cubicBezTo>
                    <a:cubicBezTo>
                      <a:pt x="1998" y="4243"/>
                      <a:pt x="2013" y="4248"/>
                      <a:pt x="2018" y="4261"/>
                    </a:cubicBezTo>
                    <a:close/>
                    <a:moveTo>
                      <a:pt x="2060" y="4351"/>
                    </a:moveTo>
                    <a:lnTo>
                      <a:pt x="2060" y="4352"/>
                    </a:lnTo>
                    <a:cubicBezTo>
                      <a:pt x="2066" y="4364"/>
                      <a:pt x="2061" y="4379"/>
                      <a:pt x="2048" y="4385"/>
                    </a:cubicBezTo>
                    <a:cubicBezTo>
                      <a:pt x="2036" y="4390"/>
                      <a:pt x="2021" y="4385"/>
                      <a:pt x="2015" y="4372"/>
                    </a:cubicBezTo>
                    <a:lnTo>
                      <a:pt x="2015" y="4372"/>
                    </a:lnTo>
                    <a:cubicBezTo>
                      <a:pt x="2009" y="4360"/>
                      <a:pt x="2015" y="4345"/>
                      <a:pt x="2027" y="4339"/>
                    </a:cubicBezTo>
                    <a:cubicBezTo>
                      <a:pt x="2040" y="4333"/>
                      <a:pt x="2055" y="4339"/>
                      <a:pt x="2060" y="4351"/>
                    </a:cubicBezTo>
                    <a:close/>
                    <a:moveTo>
                      <a:pt x="2103" y="4442"/>
                    </a:moveTo>
                    <a:lnTo>
                      <a:pt x="2103" y="4442"/>
                    </a:lnTo>
                    <a:cubicBezTo>
                      <a:pt x="2108" y="4455"/>
                      <a:pt x="2103" y="4470"/>
                      <a:pt x="2090" y="4475"/>
                    </a:cubicBezTo>
                    <a:cubicBezTo>
                      <a:pt x="2078" y="4481"/>
                      <a:pt x="2063" y="4476"/>
                      <a:pt x="2057" y="4463"/>
                    </a:cubicBezTo>
                    <a:lnTo>
                      <a:pt x="2057" y="4463"/>
                    </a:lnTo>
                    <a:cubicBezTo>
                      <a:pt x="2051" y="4450"/>
                      <a:pt x="2057" y="4436"/>
                      <a:pt x="2069" y="4430"/>
                    </a:cubicBezTo>
                    <a:cubicBezTo>
                      <a:pt x="2082" y="4424"/>
                      <a:pt x="2097" y="4430"/>
                      <a:pt x="2103" y="4442"/>
                    </a:cubicBezTo>
                    <a:close/>
                    <a:moveTo>
                      <a:pt x="2145" y="4533"/>
                    </a:moveTo>
                    <a:lnTo>
                      <a:pt x="2145" y="4533"/>
                    </a:lnTo>
                    <a:cubicBezTo>
                      <a:pt x="2151" y="4546"/>
                      <a:pt x="2145" y="4560"/>
                      <a:pt x="2132" y="4566"/>
                    </a:cubicBezTo>
                    <a:cubicBezTo>
                      <a:pt x="2120" y="4572"/>
                      <a:pt x="2105" y="4566"/>
                      <a:pt x="2099" y="4554"/>
                    </a:cubicBezTo>
                    <a:lnTo>
                      <a:pt x="2099" y="4554"/>
                    </a:lnTo>
                    <a:cubicBezTo>
                      <a:pt x="2094" y="4541"/>
                      <a:pt x="2099" y="4526"/>
                      <a:pt x="2112" y="4521"/>
                    </a:cubicBezTo>
                    <a:cubicBezTo>
                      <a:pt x="2124" y="4515"/>
                      <a:pt x="2139" y="4520"/>
                      <a:pt x="2145" y="4533"/>
                    </a:cubicBezTo>
                    <a:close/>
                    <a:moveTo>
                      <a:pt x="2187" y="4624"/>
                    </a:moveTo>
                    <a:lnTo>
                      <a:pt x="2187" y="4624"/>
                    </a:lnTo>
                    <a:cubicBezTo>
                      <a:pt x="2193" y="4636"/>
                      <a:pt x="2187" y="4651"/>
                      <a:pt x="2175" y="4657"/>
                    </a:cubicBezTo>
                    <a:cubicBezTo>
                      <a:pt x="2162" y="4663"/>
                      <a:pt x="2147" y="4657"/>
                      <a:pt x="2141" y="4644"/>
                    </a:cubicBezTo>
                    <a:lnTo>
                      <a:pt x="2141" y="4644"/>
                    </a:lnTo>
                    <a:cubicBezTo>
                      <a:pt x="2136" y="4632"/>
                      <a:pt x="2141" y="4617"/>
                      <a:pt x="2154" y="4611"/>
                    </a:cubicBezTo>
                    <a:cubicBezTo>
                      <a:pt x="2166" y="4606"/>
                      <a:pt x="2181" y="4611"/>
                      <a:pt x="2187" y="4624"/>
                    </a:cubicBezTo>
                    <a:close/>
                    <a:moveTo>
                      <a:pt x="2229" y="4714"/>
                    </a:moveTo>
                    <a:lnTo>
                      <a:pt x="2229" y="4714"/>
                    </a:lnTo>
                    <a:cubicBezTo>
                      <a:pt x="2235" y="4727"/>
                      <a:pt x="2229" y="4742"/>
                      <a:pt x="2217" y="4748"/>
                    </a:cubicBezTo>
                    <a:cubicBezTo>
                      <a:pt x="2204" y="4753"/>
                      <a:pt x="2189" y="4748"/>
                      <a:pt x="2184" y="4735"/>
                    </a:cubicBezTo>
                    <a:lnTo>
                      <a:pt x="2184" y="4735"/>
                    </a:lnTo>
                    <a:cubicBezTo>
                      <a:pt x="2178" y="4723"/>
                      <a:pt x="2183" y="4708"/>
                      <a:pt x="2196" y="4702"/>
                    </a:cubicBezTo>
                    <a:cubicBezTo>
                      <a:pt x="2209" y="4696"/>
                      <a:pt x="2223" y="4702"/>
                      <a:pt x="2229" y="4714"/>
                    </a:cubicBezTo>
                    <a:close/>
                    <a:moveTo>
                      <a:pt x="2271" y="4805"/>
                    </a:moveTo>
                    <a:lnTo>
                      <a:pt x="2271" y="4805"/>
                    </a:lnTo>
                    <a:cubicBezTo>
                      <a:pt x="2277" y="4818"/>
                      <a:pt x="2271" y="4833"/>
                      <a:pt x="2259" y="4838"/>
                    </a:cubicBezTo>
                    <a:cubicBezTo>
                      <a:pt x="2246" y="4844"/>
                      <a:pt x="2232" y="4838"/>
                      <a:pt x="2226" y="4826"/>
                    </a:cubicBezTo>
                    <a:lnTo>
                      <a:pt x="2226" y="4826"/>
                    </a:lnTo>
                    <a:cubicBezTo>
                      <a:pt x="2220" y="4813"/>
                      <a:pt x="2226" y="4799"/>
                      <a:pt x="2238" y="4793"/>
                    </a:cubicBezTo>
                    <a:cubicBezTo>
                      <a:pt x="2251" y="4787"/>
                      <a:pt x="2266" y="4793"/>
                      <a:pt x="2271" y="4805"/>
                    </a:cubicBezTo>
                    <a:close/>
                    <a:moveTo>
                      <a:pt x="2313" y="4896"/>
                    </a:moveTo>
                    <a:lnTo>
                      <a:pt x="2313" y="4896"/>
                    </a:lnTo>
                    <a:cubicBezTo>
                      <a:pt x="2319" y="4908"/>
                      <a:pt x="2314" y="4923"/>
                      <a:pt x="2301" y="4929"/>
                    </a:cubicBezTo>
                    <a:cubicBezTo>
                      <a:pt x="2289" y="4935"/>
                      <a:pt x="2274" y="4929"/>
                      <a:pt x="2268" y="4917"/>
                    </a:cubicBezTo>
                    <a:lnTo>
                      <a:pt x="2268" y="4917"/>
                    </a:lnTo>
                    <a:cubicBezTo>
                      <a:pt x="2262" y="4904"/>
                      <a:pt x="2268" y="4889"/>
                      <a:pt x="2280" y="4883"/>
                    </a:cubicBezTo>
                    <a:cubicBezTo>
                      <a:pt x="2293" y="4878"/>
                      <a:pt x="2308" y="4883"/>
                      <a:pt x="2313" y="4896"/>
                    </a:cubicBezTo>
                    <a:close/>
                    <a:moveTo>
                      <a:pt x="2356" y="4987"/>
                    </a:moveTo>
                    <a:lnTo>
                      <a:pt x="2356" y="4987"/>
                    </a:lnTo>
                    <a:cubicBezTo>
                      <a:pt x="2361" y="4999"/>
                      <a:pt x="2356" y="5014"/>
                      <a:pt x="2343" y="5020"/>
                    </a:cubicBezTo>
                    <a:cubicBezTo>
                      <a:pt x="2331" y="5025"/>
                      <a:pt x="2316" y="5020"/>
                      <a:pt x="2310" y="5007"/>
                    </a:cubicBezTo>
                    <a:lnTo>
                      <a:pt x="2310" y="5007"/>
                    </a:lnTo>
                    <a:cubicBezTo>
                      <a:pt x="2304" y="4995"/>
                      <a:pt x="2310" y="4980"/>
                      <a:pt x="2322" y="4974"/>
                    </a:cubicBezTo>
                    <a:cubicBezTo>
                      <a:pt x="2335" y="4968"/>
                      <a:pt x="2350" y="4974"/>
                      <a:pt x="2356" y="4987"/>
                    </a:cubicBezTo>
                    <a:close/>
                    <a:moveTo>
                      <a:pt x="2398" y="5077"/>
                    </a:moveTo>
                    <a:lnTo>
                      <a:pt x="2398" y="5077"/>
                    </a:lnTo>
                    <a:cubicBezTo>
                      <a:pt x="2404" y="5090"/>
                      <a:pt x="2398" y="5105"/>
                      <a:pt x="2385" y="5110"/>
                    </a:cubicBezTo>
                    <a:cubicBezTo>
                      <a:pt x="2373" y="5116"/>
                      <a:pt x="2358" y="5111"/>
                      <a:pt x="2352" y="5098"/>
                    </a:cubicBezTo>
                    <a:lnTo>
                      <a:pt x="2352" y="5098"/>
                    </a:lnTo>
                    <a:cubicBezTo>
                      <a:pt x="2347" y="5086"/>
                      <a:pt x="2352" y="5071"/>
                      <a:pt x="2365" y="5065"/>
                    </a:cubicBezTo>
                    <a:cubicBezTo>
                      <a:pt x="2377" y="5059"/>
                      <a:pt x="2392" y="5065"/>
                      <a:pt x="2398" y="5077"/>
                    </a:cubicBezTo>
                    <a:close/>
                    <a:moveTo>
                      <a:pt x="2440" y="5168"/>
                    </a:moveTo>
                    <a:lnTo>
                      <a:pt x="2440" y="5168"/>
                    </a:lnTo>
                    <a:cubicBezTo>
                      <a:pt x="2446" y="5181"/>
                      <a:pt x="2440" y="5195"/>
                      <a:pt x="2428" y="5201"/>
                    </a:cubicBezTo>
                    <a:cubicBezTo>
                      <a:pt x="2415" y="5207"/>
                      <a:pt x="2400" y="5201"/>
                      <a:pt x="2394" y="5189"/>
                    </a:cubicBezTo>
                    <a:lnTo>
                      <a:pt x="2394" y="5189"/>
                    </a:lnTo>
                    <a:cubicBezTo>
                      <a:pt x="2389" y="5176"/>
                      <a:pt x="2394" y="5161"/>
                      <a:pt x="2407" y="5156"/>
                    </a:cubicBezTo>
                    <a:cubicBezTo>
                      <a:pt x="2419" y="5150"/>
                      <a:pt x="2434" y="5155"/>
                      <a:pt x="2440" y="5168"/>
                    </a:cubicBezTo>
                    <a:close/>
                    <a:moveTo>
                      <a:pt x="2482" y="5259"/>
                    </a:moveTo>
                    <a:lnTo>
                      <a:pt x="2482" y="5259"/>
                    </a:lnTo>
                    <a:cubicBezTo>
                      <a:pt x="2488" y="5271"/>
                      <a:pt x="2482" y="5286"/>
                      <a:pt x="2470" y="5292"/>
                    </a:cubicBezTo>
                    <a:cubicBezTo>
                      <a:pt x="2457" y="5298"/>
                      <a:pt x="2442" y="5292"/>
                      <a:pt x="2437" y="5280"/>
                    </a:cubicBezTo>
                    <a:lnTo>
                      <a:pt x="2437" y="5280"/>
                    </a:lnTo>
                    <a:cubicBezTo>
                      <a:pt x="2431" y="5267"/>
                      <a:pt x="2436" y="5252"/>
                      <a:pt x="2449" y="5246"/>
                    </a:cubicBezTo>
                    <a:cubicBezTo>
                      <a:pt x="2462" y="5241"/>
                      <a:pt x="2476" y="5246"/>
                      <a:pt x="2482" y="5259"/>
                    </a:cubicBezTo>
                    <a:close/>
                    <a:moveTo>
                      <a:pt x="2524" y="5350"/>
                    </a:moveTo>
                    <a:lnTo>
                      <a:pt x="2524" y="5350"/>
                    </a:lnTo>
                    <a:cubicBezTo>
                      <a:pt x="2530" y="5362"/>
                      <a:pt x="2524" y="5377"/>
                      <a:pt x="2512" y="5383"/>
                    </a:cubicBezTo>
                    <a:cubicBezTo>
                      <a:pt x="2499" y="5388"/>
                      <a:pt x="2485" y="5383"/>
                      <a:pt x="2479" y="5370"/>
                    </a:cubicBezTo>
                    <a:lnTo>
                      <a:pt x="2479" y="5370"/>
                    </a:lnTo>
                    <a:cubicBezTo>
                      <a:pt x="2473" y="5358"/>
                      <a:pt x="2479" y="5343"/>
                      <a:pt x="2491" y="5337"/>
                    </a:cubicBezTo>
                    <a:cubicBezTo>
                      <a:pt x="2504" y="5331"/>
                      <a:pt x="2519" y="5337"/>
                      <a:pt x="2524" y="5350"/>
                    </a:cubicBezTo>
                    <a:close/>
                    <a:moveTo>
                      <a:pt x="2566" y="5440"/>
                    </a:moveTo>
                    <a:lnTo>
                      <a:pt x="2566" y="5440"/>
                    </a:lnTo>
                    <a:cubicBezTo>
                      <a:pt x="2572" y="5453"/>
                      <a:pt x="2567" y="5468"/>
                      <a:pt x="2554" y="5473"/>
                    </a:cubicBezTo>
                    <a:cubicBezTo>
                      <a:pt x="2542" y="5479"/>
                      <a:pt x="2527" y="5474"/>
                      <a:pt x="2521" y="5461"/>
                    </a:cubicBezTo>
                    <a:lnTo>
                      <a:pt x="2521" y="5461"/>
                    </a:lnTo>
                    <a:cubicBezTo>
                      <a:pt x="2515" y="5448"/>
                      <a:pt x="2521" y="5434"/>
                      <a:pt x="2533" y="5428"/>
                    </a:cubicBezTo>
                    <a:cubicBezTo>
                      <a:pt x="2546" y="5422"/>
                      <a:pt x="2561" y="5428"/>
                      <a:pt x="2566" y="5440"/>
                    </a:cubicBezTo>
                    <a:close/>
                    <a:moveTo>
                      <a:pt x="2609" y="5531"/>
                    </a:moveTo>
                    <a:lnTo>
                      <a:pt x="2609" y="5531"/>
                    </a:lnTo>
                    <a:cubicBezTo>
                      <a:pt x="2614" y="5544"/>
                      <a:pt x="2609" y="5558"/>
                      <a:pt x="2596" y="5564"/>
                    </a:cubicBezTo>
                    <a:cubicBezTo>
                      <a:pt x="2584" y="5570"/>
                      <a:pt x="2569" y="5564"/>
                      <a:pt x="2563" y="5552"/>
                    </a:cubicBezTo>
                    <a:lnTo>
                      <a:pt x="2563" y="5552"/>
                    </a:lnTo>
                    <a:cubicBezTo>
                      <a:pt x="2557" y="5539"/>
                      <a:pt x="2563" y="5524"/>
                      <a:pt x="2575" y="5519"/>
                    </a:cubicBezTo>
                    <a:cubicBezTo>
                      <a:pt x="2588" y="5513"/>
                      <a:pt x="2603" y="5518"/>
                      <a:pt x="2609" y="5531"/>
                    </a:cubicBezTo>
                    <a:close/>
                    <a:moveTo>
                      <a:pt x="2651" y="5622"/>
                    </a:moveTo>
                    <a:lnTo>
                      <a:pt x="2651" y="5622"/>
                    </a:lnTo>
                    <a:cubicBezTo>
                      <a:pt x="2657" y="5634"/>
                      <a:pt x="2651" y="5649"/>
                      <a:pt x="2638" y="5655"/>
                    </a:cubicBezTo>
                    <a:cubicBezTo>
                      <a:pt x="2626" y="5661"/>
                      <a:pt x="2611" y="5655"/>
                      <a:pt x="2605" y="5643"/>
                    </a:cubicBezTo>
                    <a:lnTo>
                      <a:pt x="2605" y="5642"/>
                    </a:lnTo>
                    <a:cubicBezTo>
                      <a:pt x="2600" y="5630"/>
                      <a:pt x="2605" y="5615"/>
                      <a:pt x="2618" y="5609"/>
                    </a:cubicBezTo>
                    <a:cubicBezTo>
                      <a:pt x="2630" y="5604"/>
                      <a:pt x="2645" y="5609"/>
                      <a:pt x="2651" y="5622"/>
                    </a:cubicBezTo>
                    <a:close/>
                    <a:moveTo>
                      <a:pt x="2693" y="5712"/>
                    </a:moveTo>
                    <a:lnTo>
                      <a:pt x="2693" y="5712"/>
                    </a:lnTo>
                    <a:cubicBezTo>
                      <a:pt x="2699" y="5725"/>
                      <a:pt x="2693" y="5740"/>
                      <a:pt x="2681" y="5746"/>
                    </a:cubicBezTo>
                    <a:cubicBezTo>
                      <a:pt x="2668" y="5751"/>
                      <a:pt x="2653" y="5746"/>
                      <a:pt x="2647" y="5733"/>
                    </a:cubicBezTo>
                    <a:lnTo>
                      <a:pt x="2647" y="5733"/>
                    </a:lnTo>
                    <a:cubicBezTo>
                      <a:pt x="2642" y="5721"/>
                      <a:pt x="2647" y="5706"/>
                      <a:pt x="2660" y="5700"/>
                    </a:cubicBezTo>
                    <a:cubicBezTo>
                      <a:pt x="2672" y="5694"/>
                      <a:pt x="2687" y="5700"/>
                      <a:pt x="2693" y="5712"/>
                    </a:cubicBezTo>
                    <a:close/>
                    <a:moveTo>
                      <a:pt x="2735" y="5803"/>
                    </a:moveTo>
                    <a:lnTo>
                      <a:pt x="2735" y="5803"/>
                    </a:lnTo>
                    <a:cubicBezTo>
                      <a:pt x="2741" y="5816"/>
                      <a:pt x="2735" y="5831"/>
                      <a:pt x="2723" y="5836"/>
                    </a:cubicBezTo>
                    <a:cubicBezTo>
                      <a:pt x="2710" y="5842"/>
                      <a:pt x="2695" y="5837"/>
                      <a:pt x="2690" y="5824"/>
                    </a:cubicBezTo>
                    <a:lnTo>
                      <a:pt x="2690" y="5824"/>
                    </a:lnTo>
                    <a:cubicBezTo>
                      <a:pt x="2684" y="5811"/>
                      <a:pt x="2689" y="5797"/>
                      <a:pt x="2702" y="5791"/>
                    </a:cubicBezTo>
                    <a:cubicBezTo>
                      <a:pt x="2715" y="5785"/>
                      <a:pt x="2729" y="5791"/>
                      <a:pt x="2735" y="5803"/>
                    </a:cubicBezTo>
                    <a:close/>
                    <a:moveTo>
                      <a:pt x="2777" y="5894"/>
                    </a:moveTo>
                    <a:lnTo>
                      <a:pt x="2777" y="5894"/>
                    </a:lnTo>
                    <a:cubicBezTo>
                      <a:pt x="2783" y="5907"/>
                      <a:pt x="2777" y="5921"/>
                      <a:pt x="2765" y="5927"/>
                    </a:cubicBezTo>
                    <a:cubicBezTo>
                      <a:pt x="2752" y="5933"/>
                      <a:pt x="2738" y="5927"/>
                      <a:pt x="2732" y="5915"/>
                    </a:cubicBezTo>
                    <a:lnTo>
                      <a:pt x="2732" y="5915"/>
                    </a:lnTo>
                    <a:cubicBezTo>
                      <a:pt x="2726" y="5902"/>
                      <a:pt x="2732" y="5887"/>
                      <a:pt x="2744" y="5882"/>
                    </a:cubicBezTo>
                    <a:cubicBezTo>
                      <a:pt x="2757" y="5876"/>
                      <a:pt x="2772" y="5881"/>
                      <a:pt x="2777" y="5894"/>
                    </a:cubicBezTo>
                    <a:close/>
                    <a:moveTo>
                      <a:pt x="2819" y="5985"/>
                    </a:moveTo>
                    <a:lnTo>
                      <a:pt x="2819" y="5985"/>
                    </a:lnTo>
                    <a:cubicBezTo>
                      <a:pt x="2825" y="5997"/>
                      <a:pt x="2820" y="6012"/>
                      <a:pt x="2807" y="6018"/>
                    </a:cubicBezTo>
                    <a:cubicBezTo>
                      <a:pt x="2795" y="6024"/>
                      <a:pt x="2780" y="6018"/>
                      <a:pt x="2774" y="6005"/>
                    </a:cubicBezTo>
                    <a:lnTo>
                      <a:pt x="2774" y="6005"/>
                    </a:lnTo>
                    <a:cubicBezTo>
                      <a:pt x="2768" y="5993"/>
                      <a:pt x="2774" y="5978"/>
                      <a:pt x="2786" y="5972"/>
                    </a:cubicBezTo>
                    <a:cubicBezTo>
                      <a:pt x="2799" y="5967"/>
                      <a:pt x="2814" y="5972"/>
                      <a:pt x="2819" y="5985"/>
                    </a:cubicBezTo>
                    <a:close/>
                    <a:moveTo>
                      <a:pt x="2862" y="6075"/>
                    </a:moveTo>
                    <a:lnTo>
                      <a:pt x="2862" y="6075"/>
                    </a:lnTo>
                    <a:cubicBezTo>
                      <a:pt x="2867" y="6088"/>
                      <a:pt x="2862" y="6103"/>
                      <a:pt x="2849" y="6109"/>
                    </a:cubicBezTo>
                    <a:cubicBezTo>
                      <a:pt x="2837" y="6114"/>
                      <a:pt x="2822" y="6109"/>
                      <a:pt x="2816" y="6096"/>
                    </a:cubicBezTo>
                    <a:lnTo>
                      <a:pt x="2816" y="6096"/>
                    </a:lnTo>
                    <a:cubicBezTo>
                      <a:pt x="2810" y="6084"/>
                      <a:pt x="2816" y="6069"/>
                      <a:pt x="2828" y="6063"/>
                    </a:cubicBezTo>
                    <a:cubicBezTo>
                      <a:pt x="2841" y="6057"/>
                      <a:pt x="2856" y="6063"/>
                      <a:pt x="2862" y="6075"/>
                    </a:cubicBezTo>
                    <a:close/>
                    <a:moveTo>
                      <a:pt x="2904" y="6166"/>
                    </a:moveTo>
                    <a:lnTo>
                      <a:pt x="2904" y="6166"/>
                    </a:lnTo>
                    <a:cubicBezTo>
                      <a:pt x="2910" y="6179"/>
                      <a:pt x="2904" y="6194"/>
                      <a:pt x="2891" y="6199"/>
                    </a:cubicBezTo>
                    <a:cubicBezTo>
                      <a:pt x="2879" y="6205"/>
                      <a:pt x="2864" y="6199"/>
                      <a:pt x="2858" y="6187"/>
                    </a:cubicBezTo>
                    <a:lnTo>
                      <a:pt x="2858" y="6187"/>
                    </a:lnTo>
                    <a:cubicBezTo>
                      <a:pt x="2853" y="6174"/>
                      <a:pt x="2858" y="6159"/>
                      <a:pt x="2871" y="6154"/>
                    </a:cubicBezTo>
                    <a:cubicBezTo>
                      <a:pt x="2883" y="6148"/>
                      <a:pt x="2898" y="6154"/>
                      <a:pt x="2904" y="6166"/>
                    </a:cubicBezTo>
                    <a:close/>
                    <a:moveTo>
                      <a:pt x="2946" y="6257"/>
                    </a:moveTo>
                    <a:lnTo>
                      <a:pt x="2946" y="6257"/>
                    </a:lnTo>
                    <a:cubicBezTo>
                      <a:pt x="2952" y="6269"/>
                      <a:pt x="2946" y="6284"/>
                      <a:pt x="2934" y="6290"/>
                    </a:cubicBezTo>
                    <a:cubicBezTo>
                      <a:pt x="2921" y="6296"/>
                      <a:pt x="2906" y="6290"/>
                      <a:pt x="2900" y="6278"/>
                    </a:cubicBezTo>
                    <a:lnTo>
                      <a:pt x="2900" y="6278"/>
                    </a:lnTo>
                    <a:cubicBezTo>
                      <a:pt x="2895" y="6265"/>
                      <a:pt x="2900" y="6250"/>
                      <a:pt x="2913" y="6244"/>
                    </a:cubicBezTo>
                    <a:cubicBezTo>
                      <a:pt x="2925" y="6239"/>
                      <a:pt x="2940" y="6244"/>
                      <a:pt x="2946" y="6257"/>
                    </a:cubicBezTo>
                    <a:close/>
                    <a:moveTo>
                      <a:pt x="2988" y="6348"/>
                    </a:moveTo>
                    <a:lnTo>
                      <a:pt x="2988" y="6348"/>
                    </a:lnTo>
                    <a:cubicBezTo>
                      <a:pt x="2994" y="6360"/>
                      <a:pt x="2988" y="6375"/>
                      <a:pt x="2976" y="6381"/>
                    </a:cubicBezTo>
                    <a:cubicBezTo>
                      <a:pt x="2963" y="6386"/>
                      <a:pt x="2948" y="6381"/>
                      <a:pt x="2943" y="6368"/>
                    </a:cubicBezTo>
                    <a:lnTo>
                      <a:pt x="2943" y="6368"/>
                    </a:lnTo>
                    <a:cubicBezTo>
                      <a:pt x="2937" y="6356"/>
                      <a:pt x="2942" y="6341"/>
                      <a:pt x="2955" y="6335"/>
                    </a:cubicBezTo>
                    <a:cubicBezTo>
                      <a:pt x="2968" y="6329"/>
                      <a:pt x="2982" y="6335"/>
                      <a:pt x="2988" y="6348"/>
                    </a:cubicBezTo>
                    <a:close/>
                    <a:moveTo>
                      <a:pt x="3030" y="6438"/>
                    </a:moveTo>
                    <a:lnTo>
                      <a:pt x="3030" y="6438"/>
                    </a:lnTo>
                    <a:cubicBezTo>
                      <a:pt x="3036" y="6451"/>
                      <a:pt x="3030" y="6466"/>
                      <a:pt x="3018" y="6471"/>
                    </a:cubicBezTo>
                    <a:cubicBezTo>
                      <a:pt x="3005" y="6477"/>
                      <a:pt x="2991" y="6472"/>
                      <a:pt x="2985" y="6459"/>
                    </a:cubicBezTo>
                    <a:lnTo>
                      <a:pt x="2985" y="6459"/>
                    </a:lnTo>
                    <a:cubicBezTo>
                      <a:pt x="2979" y="6446"/>
                      <a:pt x="2985" y="6432"/>
                      <a:pt x="2997" y="6426"/>
                    </a:cubicBezTo>
                    <a:cubicBezTo>
                      <a:pt x="3010" y="6420"/>
                      <a:pt x="3025" y="6426"/>
                      <a:pt x="3030" y="6438"/>
                    </a:cubicBezTo>
                    <a:close/>
                    <a:moveTo>
                      <a:pt x="3072" y="6529"/>
                    </a:moveTo>
                    <a:lnTo>
                      <a:pt x="3072" y="6529"/>
                    </a:lnTo>
                    <a:cubicBezTo>
                      <a:pt x="3078" y="6542"/>
                      <a:pt x="3073" y="6556"/>
                      <a:pt x="3060" y="6562"/>
                    </a:cubicBezTo>
                    <a:cubicBezTo>
                      <a:pt x="3048" y="6568"/>
                      <a:pt x="3033" y="6562"/>
                      <a:pt x="3027" y="6550"/>
                    </a:cubicBezTo>
                    <a:lnTo>
                      <a:pt x="3027" y="6550"/>
                    </a:lnTo>
                    <a:cubicBezTo>
                      <a:pt x="3021" y="6537"/>
                      <a:pt x="3027" y="6522"/>
                      <a:pt x="3039" y="6517"/>
                    </a:cubicBezTo>
                    <a:cubicBezTo>
                      <a:pt x="3052" y="6511"/>
                      <a:pt x="3067" y="6516"/>
                      <a:pt x="3072" y="6529"/>
                    </a:cubicBezTo>
                    <a:close/>
                    <a:moveTo>
                      <a:pt x="3115" y="6620"/>
                    </a:moveTo>
                    <a:lnTo>
                      <a:pt x="3115" y="6620"/>
                    </a:lnTo>
                    <a:cubicBezTo>
                      <a:pt x="3120" y="6632"/>
                      <a:pt x="3115" y="6647"/>
                      <a:pt x="3102" y="6653"/>
                    </a:cubicBezTo>
                    <a:cubicBezTo>
                      <a:pt x="3090" y="6659"/>
                      <a:pt x="3075" y="6653"/>
                      <a:pt x="3069" y="6641"/>
                    </a:cubicBezTo>
                    <a:lnTo>
                      <a:pt x="3069" y="6641"/>
                    </a:lnTo>
                    <a:cubicBezTo>
                      <a:pt x="3063" y="6628"/>
                      <a:pt x="3069" y="6613"/>
                      <a:pt x="3081" y="6607"/>
                    </a:cubicBezTo>
                    <a:cubicBezTo>
                      <a:pt x="3094" y="6602"/>
                      <a:pt x="3109" y="6607"/>
                      <a:pt x="3115" y="6620"/>
                    </a:cubicBezTo>
                    <a:close/>
                    <a:moveTo>
                      <a:pt x="3157" y="6710"/>
                    </a:moveTo>
                    <a:lnTo>
                      <a:pt x="3157" y="6711"/>
                    </a:lnTo>
                    <a:cubicBezTo>
                      <a:pt x="3163" y="6723"/>
                      <a:pt x="3157" y="6738"/>
                      <a:pt x="3144" y="6744"/>
                    </a:cubicBezTo>
                    <a:cubicBezTo>
                      <a:pt x="3132" y="6749"/>
                      <a:pt x="3117" y="6744"/>
                      <a:pt x="3111" y="6731"/>
                    </a:cubicBezTo>
                    <a:lnTo>
                      <a:pt x="3111" y="6731"/>
                    </a:lnTo>
                    <a:cubicBezTo>
                      <a:pt x="3106" y="6719"/>
                      <a:pt x="3111" y="6704"/>
                      <a:pt x="3124" y="6698"/>
                    </a:cubicBezTo>
                    <a:cubicBezTo>
                      <a:pt x="3136" y="6692"/>
                      <a:pt x="3151" y="6698"/>
                      <a:pt x="3157" y="6710"/>
                    </a:cubicBezTo>
                    <a:close/>
                    <a:moveTo>
                      <a:pt x="3199" y="6801"/>
                    </a:moveTo>
                    <a:lnTo>
                      <a:pt x="3199" y="6801"/>
                    </a:lnTo>
                    <a:cubicBezTo>
                      <a:pt x="3205" y="6814"/>
                      <a:pt x="3199" y="6829"/>
                      <a:pt x="3187" y="6834"/>
                    </a:cubicBezTo>
                    <a:cubicBezTo>
                      <a:pt x="3174" y="6840"/>
                      <a:pt x="3159" y="6835"/>
                      <a:pt x="3153" y="6822"/>
                    </a:cubicBezTo>
                    <a:lnTo>
                      <a:pt x="3153" y="6822"/>
                    </a:lnTo>
                    <a:cubicBezTo>
                      <a:pt x="3148" y="6809"/>
                      <a:pt x="3153" y="6795"/>
                      <a:pt x="3166" y="6789"/>
                    </a:cubicBezTo>
                    <a:cubicBezTo>
                      <a:pt x="3178" y="6783"/>
                      <a:pt x="3193" y="6789"/>
                      <a:pt x="3199" y="6801"/>
                    </a:cubicBezTo>
                    <a:close/>
                    <a:moveTo>
                      <a:pt x="3241" y="6892"/>
                    </a:moveTo>
                    <a:lnTo>
                      <a:pt x="3241" y="6892"/>
                    </a:lnTo>
                    <a:cubicBezTo>
                      <a:pt x="3247" y="6905"/>
                      <a:pt x="3241" y="6919"/>
                      <a:pt x="3229" y="6925"/>
                    </a:cubicBezTo>
                    <a:cubicBezTo>
                      <a:pt x="3216" y="6931"/>
                      <a:pt x="3201" y="6925"/>
                      <a:pt x="3196" y="6913"/>
                    </a:cubicBezTo>
                    <a:lnTo>
                      <a:pt x="3196" y="6913"/>
                    </a:lnTo>
                    <a:cubicBezTo>
                      <a:pt x="3190" y="6900"/>
                      <a:pt x="3195" y="6885"/>
                      <a:pt x="3208" y="6880"/>
                    </a:cubicBezTo>
                    <a:cubicBezTo>
                      <a:pt x="3221" y="6874"/>
                      <a:pt x="3235" y="6879"/>
                      <a:pt x="3241" y="6892"/>
                    </a:cubicBezTo>
                    <a:close/>
                    <a:moveTo>
                      <a:pt x="3283" y="6983"/>
                    </a:moveTo>
                    <a:lnTo>
                      <a:pt x="3283" y="6983"/>
                    </a:lnTo>
                    <a:cubicBezTo>
                      <a:pt x="3289" y="6995"/>
                      <a:pt x="3283" y="7010"/>
                      <a:pt x="3271" y="7016"/>
                    </a:cubicBezTo>
                    <a:cubicBezTo>
                      <a:pt x="3258" y="7022"/>
                      <a:pt x="3244" y="7016"/>
                      <a:pt x="3238" y="7003"/>
                    </a:cubicBezTo>
                    <a:lnTo>
                      <a:pt x="3238" y="7003"/>
                    </a:lnTo>
                    <a:cubicBezTo>
                      <a:pt x="3232" y="6991"/>
                      <a:pt x="3238" y="6976"/>
                      <a:pt x="3250" y="6970"/>
                    </a:cubicBezTo>
                    <a:cubicBezTo>
                      <a:pt x="3263" y="6965"/>
                      <a:pt x="3278" y="6970"/>
                      <a:pt x="3283" y="6983"/>
                    </a:cubicBezTo>
                    <a:close/>
                    <a:moveTo>
                      <a:pt x="3325" y="7073"/>
                    </a:moveTo>
                    <a:lnTo>
                      <a:pt x="3325" y="7073"/>
                    </a:lnTo>
                    <a:cubicBezTo>
                      <a:pt x="3331" y="7086"/>
                      <a:pt x="3326" y="7101"/>
                      <a:pt x="3313" y="7107"/>
                    </a:cubicBezTo>
                    <a:cubicBezTo>
                      <a:pt x="3301" y="7112"/>
                      <a:pt x="3286" y="7107"/>
                      <a:pt x="3280" y="7094"/>
                    </a:cubicBezTo>
                    <a:lnTo>
                      <a:pt x="3280" y="7094"/>
                    </a:lnTo>
                    <a:cubicBezTo>
                      <a:pt x="3274" y="7082"/>
                      <a:pt x="3280" y="7067"/>
                      <a:pt x="3292" y="7061"/>
                    </a:cubicBezTo>
                    <a:cubicBezTo>
                      <a:pt x="3305" y="7055"/>
                      <a:pt x="3320" y="7061"/>
                      <a:pt x="3325" y="7073"/>
                    </a:cubicBezTo>
                    <a:close/>
                    <a:moveTo>
                      <a:pt x="3368" y="7164"/>
                    </a:moveTo>
                    <a:lnTo>
                      <a:pt x="3368" y="7164"/>
                    </a:lnTo>
                    <a:cubicBezTo>
                      <a:pt x="3373" y="7177"/>
                      <a:pt x="3368" y="7192"/>
                      <a:pt x="3355" y="7197"/>
                    </a:cubicBezTo>
                    <a:cubicBezTo>
                      <a:pt x="3343" y="7203"/>
                      <a:pt x="3328" y="7198"/>
                      <a:pt x="3322" y="7185"/>
                    </a:cubicBezTo>
                    <a:lnTo>
                      <a:pt x="3322" y="7185"/>
                    </a:lnTo>
                    <a:cubicBezTo>
                      <a:pt x="3316" y="7172"/>
                      <a:pt x="3322" y="7158"/>
                      <a:pt x="3334" y="7152"/>
                    </a:cubicBezTo>
                    <a:cubicBezTo>
                      <a:pt x="3347" y="7146"/>
                      <a:pt x="3362" y="7152"/>
                      <a:pt x="3368" y="7164"/>
                    </a:cubicBezTo>
                    <a:close/>
                    <a:moveTo>
                      <a:pt x="3410" y="7255"/>
                    </a:moveTo>
                    <a:lnTo>
                      <a:pt x="3410" y="7255"/>
                    </a:lnTo>
                    <a:cubicBezTo>
                      <a:pt x="3416" y="7267"/>
                      <a:pt x="3410" y="7282"/>
                      <a:pt x="3397" y="7288"/>
                    </a:cubicBezTo>
                    <a:cubicBezTo>
                      <a:pt x="3385" y="7294"/>
                      <a:pt x="3370" y="7288"/>
                      <a:pt x="3364" y="7276"/>
                    </a:cubicBezTo>
                    <a:lnTo>
                      <a:pt x="3364" y="7276"/>
                    </a:lnTo>
                    <a:cubicBezTo>
                      <a:pt x="3359" y="7263"/>
                      <a:pt x="3364" y="7248"/>
                      <a:pt x="3377" y="7243"/>
                    </a:cubicBezTo>
                    <a:cubicBezTo>
                      <a:pt x="3389" y="7237"/>
                      <a:pt x="3404" y="7242"/>
                      <a:pt x="3410" y="7255"/>
                    </a:cubicBezTo>
                    <a:close/>
                    <a:moveTo>
                      <a:pt x="3452" y="7346"/>
                    </a:moveTo>
                    <a:lnTo>
                      <a:pt x="3452" y="7346"/>
                    </a:lnTo>
                    <a:cubicBezTo>
                      <a:pt x="3458" y="7358"/>
                      <a:pt x="3452" y="7373"/>
                      <a:pt x="3440" y="7379"/>
                    </a:cubicBezTo>
                    <a:cubicBezTo>
                      <a:pt x="3427" y="7385"/>
                      <a:pt x="3412" y="7379"/>
                      <a:pt x="3406" y="7366"/>
                    </a:cubicBezTo>
                    <a:lnTo>
                      <a:pt x="3406" y="7366"/>
                    </a:lnTo>
                    <a:cubicBezTo>
                      <a:pt x="3401" y="7354"/>
                      <a:pt x="3406" y="7339"/>
                      <a:pt x="3419" y="7333"/>
                    </a:cubicBezTo>
                    <a:cubicBezTo>
                      <a:pt x="3431" y="7328"/>
                      <a:pt x="3446" y="7333"/>
                      <a:pt x="3452" y="7346"/>
                    </a:cubicBezTo>
                    <a:close/>
                    <a:moveTo>
                      <a:pt x="3494" y="7436"/>
                    </a:moveTo>
                    <a:lnTo>
                      <a:pt x="3494" y="7436"/>
                    </a:lnTo>
                    <a:cubicBezTo>
                      <a:pt x="3500" y="7449"/>
                      <a:pt x="3494" y="7464"/>
                      <a:pt x="3482" y="7470"/>
                    </a:cubicBezTo>
                    <a:cubicBezTo>
                      <a:pt x="3469" y="7475"/>
                      <a:pt x="3454" y="7470"/>
                      <a:pt x="3449" y="7457"/>
                    </a:cubicBezTo>
                    <a:lnTo>
                      <a:pt x="3449" y="7457"/>
                    </a:lnTo>
                    <a:cubicBezTo>
                      <a:pt x="3443" y="7445"/>
                      <a:pt x="3448" y="7430"/>
                      <a:pt x="3461" y="7424"/>
                    </a:cubicBezTo>
                    <a:cubicBezTo>
                      <a:pt x="3474" y="7418"/>
                      <a:pt x="3488" y="7424"/>
                      <a:pt x="3494" y="7436"/>
                    </a:cubicBezTo>
                    <a:close/>
                    <a:moveTo>
                      <a:pt x="3536" y="7527"/>
                    </a:moveTo>
                    <a:lnTo>
                      <a:pt x="3536" y="7527"/>
                    </a:lnTo>
                    <a:cubicBezTo>
                      <a:pt x="3542" y="7540"/>
                      <a:pt x="3536" y="7555"/>
                      <a:pt x="3524" y="7560"/>
                    </a:cubicBezTo>
                    <a:cubicBezTo>
                      <a:pt x="3511" y="7566"/>
                      <a:pt x="3497" y="7560"/>
                      <a:pt x="3491" y="7548"/>
                    </a:cubicBezTo>
                    <a:lnTo>
                      <a:pt x="3491" y="7548"/>
                    </a:lnTo>
                    <a:cubicBezTo>
                      <a:pt x="3485" y="7535"/>
                      <a:pt x="3491" y="7520"/>
                      <a:pt x="3503" y="7515"/>
                    </a:cubicBezTo>
                    <a:cubicBezTo>
                      <a:pt x="3516" y="7509"/>
                      <a:pt x="3531" y="7515"/>
                      <a:pt x="3536" y="7527"/>
                    </a:cubicBezTo>
                    <a:close/>
                    <a:moveTo>
                      <a:pt x="3578" y="7618"/>
                    </a:moveTo>
                    <a:lnTo>
                      <a:pt x="3578" y="7618"/>
                    </a:lnTo>
                    <a:cubicBezTo>
                      <a:pt x="3584" y="7630"/>
                      <a:pt x="3579" y="7645"/>
                      <a:pt x="3566" y="7651"/>
                    </a:cubicBezTo>
                    <a:cubicBezTo>
                      <a:pt x="3554" y="7657"/>
                      <a:pt x="3539" y="7651"/>
                      <a:pt x="3533" y="7639"/>
                    </a:cubicBezTo>
                    <a:lnTo>
                      <a:pt x="3533" y="7639"/>
                    </a:lnTo>
                    <a:cubicBezTo>
                      <a:pt x="3527" y="7626"/>
                      <a:pt x="3533" y="7611"/>
                      <a:pt x="3545" y="7605"/>
                    </a:cubicBezTo>
                    <a:cubicBezTo>
                      <a:pt x="3558" y="7600"/>
                      <a:pt x="3573" y="7605"/>
                      <a:pt x="3578" y="7618"/>
                    </a:cubicBezTo>
                    <a:close/>
                    <a:moveTo>
                      <a:pt x="3621" y="7709"/>
                    </a:moveTo>
                    <a:lnTo>
                      <a:pt x="3621" y="7709"/>
                    </a:lnTo>
                    <a:cubicBezTo>
                      <a:pt x="3626" y="7721"/>
                      <a:pt x="3621" y="7736"/>
                      <a:pt x="3608" y="7742"/>
                    </a:cubicBezTo>
                    <a:cubicBezTo>
                      <a:pt x="3596" y="7747"/>
                      <a:pt x="3581" y="7742"/>
                      <a:pt x="3575" y="7729"/>
                    </a:cubicBezTo>
                    <a:lnTo>
                      <a:pt x="3575" y="7729"/>
                    </a:lnTo>
                    <a:cubicBezTo>
                      <a:pt x="3569" y="7717"/>
                      <a:pt x="3575" y="7702"/>
                      <a:pt x="3587" y="7696"/>
                    </a:cubicBezTo>
                    <a:cubicBezTo>
                      <a:pt x="3600" y="7690"/>
                      <a:pt x="3615" y="7696"/>
                      <a:pt x="3621" y="7709"/>
                    </a:cubicBezTo>
                    <a:close/>
                    <a:moveTo>
                      <a:pt x="3663" y="7799"/>
                    </a:moveTo>
                    <a:lnTo>
                      <a:pt x="3663" y="7799"/>
                    </a:lnTo>
                    <a:cubicBezTo>
                      <a:pt x="3669" y="7812"/>
                      <a:pt x="3663" y="7827"/>
                      <a:pt x="3650" y="7832"/>
                    </a:cubicBezTo>
                    <a:cubicBezTo>
                      <a:pt x="3638" y="7838"/>
                      <a:pt x="3623" y="7833"/>
                      <a:pt x="3617" y="7820"/>
                    </a:cubicBezTo>
                    <a:lnTo>
                      <a:pt x="3617" y="7820"/>
                    </a:lnTo>
                    <a:cubicBezTo>
                      <a:pt x="3612" y="7807"/>
                      <a:pt x="3617" y="7793"/>
                      <a:pt x="3630" y="7787"/>
                    </a:cubicBezTo>
                    <a:cubicBezTo>
                      <a:pt x="3642" y="7781"/>
                      <a:pt x="3657" y="7787"/>
                      <a:pt x="3663" y="7799"/>
                    </a:cubicBezTo>
                    <a:close/>
                    <a:moveTo>
                      <a:pt x="3635" y="7911"/>
                    </a:moveTo>
                    <a:lnTo>
                      <a:pt x="3635" y="7911"/>
                    </a:lnTo>
                    <a:cubicBezTo>
                      <a:pt x="3629" y="7924"/>
                      <a:pt x="3614" y="7929"/>
                      <a:pt x="3602" y="7923"/>
                    </a:cubicBezTo>
                    <a:cubicBezTo>
                      <a:pt x="3589" y="7917"/>
                      <a:pt x="3584" y="7902"/>
                      <a:pt x="3590" y="7890"/>
                    </a:cubicBezTo>
                    <a:lnTo>
                      <a:pt x="3590" y="7890"/>
                    </a:lnTo>
                    <a:cubicBezTo>
                      <a:pt x="3596" y="7877"/>
                      <a:pt x="3611" y="7872"/>
                      <a:pt x="3623" y="7878"/>
                    </a:cubicBezTo>
                    <a:cubicBezTo>
                      <a:pt x="3636" y="7884"/>
                      <a:pt x="3641" y="7899"/>
                      <a:pt x="3635" y="7911"/>
                    </a:cubicBezTo>
                    <a:close/>
                    <a:moveTo>
                      <a:pt x="3593" y="8002"/>
                    </a:moveTo>
                    <a:lnTo>
                      <a:pt x="3593" y="8002"/>
                    </a:lnTo>
                    <a:cubicBezTo>
                      <a:pt x="3587" y="8014"/>
                      <a:pt x="3572" y="8020"/>
                      <a:pt x="3560" y="8014"/>
                    </a:cubicBezTo>
                    <a:cubicBezTo>
                      <a:pt x="3547" y="8008"/>
                      <a:pt x="3542" y="7993"/>
                      <a:pt x="3548" y="7980"/>
                    </a:cubicBezTo>
                    <a:lnTo>
                      <a:pt x="3548" y="7980"/>
                    </a:lnTo>
                    <a:cubicBezTo>
                      <a:pt x="3554" y="7968"/>
                      <a:pt x="3569" y="7963"/>
                      <a:pt x="3581" y="7969"/>
                    </a:cubicBezTo>
                    <a:cubicBezTo>
                      <a:pt x="3594" y="7975"/>
                      <a:pt x="3599" y="7989"/>
                      <a:pt x="3593" y="8002"/>
                    </a:cubicBezTo>
                    <a:close/>
                    <a:moveTo>
                      <a:pt x="3551" y="8093"/>
                    </a:moveTo>
                    <a:lnTo>
                      <a:pt x="3551" y="8093"/>
                    </a:lnTo>
                    <a:cubicBezTo>
                      <a:pt x="3545" y="8105"/>
                      <a:pt x="3530" y="8110"/>
                      <a:pt x="3517" y="8104"/>
                    </a:cubicBezTo>
                    <a:cubicBezTo>
                      <a:pt x="3505" y="8098"/>
                      <a:pt x="3500" y="8084"/>
                      <a:pt x="3506" y="8071"/>
                    </a:cubicBezTo>
                    <a:lnTo>
                      <a:pt x="3506" y="8071"/>
                    </a:lnTo>
                    <a:cubicBezTo>
                      <a:pt x="3512" y="8059"/>
                      <a:pt x="3527" y="8053"/>
                      <a:pt x="3539" y="8059"/>
                    </a:cubicBezTo>
                    <a:cubicBezTo>
                      <a:pt x="3551" y="8065"/>
                      <a:pt x="3557" y="8080"/>
                      <a:pt x="3551" y="8093"/>
                    </a:cubicBezTo>
                    <a:close/>
                    <a:moveTo>
                      <a:pt x="3509" y="8183"/>
                    </a:moveTo>
                    <a:lnTo>
                      <a:pt x="3509" y="8183"/>
                    </a:lnTo>
                    <a:cubicBezTo>
                      <a:pt x="3503" y="8196"/>
                      <a:pt x="3488" y="8201"/>
                      <a:pt x="3475" y="8195"/>
                    </a:cubicBezTo>
                    <a:cubicBezTo>
                      <a:pt x="3463" y="8189"/>
                      <a:pt x="3458" y="8174"/>
                      <a:pt x="3463" y="8162"/>
                    </a:cubicBezTo>
                    <a:lnTo>
                      <a:pt x="3463" y="8162"/>
                    </a:lnTo>
                    <a:cubicBezTo>
                      <a:pt x="3469" y="8149"/>
                      <a:pt x="3484" y="8144"/>
                      <a:pt x="3497" y="8150"/>
                    </a:cubicBezTo>
                    <a:cubicBezTo>
                      <a:pt x="3509" y="8156"/>
                      <a:pt x="3515" y="8171"/>
                      <a:pt x="3509" y="8183"/>
                    </a:cubicBezTo>
                    <a:close/>
                    <a:moveTo>
                      <a:pt x="3466" y="8274"/>
                    </a:moveTo>
                    <a:lnTo>
                      <a:pt x="3466" y="8274"/>
                    </a:lnTo>
                    <a:cubicBezTo>
                      <a:pt x="3460" y="8287"/>
                      <a:pt x="3446" y="8292"/>
                      <a:pt x="3433" y="8286"/>
                    </a:cubicBezTo>
                    <a:cubicBezTo>
                      <a:pt x="3421" y="8280"/>
                      <a:pt x="3415" y="8265"/>
                      <a:pt x="3421" y="8253"/>
                    </a:cubicBezTo>
                    <a:lnTo>
                      <a:pt x="3421" y="8253"/>
                    </a:lnTo>
                    <a:cubicBezTo>
                      <a:pt x="3427" y="8240"/>
                      <a:pt x="3442" y="8235"/>
                      <a:pt x="3455" y="8241"/>
                    </a:cubicBezTo>
                    <a:cubicBezTo>
                      <a:pt x="3467" y="8247"/>
                      <a:pt x="3472" y="8262"/>
                      <a:pt x="3466" y="8274"/>
                    </a:cubicBezTo>
                    <a:close/>
                    <a:moveTo>
                      <a:pt x="3424" y="8365"/>
                    </a:moveTo>
                    <a:lnTo>
                      <a:pt x="3424" y="8365"/>
                    </a:lnTo>
                    <a:cubicBezTo>
                      <a:pt x="3418" y="8377"/>
                      <a:pt x="3403" y="8383"/>
                      <a:pt x="3391" y="8377"/>
                    </a:cubicBezTo>
                    <a:cubicBezTo>
                      <a:pt x="3378" y="8371"/>
                      <a:pt x="3373" y="8356"/>
                      <a:pt x="3379" y="8343"/>
                    </a:cubicBezTo>
                    <a:lnTo>
                      <a:pt x="3379" y="8343"/>
                    </a:lnTo>
                    <a:cubicBezTo>
                      <a:pt x="3385" y="8331"/>
                      <a:pt x="3400" y="8326"/>
                      <a:pt x="3412" y="8331"/>
                    </a:cubicBezTo>
                    <a:cubicBezTo>
                      <a:pt x="3425" y="8337"/>
                      <a:pt x="3430" y="8352"/>
                      <a:pt x="3424" y="8365"/>
                    </a:cubicBezTo>
                    <a:close/>
                    <a:moveTo>
                      <a:pt x="3382" y="8456"/>
                    </a:moveTo>
                    <a:lnTo>
                      <a:pt x="3382" y="8456"/>
                    </a:lnTo>
                    <a:cubicBezTo>
                      <a:pt x="3376" y="8468"/>
                      <a:pt x="3361" y="8473"/>
                      <a:pt x="3349" y="8467"/>
                    </a:cubicBezTo>
                    <a:cubicBezTo>
                      <a:pt x="3336" y="8461"/>
                      <a:pt x="3331" y="8446"/>
                      <a:pt x="3337" y="8434"/>
                    </a:cubicBezTo>
                    <a:lnTo>
                      <a:pt x="3337" y="8434"/>
                    </a:lnTo>
                    <a:cubicBezTo>
                      <a:pt x="3343" y="8422"/>
                      <a:pt x="3358" y="8416"/>
                      <a:pt x="3370" y="8422"/>
                    </a:cubicBezTo>
                    <a:cubicBezTo>
                      <a:pt x="3383" y="8428"/>
                      <a:pt x="3388" y="8443"/>
                      <a:pt x="3382" y="8456"/>
                    </a:cubicBezTo>
                    <a:close/>
                    <a:moveTo>
                      <a:pt x="3340" y="8546"/>
                    </a:moveTo>
                    <a:lnTo>
                      <a:pt x="3340" y="8546"/>
                    </a:lnTo>
                    <a:cubicBezTo>
                      <a:pt x="3334" y="8559"/>
                      <a:pt x="3319" y="8564"/>
                      <a:pt x="3307" y="8558"/>
                    </a:cubicBezTo>
                    <a:cubicBezTo>
                      <a:pt x="3294" y="8552"/>
                      <a:pt x="3289" y="8537"/>
                      <a:pt x="3295" y="8525"/>
                    </a:cubicBezTo>
                    <a:lnTo>
                      <a:pt x="3295" y="8525"/>
                    </a:lnTo>
                    <a:cubicBezTo>
                      <a:pt x="3301" y="8512"/>
                      <a:pt x="3316" y="8507"/>
                      <a:pt x="3328" y="8513"/>
                    </a:cubicBezTo>
                    <a:cubicBezTo>
                      <a:pt x="3341" y="8519"/>
                      <a:pt x="3346" y="8534"/>
                      <a:pt x="3340" y="8546"/>
                    </a:cubicBezTo>
                    <a:close/>
                    <a:moveTo>
                      <a:pt x="3298" y="8637"/>
                    </a:moveTo>
                    <a:lnTo>
                      <a:pt x="3298" y="8637"/>
                    </a:lnTo>
                    <a:cubicBezTo>
                      <a:pt x="3292" y="8650"/>
                      <a:pt x="3277" y="8655"/>
                      <a:pt x="3264" y="8649"/>
                    </a:cubicBezTo>
                    <a:cubicBezTo>
                      <a:pt x="3252" y="8643"/>
                      <a:pt x="3247" y="8628"/>
                      <a:pt x="3253" y="8615"/>
                    </a:cubicBezTo>
                    <a:lnTo>
                      <a:pt x="3253" y="8615"/>
                    </a:lnTo>
                    <a:cubicBezTo>
                      <a:pt x="3259" y="8603"/>
                      <a:pt x="3274" y="8598"/>
                      <a:pt x="3286" y="8604"/>
                    </a:cubicBezTo>
                    <a:cubicBezTo>
                      <a:pt x="3298" y="8610"/>
                      <a:pt x="3304" y="8625"/>
                      <a:pt x="3298" y="8637"/>
                    </a:cubicBezTo>
                    <a:close/>
                    <a:moveTo>
                      <a:pt x="3256" y="8728"/>
                    </a:moveTo>
                    <a:lnTo>
                      <a:pt x="3256" y="8728"/>
                    </a:lnTo>
                    <a:cubicBezTo>
                      <a:pt x="3250" y="8740"/>
                      <a:pt x="3235" y="8746"/>
                      <a:pt x="3222" y="8740"/>
                    </a:cubicBezTo>
                    <a:cubicBezTo>
                      <a:pt x="3210" y="8734"/>
                      <a:pt x="3205" y="8719"/>
                      <a:pt x="3210" y="8706"/>
                    </a:cubicBezTo>
                    <a:lnTo>
                      <a:pt x="3210" y="8706"/>
                    </a:lnTo>
                    <a:cubicBezTo>
                      <a:pt x="3216" y="8694"/>
                      <a:pt x="3231" y="8688"/>
                      <a:pt x="3244" y="8694"/>
                    </a:cubicBezTo>
                    <a:cubicBezTo>
                      <a:pt x="3256" y="8700"/>
                      <a:pt x="3262" y="8715"/>
                      <a:pt x="3256" y="8728"/>
                    </a:cubicBezTo>
                    <a:close/>
                    <a:moveTo>
                      <a:pt x="3213" y="8818"/>
                    </a:moveTo>
                    <a:lnTo>
                      <a:pt x="3213" y="8819"/>
                    </a:lnTo>
                    <a:cubicBezTo>
                      <a:pt x="3207" y="8831"/>
                      <a:pt x="3193" y="8836"/>
                      <a:pt x="3180" y="8830"/>
                    </a:cubicBezTo>
                    <a:cubicBezTo>
                      <a:pt x="3168" y="8824"/>
                      <a:pt x="3162" y="8809"/>
                      <a:pt x="3168" y="8797"/>
                    </a:cubicBezTo>
                    <a:lnTo>
                      <a:pt x="3168" y="8797"/>
                    </a:lnTo>
                    <a:cubicBezTo>
                      <a:pt x="3174" y="8784"/>
                      <a:pt x="3189" y="8779"/>
                      <a:pt x="3202" y="8785"/>
                    </a:cubicBezTo>
                    <a:cubicBezTo>
                      <a:pt x="3214" y="8791"/>
                      <a:pt x="3219" y="8806"/>
                      <a:pt x="3213" y="8818"/>
                    </a:cubicBezTo>
                    <a:close/>
                    <a:moveTo>
                      <a:pt x="3171" y="8909"/>
                    </a:moveTo>
                    <a:lnTo>
                      <a:pt x="3171" y="8909"/>
                    </a:lnTo>
                    <a:cubicBezTo>
                      <a:pt x="3165" y="8922"/>
                      <a:pt x="3150" y="8927"/>
                      <a:pt x="3138" y="8921"/>
                    </a:cubicBezTo>
                    <a:cubicBezTo>
                      <a:pt x="3125" y="8915"/>
                      <a:pt x="3120" y="8900"/>
                      <a:pt x="3126" y="8888"/>
                    </a:cubicBezTo>
                    <a:lnTo>
                      <a:pt x="3126" y="8888"/>
                    </a:lnTo>
                    <a:cubicBezTo>
                      <a:pt x="3132" y="8875"/>
                      <a:pt x="3147" y="8870"/>
                      <a:pt x="3159" y="8876"/>
                    </a:cubicBezTo>
                    <a:cubicBezTo>
                      <a:pt x="3172" y="8882"/>
                      <a:pt x="3177" y="8897"/>
                      <a:pt x="3171" y="8909"/>
                    </a:cubicBezTo>
                    <a:close/>
                    <a:moveTo>
                      <a:pt x="3129" y="9000"/>
                    </a:moveTo>
                    <a:lnTo>
                      <a:pt x="3129" y="9000"/>
                    </a:lnTo>
                    <a:cubicBezTo>
                      <a:pt x="3123" y="9012"/>
                      <a:pt x="3108" y="9018"/>
                      <a:pt x="3096" y="9012"/>
                    </a:cubicBezTo>
                    <a:cubicBezTo>
                      <a:pt x="3083" y="9006"/>
                      <a:pt x="3078" y="8991"/>
                      <a:pt x="3084" y="8978"/>
                    </a:cubicBezTo>
                    <a:lnTo>
                      <a:pt x="3084" y="8978"/>
                    </a:lnTo>
                    <a:cubicBezTo>
                      <a:pt x="3090" y="8966"/>
                      <a:pt x="3105" y="8961"/>
                      <a:pt x="3117" y="8967"/>
                    </a:cubicBezTo>
                    <a:cubicBezTo>
                      <a:pt x="3130" y="8973"/>
                      <a:pt x="3135" y="8987"/>
                      <a:pt x="3129" y="9000"/>
                    </a:cubicBezTo>
                    <a:close/>
                    <a:moveTo>
                      <a:pt x="3087" y="9091"/>
                    </a:moveTo>
                    <a:lnTo>
                      <a:pt x="3087" y="9091"/>
                    </a:lnTo>
                    <a:cubicBezTo>
                      <a:pt x="3081" y="9103"/>
                      <a:pt x="3066" y="9108"/>
                      <a:pt x="3054" y="9102"/>
                    </a:cubicBezTo>
                    <a:cubicBezTo>
                      <a:pt x="3041" y="9097"/>
                      <a:pt x="3036" y="9082"/>
                      <a:pt x="3042" y="9069"/>
                    </a:cubicBezTo>
                    <a:lnTo>
                      <a:pt x="3042" y="9069"/>
                    </a:lnTo>
                    <a:cubicBezTo>
                      <a:pt x="3048" y="9057"/>
                      <a:pt x="3063" y="9051"/>
                      <a:pt x="3075" y="9057"/>
                    </a:cubicBezTo>
                    <a:cubicBezTo>
                      <a:pt x="3088" y="9063"/>
                      <a:pt x="3093" y="9078"/>
                      <a:pt x="3087" y="9091"/>
                    </a:cubicBezTo>
                    <a:close/>
                    <a:moveTo>
                      <a:pt x="3045" y="9181"/>
                    </a:moveTo>
                    <a:lnTo>
                      <a:pt x="3045" y="9181"/>
                    </a:lnTo>
                    <a:cubicBezTo>
                      <a:pt x="3039" y="9194"/>
                      <a:pt x="3024" y="9199"/>
                      <a:pt x="3011" y="9193"/>
                    </a:cubicBezTo>
                    <a:cubicBezTo>
                      <a:pt x="2999" y="9187"/>
                      <a:pt x="2994" y="9172"/>
                      <a:pt x="3000" y="9160"/>
                    </a:cubicBezTo>
                    <a:lnTo>
                      <a:pt x="3000" y="9160"/>
                    </a:lnTo>
                    <a:cubicBezTo>
                      <a:pt x="3006" y="9147"/>
                      <a:pt x="3021" y="9142"/>
                      <a:pt x="3033" y="9148"/>
                    </a:cubicBezTo>
                    <a:cubicBezTo>
                      <a:pt x="3045" y="9154"/>
                      <a:pt x="3051" y="9169"/>
                      <a:pt x="3045" y="9181"/>
                    </a:cubicBezTo>
                    <a:close/>
                    <a:moveTo>
                      <a:pt x="3003" y="9272"/>
                    </a:moveTo>
                    <a:lnTo>
                      <a:pt x="3003" y="9272"/>
                    </a:lnTo>
                    <a:cubicBezTo>
                      <a:pt x="2997" y="9285"/>
                      <a:pt x="2982" y="9290"/>
                      <a:pt x="2969" y="9284"/>
                    </a:cubicBezTo>
                    <a:cubicBezTo>
                      <a:pt x="2957" y="9278"/>
                      <a:pt x="2952" y="9263"/>
                      <a:pt x="2957" y="9251"/>
                    </a:cubicBezTo>
                    <a:lnTo>
                      <a:pt x="2957" y="9251"/>
                    </a:lnTo>
                    <a:cubicBezTo>
                      <a:pt x="2963" y="9238"/>
                      <a:pt x="2978" y="9233"/>
                      <a:pt x="2991" y="9239"/>
                    </a:cubicBezTo>
                    <a:cubicBezTo>
                      <a:pt x="3003" y="9245"/>
                      <a:pt x="3009" y="9260"/>
                      <a:pt x="3003" y="9272"/>
                    </a:cubicBezTo>
                    <a:close/>
                    <a:moveTo>
                      <a:pt x="2960" y="9363"/>
                    </a:moveTo>
                    <a:lnTo>
                      <a:pt x="2960" y="9363"/>
                    </a:lnTo>
                    <a:cubicBezTo>
                      <a:pt x="2954" y="9375"/>
                      <a:pt x="2940" y="9381"/>
                      <a:pt x="2927" y="9375"/>
                    </a:cubicBezTo>
                    <a:cubicBezTo>
                      <a:pt x="2915" y="9369"/>
                      <a:pt x="2909" y="9354"/>
                      <a:pt x="2915" y="9341"/>
                    </a:cubicBezTo>
                    <a:lnTo>
                      <a:pt x="2915" y="9341"/>
                    </a:lnTo>
                    <a:cubicBezTo>
                      <a:pt x="2921" y="9329"/>
                      <a:pt x="2936" y="9324"/>
                      <a:pt x="2949" y="9330"/>
                    </a:cubicBezTo>
                    <a:cubicBezTo>
                      <a:pt x="2961" y="9335"/>
                      <a:pt x="2966" y="9350"/>
                      <a:pt x="2960" y="9363"/>
                    </a:cubicBezTo>
                    <a:close/>
                    <a:moveTo>
                      <a:pt x="2918" y="9454"/>
                    </a:moveTo>
                    <a:lnTo>
                      <a:pt x="2918" y="9454"/>
                    </a:lnTo>
                    <a:cubicBezTo>
                      <a:pt x="2912" y="9466"/>
                      <a:pt x="2897" y="9471"/>
                      <a:pt x="2885" y="9465"/>
                    </a:cubicBezTo>
                    <a:cubicBezTo>
                      <a:pt x="2872" y="9459"/>
                      <a:pt x="2867" y="9445"/>
                      <a:pt x="2873" y="9432"/>
                    </a:cubicBezTo>
                    <a:lnTo>
                      <a:pt x="2873" y="9432"/>
                    </a:lnTo>
                    <a:cubicBezTo>
                      <a:pt x="2879" y="9420"/>
                      <a:pt x="2894" y="9414"/>
                      <a:pt x="2907" y="9420"/>
                    </a:cubicBezTo>
                    <a:cubicBezTo>
                      <a:pt x="2919" y="9426"/>
                      <a:pt x="2924" y="9441"/>
                      <a:pt x="2918" y="9454"/>
                    </a:cubicBezTo>
                    <a:close/>
                    <a:moveTo>
                      <a:pt x="2876" y="9544"/>
                    </a:moveTo>
                    <a:lnTo>
                      <a:pt x="2876" y="9544"/>
                    </a:lnTo>
                    <a:cubicBezTo>
                      <a:pt x="2870" y="9557"/>
                      <a:pt x="2855" y="9562"/>
                      <a:pt x="2843" y="9556"/>
                    </a:cubicBezTo>
                    <a:cubicBezTo>
                      <a:pt x="2830" y="9550"/>
                      <a:pt x="2825" y="9535"/>
                      <a:pt x="2831" y="9523"/>
                    </a:cubicBezTo>
                    <a:lnTo>
                      <a:pt x="2831" y="9523"/>
                    </a:lnTo>
                    <a:cubicBezTo>
                      <a:pt x="2837" y="9510"/>
                      <a:pt x="2852" y="9505"/>
                      <a:pt x="2864" y="9511"/>
                    </a:cubicBezTo>
                    <a:cubicBezTo>
                      <a:pt x="2877" y="9517"/>
                      <a:pt x="2882" y="9532"/>
                      <a:pt x="2876" y="9544"/>
                    </a:cubicBezTo>
                    <a:close/>
                    <a:moveTo>
                      <a:pt x="2834" y="9635"/>
                    </a:moveTo>
                    <a:lnTo>
                      <a:pt x="2834" y="9635"/>
                    </a:lnTo>
                    <a:cubicBezTo>
                      <a:pt x="2828" y="9648"/>
                      <a:pt x="2813" y="9653"/>
                      <a:pt x="2801" y="9647"/>
                    </a:cubicBezTo>
                    <a:cubicBezTo>
                      <a:pt x="2788" y="9641"/>
                      <a:pt x="2783" y="9626"/>
                      <a:pt x="2789" y="9614"/>
                    </a:cubicBezTo>
                    <a:lnTo>
                      <a:pt x="2789" y="9613"/>
                    </a:lnTo>
                    <a:cubicBezTo>
                      <a:pt x="2795" y="9601"/>
                      <a:pt x="2810" y="9596"/>
                      <a:pt x="2822" y="9602"/>
                    </a:cubicBezTo>
                    <a:cubicBezTo>
                      <a:pt x="2835" y="9608"/>
                      <a:pt x="2840" y="9623"/>
                      <a:pt x="2834" y="9635"/>
                    </a:cubicBezTo>
                    <a:close/>
                    <a:moveTo>
                      <a:pt x="2792" y="9726"/>
                    </a:moveTo>
                    <a:lnTo>
                      <a:pt x="2792" y="9726"/>
                    </a:lnTo>
                    <a:cubicBezTo>
                      <a:pt x="2786" y="9738"/>
                      <a:pt x="2771" y="9744"/>
                      <a:pt x="2758" y="9738"/>
                    </a:cubicBezTo>
                    <a:cubicBezTo>
                      <a:pt x="2746" y="9732"/>
                      <a:pt x="2741" y="9717"/>
                      <a:pt x="2747" y="9704"/>
                    </a:cubicBezTo>
                    <a:lnTo>
                      <a:pt x="2747" y="9704"/>
                    </a:lnTo>
                    <a:cubicBezTo>
                      <a:pt x="2753" y="9692"/>
                      <a:pt x="2768" y="9686"/>
                      <a:pt x="2780" y="9692"/>
                    </a:cubicBezTo>
                    <a:cubicBezTo>
                      <a:pt x="2792" y="9698"/>
                      <a:pt x="2798" y="9713"/>
                      <a:pt x="2792" y="9726"/>
                    </a:cubicBezTo>
                    <a:close/>
                    <a:moveTo>
                      <a:pt x="2750" y="9817"/>
                    </a:moveTo>
                    <a:lnTo>
                      <a:pt x="2750" y="9817"/>
                    </a:lnTo>
                    <a:cubicBezTo>
                      <a:pt x="2744" y="9829"/>
                      <a:pt x="2729" y="9834"/>
                      <a:pt x="2716" y="9828"/>
                    </a:cubicBezTo>
                    <a:cubicBezTo>
                      <a:pt x="2704" y="9822"/>
                      <a:pt x="2699" y="9807"/>
                      <a:pt x="2704" y="9795"/>
                    </a:cubicBezTo>
                    <a:lnTo>
                      <a:pt x="2704" y="9795"/>
                    </a:lnTo>
                    <a:cubicBezTo>
                      <a:pt x="2710" y="9782"/>
                      <a:pt x="2725" y="9777"/>
                      <a:pt x="2738" y="9783"/>
                    </a:cubicBezTo>
                    <a:cubicBezTo>
                      <a:pt x="2750" y="9789"/>
                      <a:pt x="2756" y="9804"/>
                      <a:pt x="2750" y="9817"/>
                    </a:cubicBezTo>
                    <a:close/>
                    <a:moveTo>
                      <a:pt x="2707" y="9907"/>
                    </a:moveTo>
                    <a:lnTo>
                      <a:pt x="2707" y="9907"/>
                    </a:lnTo>
                    <a:cubicBezTo>
                      <a:pt x="2701" y="9920"/>
                      <a:pt x="2687" y="9925"/>
                      <a:pt x="2674" y="9919"/>
                    </a:cubicBezTo>
                    <a:cubicBezTo>
                      <a:pt x="2662" y="9913"/>
                      <a:pt x="2656" y="9898"/>
                      <a:pt x="2662" y="9886"/>
                    </a:cubicBezTo>
                    <a:lnTo>
                      <a:pt x="2662" y="9886"/>
                    </a:lnTo>
                    <a:cubicBezTo>
                      <a:pt x="2668" y="9873"/>
                      <a:pt x="2683" y="9868"/>
                      <a:pt x="2696" y="9874"/>
                    </a:cubicBezTo>
                    <a:cubicBezTo>
                      <a:pt x="2708" y="9880"/>
                      <a:pt x="2713" y="9895"/>
                      <a:pt x="2707" y="9907"/>
                    </a:cubicBezTo>
                    <a:close/>
                    <a:moveTo>
                      <a:pt x="2665" y="9998"/>
                    </a:moveTo>
                    <a:lnTo>
                      <a:pt x="2665" y="9998"/>
                    </a:lnTo>
                    <a:cubicBezTo>
                      <a:pt x="2659" y="10010"/>
                      <a:pt x="2644" y="10016"/>
                      <a:pt x="2632" y="10010"/>
                    </a:cubicBezTo>
                    <a:cubicBezTo>
                      <a:pt x="2619" y="10004"/>
                      <a:pt x="2614" y="9989"/>
                      <a:pt x="2620" y="9976"/>
                    </a:cubicBezTo>
                    <a:lnTo>
                      <a:pt x="2620" y="9976"/>
                    </a:lnTo>
                    <a:cubicBezTo>
                      <a:pt x="2626" y="9964"/>
                      <a:pt x="2641" y="9959"/>
                      <a:pt x="2654" y="9965"/>
                    </a:cubicBezTo>
                    <a:cubicBezTo>
                      <a:pt x="2666" y="9971"/>
                      <a:pt x="2671" y="9986"/>
                      <a:pt x="2665" y="9998"/>
                    </a:cubicBezTo>
                    <a:close/>
                    <a:moveTo>
                      <a:pt x="2623" y="10089"/>
                    </a:moveTo>
                    <a:lnTo>
                      <a:pt x="2623" y="10089"/>
                    </a:lnTo>
                    <a:cubicBezTo>
                      <a:pt x="2617" y="10101"/>
                      <a:pt x="2602" y="10106"/>
                      <a:pt x="2590" y="10101"/>
                    </a:cubicBezTo>
                    <a:cubicBezTo>
                      <a:pt x="2577" y="10095"/>
                      <a:pt x="2572" y="10080"/>
                      <a:pt x="2578" y="10067"/>
                    </a:cubicBezTo>
                    <a:lnTo>
                      <a:pt x="2578" y="10067"/>
                    </a:lnTo>
                    <a:cubicBezTo>
                      <a:pt x="2584" y="10055"/>
                      <a:pt x="2599" y="10049"/>
                      <a:pt x="2611" y="10055"/>
                    </a:cubicBezTo>
                    <a:cubicBezTo>
                      <a:pt x="2624" y="10061"/>
                      <a:pt x="2629" y="10076"/>
                      <a:pt x="2623" y="10089"/>
                    </a:cubicBezTo>
                    <a:close/>
                    <a:moveTo>
                      <a:pt x="2581" y="10179"/>
                    </a:moveTo>
                    <a:lnTo>
                      <a:pt x="2581" y="10179"/>
                    </a:lnTo>
                    <a:cubicBezTo>
                      <a:pt x="2575" y="10192"/>
                      <a:pt x="2560" y="10197"/>
                      <a:pt x="2548" y="10191"/>
                    </a:cubicBezTo>
                    <a:cubicBezTo>
                      <a:pt x="2535" y="10185"/>
                      <a:pt x="2530" y="10170"/>
                      <a:pt x="2536" y="10158"/>
                    </a:cubicBezTo>
                    <a:lnTo>
                      <a:pt x="2536" y="10158"/>
                    </a:lnTo>
                    <a:cubicBezTo>
                      <a:pt x="2542" y="10145"/>
                      <a:pt x="2557" y="10140"/>
                      <a:pt x="2569" y="10146"/>
                    </a:cubicBezTo>
                    <a:cubicBezTo>
                      <a:pt x="2582" y="10152"/>
                      <a:pt x="2587" y="10167"/>
                      <a:pt x="2581" y="10179"/>
                    </a:cubicBezTo>
                    <a:close/>
                    <a:moveTo>
                      <a:pt x="2539" y="10270"/>
                    </a:moveTo>
                    <a:lnTo>
                      <a:pt x="2539" y="10270"/>
                    </a:lnTo>
                    <a:cubicBezTo>
                      <a:pt x="2533" y="10283"/>
                      <a:pt x="2518" y="10288"/>
                      <a:pt x="2505" y="10282"/>
                    </a:cubicBezTo>
                    <a:cubicBezTo>
                      <a:pt x="2493" y="10276"/>
                      <a:pt x="2488" y="10261"/>
                      <a:pt x="2494" y="10249"/>
                    </a:cubicBezTo>
                    <a:lnTo>
                      <a:pt x="2494" y="10249"/>
                    </a:lnTo>
                    <a:cubicBezTo>
                      <a:pt x="2500" y="10236"/>
                      <a:pt x="2515" y="10231"/>
                      <a:pt x="2527" y="10237"/>
                    </a:cubicBezTo>
                    <a:cubicBezTo>
                      <a:pt x="2539" y="10243"/>
                      <a:pt x="2545" y="10258"/>
                      <a:pt x="2539" y="10270"/>
                    </a:cubicBezTo>
                    <a:close/>
                    <a:moveTo>
                      <a:pt x="2497" y="10361"/>
                    </a:moveTo>
                    <a:lnTo>
                      <a:pt x="2497" y="10361"/>
                    </a:lnTo>
                    <a:cubicBezTo>
                      <a:pt x="2491" y="10373"/>
                      <a:pt x="2476" y="10379"/>
                      <a:pt x="2463" y="10373"/>
                    </a:cubicBezTo>
                    <a:cubicBezTo>
                      <a:pt x="2451" y="10367"/>
                      <a:pt x="2446" y="10352"/>
                      <a:pt x="2451" y="10339"/>
                    </a:cubicBezTo>
                    <a:lnTo>
                      <a:pt x="2452" y="10339"/>
                    </a:lnTo>
                    <a:cubicBezTo>
                      <a:pt x="2457" y="10327"/>
                      <a:pt x="2472" y="10322"/>
                      <a:pt x="2485" y="10328"/>
                    </a:cubicBezTo>
                    <a:cubicBezTo>
                      <a:pt x="2497" y="10334"/>
                      <a:pt x="2503" y="10348"/>
                      <a:pt x="2497" y="10361"/>
                    </a:cubicBezTo>
                    <a:close/>
                    <a:moveTo>
                      <a:pt x="2454" y="10452"/>
                    </a:moveTo>
                    <a:lnTo>
                      <a:pt x="2454" y="10452"/>
                    </a:lnTo>
                    <a:cubicBezTo>
                      <a:pt x="2448" y="10464"/>
                      <a:pt x="2434" y="10469"/>
                      <a:pt x="2421" y="10463"/>
                    </a:cubicBezTo>
                    <a:cubicBezTo>
                      <a:pt x="2409" y="10457"/>
                      <a:pt x="2403" y="10443"/>
                      <a:pt x="2409" y="10430"/>
                    </a:cubicBezTo>
                    <a:lnTo>
                      <a:pt x="2409" y="10430"/>
                    </a:lnTo>
                    <a:cubicBezTo>
                      <a:pt x="2415" y="10418"/>
                      <a:pt x="2430" y="10412"/>
                      <a:pt x="2443" y="10418"/>
                    </a:cubicBezTo>
                    <a:cubicBezTo>
                      <a:pt x="2455" y="10424"/>
                      <a:pt x="2460" y="10439"/>
                      <a:pt x="2454" y="10452"/>
                    </a:cubicBezTo>
                    <a:close/>
                    <a:moveTo>
                      <a:pt x="2412" y="10542"/>
                    </a:moveTo>
                    <a:lnTo>
                      <a:pt x="2412" y="10542"/>
                    </a:lnTo>
                    <a:cubicBezTo>
                      <a:pt x="2406" y="10555"/>
                      <a:pt x="2391" y="10560"/>
                      <a:pt x="2379" y="10554"/>
                    </a:cubicBezTo>
                    <a:cubicBezTo>
                      <a:pt x="2366" y="10548"/>
                      <a:pt x="2361" y="10533"/>
                      <a:pt x="2367" y="10521"/>
                    </a:cubicBezTo>
                    <a:lnTo>
                      <a:pt x="2367" y="10521"/>
                    </a:lnTo>
                    <a:cubicBezTo>
                      <a:pt x="2373" y="10508"/>
                      <a:pt x="2388" y="10503"/>
                      <a:pt x="2401" y="10509"/>
                    </a:cubicBezTo>
                    <a:cubicBezTo>
                      <a:pt x="2413" y="10515"/>
                      <a:pt x="2418" y="10530"/>
                      <a:pt x="2412" y="10542"/>
                    </a:cubicBezTo>
                    <a:close/>
                    <a:moveTo>
                      <a:pt x="2370" y="10633"/>
                    </a:moveTo>
                    <a:lnTo>
                      <a:pt x="2370" y="10633"/>
                    </a:lnTo>
                    <a:cubicBezTo>
                      <a:pt x="2364" y="10646"/>
                      <a:pt x="2349" y="10651"/>
                      <a:pt x="2337" y="10645"/>
                    </a:cubicBezTo>
                    <a:cubicBezTo>
                      <a:pt x="2324" y="10639"/>
                      <a:pt x="2319" y="10624"/>
                      <a:pt x="2325" y="10612"/>
                    </a:cubicBezTo>
                    <a:lnTo>
                      <a:pt x="2325" y="10612"/>
                    </a:lnTo>
                    <a:cubicBezTo>
                      <a:pt x="2331" y="10599"/>
                      <a:pt x="2346" y="10594"/>
                      <a:pt x="2358" y="10600"/>
                    </a:cubicBezTo>
                    <a:cubicBezTo>
                      <a:pt x="2371" y="10606"/>
                      <a:pt x="2376" y="10621"/>
                      <a:pt x="2370" y="10633"/>
                    </a:cubicBezTo>
                    <a:close/>
                    <a:moveTo>
                      <a:pt x="2328" y="10724"/>
                    </a:moveTo>
                    <a:lnTo>
                      <a:pt x="2328" y="10724"/>
                    </a:lnTo>
                    <a:cubicBezTo>
                      <a:pt x="2322" y="10736"/>
                      <a:pt x="2307" y="10742"/>
                      <a:pt x="2295" y="10736"/>
                    </a:cubicBezTo>
                    <a:cubicBezTo>
                      <a:pt x="2282" y="10730"/>
                      <a:pt x="2277" y="10715"/>
                      <a:pt x="2283" y="10702"/>
                    </a:cubicBezTo>
                    <a:lnTo>
                      <a:pt x="2283" y="10702"/>
                    </a:lnTo>
                    <a:cubicBezTo>
                      <a:pt x="2289" y="10690"/>
                      <a:pt x="2304" y="10685"/>
                      <a:pt x="2316" y="10690"/>
                    </a:cubicBezTo>
                    <a:cubicBezTo>
                      <a:pt x="2329" y="10696"/>
                      <a:pt x="2334" y="10711"/>
                      <a:pt x="2328" y="10724"/>
                    </a:cubicBezTo>
                    <a:close/>
                    <a:moveTo>
                      <a:pt x="2286" y="10815"/>
                    </a:moveTo>
                    <a:lnTo>
                      <a:pt x="2286" y="10815"/>
                    </a:lnTo>
                    <a:cubicBezTo>
                      <a:pt x="2280" y="10827"/>
                      <a:pt x="2265" y="10832"/>
                      <a:pt x="2252" y="10826"/>
                    </a:cubicBezTo>
                    <a:cubicBezTo>
                      <a:pt x="2240" y="10820"/>
                      <a:pt x="2235" y="10805"/>
                      <a:pt x="2241" y="10793"/>
                    </a:cubicBezTo>
                    <a:lnTo>
                      <a:pt x="2241" y="10793"/>
                    </a:lnTo>
                    <a:cubicBezTo>
                      <a:pt x="2247" y="10781"/>
                      <a:pt x="2262" y="10775"/>
                      <a:pt x="2274" y="10781"/>
                    </a:cubicBezTo>
                    <a:cubicBezTo>
                      <a:pt x="2286" y="10787"/>
                      <a:pt x="2292" y="10802"/>
                      <a:pt x="2286" y="10815"/>
                    </a:cubicBezTo>
                    <a:close/>
                    <a:moveTo>
                      <a:pt x="2244" y="10905"/>
                    </a:moveTo>
                    <a:lnTo>
                      <a:pt x="2244" y="10905"/>
                    </a:lnTo>
                    <a:cubicBezTo>
                      <a:pt x="2238" y="10918"/>
                      <a:pt x="2223" y="10923"/>
                      <a:pt x="2210" y="10917"/>
                    </a:cubicBezTo>
                    <a:cubicBezTo>
                      <a:pt x="2198" y="10911"/>
                      <a:pt x="2193" y="10896"/>
                      <a:pt x="2198" y="10884"/>
                    </a:cubicBezTo>
                    <a:lnTo>
                      <a:pt x="2199" y="10884"/>
                    </a:lnTo>
                    <a:cubicBezTo>
                      <a:pt x="2204" y="10871"/>
                      <a:pt x="2219" y="10866"/>
                      <a:pt x="2232" y="10872"/>
                    </a:cubicBezTo>
                    <a:cubicBezTo>
                      <a:pt x="2244" y="10878"/>
                      <a:pt x="2250" y="10893"/>
                      <a:pt x="2244" y="10905"/>
                    </a:cubicBezTo>
                    <a:close/>
                    <a:moveTo>
                      <a:pt x="2201" y="10996"/>
                    </a:moveTo>
                    <a:lnTo>
                      <a:pt x="2201" y="10996"/>
                    </a:lnTo>
                    <a:cubicBezTo>
                      <a:pt x="2195" y="11009"/>
                      <a:pt x="2181" y="11014"/>
                      <a:pt x="2168" y="11008"/>
                    </a:cubicBezTo>
                    <a:cubicBezTo>
                      <a:pt x="2156" y="11002"/>
                      <a:pt x="2150" y="10987"/>
                      <a:pt x="2156" y="10974"/>
                    </a:cubicBezTo>
                    <a:lnTo>
                      <a:pt x="2156" y="10974"/>
                    </a:lnTo>
                    <a:cubicBezTo>
                      <a:pt x="2162" y="10962"/>
                      <a:pt x="2177" y="10957"/>
                      <a:pt x="2190" y="10963"/>
                    </a:cubicBezTo>
                    <a:cubicBezTo>
                      <a:pt x="2202" y="10969"/>
                      <a:pt x="2207" y="10984"/>
                      <a:pt x="2201" y="10996"/>
                    </a:cubicBezTo>
                    <a:close/>
                    <a:moveTo>
                      <a:pt x="2159" y="11087"/>
                    </a:moveTo>
                    <a:lnTo>
                      <a:pt x="2159" y="11087"/>
                    </a:lnTo>
                    <a:cubicBezTo>
                      <a:pt x="2153" y="11099"/>
                      <a:pt x="2138" y="11105"/>
                      <a:pt x="2126" y="11099"/>
                    </a:cubicBezTo>
                    <a:cubicBezTo>
                      <a:pt x="2113" y="11093"/>
                      <a:pt x="2108" y="11078"/>
                      <a:pt x="2114" y="11065"/>
                    </a:cubicBezTo>
                    <a:lnTo>
                      <a:pt x="2114" y="11065"/>
                    </a:lnTo>
                    <a:cubicBezTo>
                      <a:pt x="2120" y="11053"/>
                      <a:pt x="2135" y="11047"/>
                      <a:pt x="2148" y="11053"/>
                    </a:cubicBezTo>
                    <a:cubicBezTo>
                      <a:pt x="2160" y="11059"/>
                      <a:pt x="2165" y="11074"/>
                      <a:pt x="2159" y="11087"/>
                    </a:cubicBezTo>
                    <a:close/>
                    <a:moveTo>
                      <a:pt x="2117" y="11177"/>
                    </a:moveTo>
                    <a:lnTo>
                      <a:pt x="2117" y="11178"/>
                    </a:lnTo>
                    <a:cubicBezTo>
                      <a:pt x="2111" y="11190"/>
                      <a:pt x="2096" y="11195"/>
                      <a:pt x="2084" y="11189"/>
                    </a:cubicBezTo>
                    <a:cubicBezTo>
                      <a:pt x="2071" y="11183"/>
                      <a:pt x="2066" y="11168"/>
                      <a:pt x="2072" y="11156"/>
                    </a:cubicBezTo>
                    <a:lnTo>
                      <a:pt x="2072" y="11156"/>
                    </a:lnTo>
                    <a:cubicBezTo>
                      <a:pt x="2078" y="11143"/>
                      <a:pt x="2093" y="11138"/>
                      <a:pt x="2105" y="11144"/>
                    </a:cubicBezTo>
                    <a:cubicBezTo>
                      <a:pt x="2118" y="11150"/>
                      <a:pt x="2123" y="11165"/>
                      <a:pt x="2117" y="11177"/>
                    </a:cubicBezTo>
                    <a:close/>
                    <a:moveTo>
                      <a:pt x="2075" y="11268"/>
                    </a:moveTo>
                    <a:lnTo>
                      <a:pt x="2075" y="11268"/>
                    </a:lnTo>
                    <a:cubicBezTo>
                      <a:pt x="2069" y="11281"/>
                      <a:pt x="2054" y="11286"/>
                      <a:pt x="2042" y="11280"/>
                    </a:cubicBezTo>
                    <a:cubicBezTo>
                      <a:pt x="2029" y="11274"/>
                      <a:pt x="2024" y="11259"/>
                      <a:pt x="2030" y="11247"/>
                    </a:cubicBezTo>
                    <a:lnTo>
                      <a:pt x="2030" y="11247"/>
                    </a:lnTo>
                    <a:cubicBezTo>
                      <a:pt x="2036" y="11234"/>
                      <a:pt x="2051" y="11229"/>
                      <a:pt x="2063" y="11235"/>
                    </a:cubicBezTo>
                    <a:cubicBezTo>
                      <a:pt x="2076" y="11241"/>
                      <a:pt x="2081" y="11256"/>
                      <a:pt x="2075" y="11268"/>
                    </a:cubicBezTo>
                    <a:close/>
                    <a:moveTo>
                      <a:pt x="2033" y="11359"/>
                    </a:moveTo>
                    <a:lnTo>
                      <a:pt x="2033" y="11359"/>
                    </a:lnTo>
                    <a:cubicBezTo>
                      <a:pt x="2027" y="11371"/>
                      <a:pt x="2012" y="11377"/>
                      <a:pt x="1999" y="11371"/>
                    </a:cubicBezTo>
                    <a:cubicBezTo>
                      <a:pt x="1987" y="11365"/>
                      <a:pt x="1982" y="11350"/>
                      <a:pt x="1988" y="11337"/>
                    </a:cubicBezTo>
                    <a:lnTo>
                      <a:pt x="1988" y="11337"/>
                    </a:lnTo>
                    <a:cubicBezTo>
                      <a:pt x="1994" y="11325"/>
                      <a:pt x="2009" y="11320"/>
                      <a:pt x="2021" y="11326"/>
                    </a:cubicBezTo>
                    <a:cubicBezTo>
                      <a:pt x="2033" y="11332"/>
                      <a:pt x="2039" y="11346"/>
                      <a:pt x="2033" y="11359"/>
                    </a:cubicBezTo>
                    <a:close/>
                    <a:moveTo>
                      <a:pt x="1991" y="11450"/>
                    </a:moveTo>
                    <a:lnTo>
                      <a:pt x="1991" y="11450"/>
                    </a:lnTo>
                    <a:cubicBezTo>
                      <a:pt x="1985" y="11462"/>
                      <a:pt x="1970" y="11467"/>
                      <a:pt x="1957" y="11461"/>
                    </a:cubicBezTo>
                    <a:cubicBezTo>
                      <a:pt x="1945" y="11456"/>
                      <a:pt x="1940" y="11441"/>
                      <a:pt x="1945" y="11428"/>
                    </a:cubicBezTo>
                    <a:lnTo>
                      <a:pt x="1946" y="11428"/>
                    </a:lnTo>
                    <a:cubicBezTo>
                      <a:pt x="1951" y="11416"/>
                      <a:pt x="1966" y="11410"/>
                      <a:pt x="1979" y="11416"/>
                    </a:cubicBezTo>
                    <a:cubicBezTo>
                      <a:pt x="1991" y="11422"/>
                      <a:pt x="1997" y="11437"/>
                      <a:pt x="1991" y="11450"/>
                    </a:cubicBezTo>
                    <a:close/>
                    <a:moveTo>
                      <a:pt x="1948" y="11540"/>
                    </a:moveTo>
                    <a:lnTo>
                      <a:pt x="1948" y="11540"/>
                    </a:lnTo>
                    <a:cubicBezTo>
                      <a:pt x="1942" y="11553"/>
                      <a:pt x="1928" y="11558"/>
                      <a:pt x="1915" y="11552"/>
                    </a:cubicBezTo>
                    <a:cubicBezTo>
                      <a:pt x="1903" y="11546"/>
                      <a:pt x="1897" y="11531"/>
                      <a:pt x="1903" y="11519"/>
                    </a:cubicBezTo>
                    <a:lnTo>
                      <a:pt x="1903" y="11519"/>
                    </a:lnTo>
                    <a:cubicBezTo>
                      <a:pt x="1909" y="11506"/>
                      <a:pt x="1924" y="11501"/>
                      <a:pt x="1937" y="11507"/>
                    </a:cubicBezTo>
                    <a:cubicBezTo>
                      <a:pt x="1949" y="11513"/>
                      <a:pt x="1954" y="11528"/>
                      <a:pt x="1948" y="11540"/>
                    </a:cubicBezTo>
                    <a:close/>
                    <a:moveTo>
                      <a:pt x="1906" y="11631"/>
                    </a:moveTo>
                    <a:lnTo>
                      <a:pt x="1906" y="11631"/>
                    </a:lnTo>
                    <a:cubicBezTo>
                      <a:pt x="1900" y="11644"/>
                      <a:pt x="1885" y="11649"/>
                      <a:pt x="1873" y="11643"/>
                    </a:cubicBezTo>
                    <a:cubicBezTo>
                      <a:pt x="1860" y="11637"/>
                      <a:pt x="1855" y="11622"/>
                      <a:pt x="1861" y="11610"/>
                    </a:cubicBezTo>
                    <a:lnTo>
                      <a:pt x="1861" y="11610"/>
                    </a:lnTo>
                    <a:cubicBezTo>
                      <a:pt x="1867" y="11597"/>
                      <a:pt x="1882" y="11592"/>
                      <a:pt x="1895" y="11598"/>
                    </a:cubicBezTo>
                    <a:cubicBezTo>
                      <a:pt x="1907" y="11604"/>
                      <a:pt x="1912" y="11619"/>
                      <a:pt x="1906" y="11631"/>
                    </a:cubicBezTo>
                    <a:close/>
                    <a:moveTo>
                      <a:pt x="1864" y="11722"/>
                    </a:moveTo>
                    <a:lnTo>
                      <a:pt x="1864" y="11722"/>
                    </a:lnTo>
                    <a:cubicBezTo>
                      <a:pt x="1858" y="11734"/>
                      <a:pt x="1843" y="11740"/>
                      <a:pt x="1831" y="11734"/>
                    </a:cubicBezTo>
                    <a:cubicBezTo>
                      <a:pt x="1818" y="11728"/>
                      <a:pt x="1813" y="11713"/>
                      <a:pt x="1819" y="11700"/>
                    </a:cubicBezTo>
                    <a:lnTo>
                      <a:pt x="1819" y="11700"/>
                    </a:lnTo>
                    <a:cubicBezTo>
                      <a:pt x="1825" y="11688"/>
                      <a:pt x="1840" y="11683"/>
                      <a:pt x="1852" y="11689"/>
                    </a:cubicBezTo>
                    <a:cubicBezTo>
                      <a:pt x="1865" y="11694"/>
                      <a:pt x="1870" y="11709"/>
                      <a:pt x="1864" y="11722"/>
                    </a:cubicBezTo>
                    <a:close/>
                    <a:moveTo>
                      <a:pt x="1822" y="11813"/>
                    </a:moveTo>
                    <a:lnTo>
                      <a:pt x="1822" y="11813"/>
                    </a:lnTo>
                    <a:cubicBezTo>
                      <a:pt x="1816" y="11825"/>
                      <a:pt x="1801" y="11830"/>
                      <a:pt x="1789" y="11824"/>
                    </a:cubicBezTo>
                    <a:cubicBezTo>
                      <a:pt x="1776" y="11818"/>
                      <a:pt x="1771" y="11804"/>
                      <a:pt x="1777" y="11791"/>
                    </a:cubicBezTo>
                    <a:lnTo>
                      <a:pt x="1777" y="11791"/>
                    </a:lnTo>
                    <a:cubicBezTo>
                      <a:pt x="1783" y="11779"/>
                      <a:pt x="1798" y="11773"/>
                      <a:pt x="1810" y="11779"/>
                    </a:cubicBezTo>
                    <a:cubicBezTo>
                      <a:pt x="1823" y="11785"/>
                      <a:pt x="1828" y="11800"/>
                      <a:pt x="1822" y="11813"/>
                    </a:cubicBezTo>
                    <a:close/>
                    <a:moveTo>
                      <a:pt x="1780" y="11903"/>
                    </a:moveTo>
                    <a:lnTo>
                      <a:pt x="1780" y="11903"/>
                    </a:lnTo>
                    <a:cubicBezTo>
                      <a:pt x="1774" y="11916"/>
                      <a:pt x="1759" y="11921"/>
                      <a:pt x="1746" y="11915"/>
                    </a:cubicBezTo>
                    <a:cubicBezTo>
                      <a:pt x="1734" y="11909"/>
                      <a:pt x="1729" y="11894"/>
                      <a:pt x="1735" y="11882"/>
                    </a:cubicBezTo>
                    <a:lnTo>
                      <a:pt x="1735" y="11882"/>
                    </a:lnTo>
                    <a:cubicBezTo>
                      <a:pt x="1741" y="11869"/>
                      <a:pt x="1756" y="11864"/>
                      <a:pt x="1768" y="11870"/>
                    </a:cubicBezTo>
                    <a:cubicBezTo>
                      <a:pt x="1780" y="11876"/>
                      <a:pt x="1786" y="11891"/>
                      <a:pt x="1780" y="11903"/>
                    </a:cubicBezTo>
                    <a:close/>
                    <a:moveTo>
                      <a:pt x="1738" y="11994"/>
                    </a:moveTo>
                    <a:lnTo>
                      <a:pt x="1738" y="11994"/>
                    </a:lnTo>
                    <a:cubicBezTo>
                      <a:pt x="1732" y="12007"/>
                      <a:pt x="1717" y="12012"/>
                      <a:pt x="1704" y="12006"/>
                    </a:cubicBezTo>
                    <a:cubicBezTo>
                      <a:pt x="1692" y="12000"/>
                      <a:pt x="1687" y="11985"/>
                      <a:pt x="1692" y="11973"/>
                    </a:cubicBezTo>
                    <a:lnTo>
                      <a:pt x="1693" y="11972"/>
                    </a:lnTo>
                    <a:cubicBezTo>
                      <a:pt x="1698" y="11960"/>
                      <a:pt x="1713" y="11955"/>
                      <a:pt x="1726" y="11961"/>
                    </a:cubicBezTo>
                    <a:cubicBezTo>
                      <a:pt x="1738" y="11967"/>
                      <a:pt x="1744" y="11982"/>
                      <a:pt x="1738" y="11994"/>
                    </a:cubicBezTo>
                    <a:close/>
                    <a:moveTo>
                      <a:pt x="1695" y="12085"/>
                    </a:moveTo>
                    <a:lnTo>
                      <a:pt x="1695" y="12085"/>
                    </a:lnTo>
                    <a:cubicBezTo>
                      <a:pt x="1689" y="12097"/>
                      <a:pt x="1675" y="12103"/>
                      <a:pt x="1662" y="12097"/>
                    </a:cubicBezTo>
                    <a:cubicBezTo>
                      <a:pt x="1650" y="12091"/>
                      <a:pt x="1644" y="12076"/>
                      <a:pt x="1650" y="12063"/>
                    </a:cubicBezTo>
                    <a:lnTo>
                      <a:pt x="1650" y="12063"/>
                    </a:lnTo>
                    <a:cubicBezTo>
                      <a:pt x="1656" y="12051"/>
                      <a:pt x="1671" y="12045"/>
                      <a:pt x="1684" y="12051"/>
                    </a:cubicBezTo>
                    <a:cubicBezTo>
                      <a:pt x="1696" y="12057"/>
                      <a:pt x="1701" y="12072"/>
                      <a:pt x="1695" y="12085"/>
                    </a:cubicBezTo>
                    <a:close/>
                    <a:moveTo>
                      <a:pt x="1653" y="12176"/>
                    </a:moveTo>
                    <a:lnTo>
                      <a:pt x="1653" y="12176"/>
                    </a:lnTo>
                    <a:cubicBezTo>
                      <a:pt x="1647" y="12188"/>
                      <a:pt x="1632" y="12193"/>
                      <a:pt x="1620" y="12187"/>
                    </a:cubicBezTo>
                    <a:cubicBezTo>
                      <a:pt x="1607" y="12181"/>
                      <a:pt x="1602" y="12166"/>
                      <a:pt x="1608" y="12154"/>
                    </a:cubicBezTo>
                    <a:lnTo>
                      <a:pt x="1608" y="12154"/>
                    </a:lnTo>
                    <a:cubicBezTo>
                      <a:pt x="1614" y="12141"/>
                      <a:pt x="1629" y="12136"/>
                      <a:pt x="1642" y="12142"/>
                    </a:cubicBezTo>
                    <a:cubicBezTo>
                      <a:pt x="1654" y="12148"/>
                      <a:pt x="1659" y="12163"/>
                      <a:pt x="1653" y="12176"/>
                    </a:cubicBezTo>
                    <a:close/>
                    <a:moveTo>
                      <a:pt x="1611" y="12266"/>
                    </a:moveTo>
                    <a:lnTo>
                      <a:pt x="1611" y="12266"/>
                    </a:lnTo>
                    <a:cubicBezTo>
                      <a:pt x="1605" y="12279"/>
                      <a:pt x="1590" y="12284"/>
                      <a:pt x="1578" y="12278"/>
                    </a:cubicBezTo>
                    <a:cubicBezTo>
                      <a:pt x="1565" y="12272"/>
                      <a:pt x="1560" y="12257"/>
                      <a:pt x="1566" y="12245"/>
                    </a:cubicBezTo>
                    <a:lnTo>
                      <a:pt x="1566" y="12245"/>
                    </a:lnTo>
                    <a:cubicBezTo>
                      <a:pt x="1572" y="12232"/>
                      <a:pt x="1587" y="12227"/>
                      <a:pt x="1599" y="12233"/>
                    </a:cubicBezTo>
                    <a:cubicBezTo>
                      <a:pt x="1612" y="12239"/>
                      <a:pt x="1617" y="12254"/>
                      <a:pt x="1611" y="12266"/>
                    </a:cubicBezTo>
                    <a:close/>
                    <a:moveTo>
                      <a:pt x="1569" y="12357"/>
                    </a:moveTo>
                    <a:lnTo>
                      <a:pt x="1569" y="12357"/>
                    </a:lnTo>
                    <a:cubicBezTo>
                      <a:pt x="1563" y="12369"/>
                      <a:pt x="1548" y="12375"/>
                      <a:pt x="1536" y="12369"/>
                    </a:cubicBezTo>
                    <a:cubicBezTo>
                      <a:pt x="1523" y="12363"/>
                      <a:pt x="1518" y="12348"/>
                      <a:pt x="1524" y="12335"/>
                    </a:cubicBezTo>
                    <a:lnTo>
                      <a:pt x="1524" y="12335"/>
                    </a:lnTo>
                    <a:cubicBezTo>
                      <a:pt x="1530" y="12323"/>
                      <a:pt x="1545" y="12318"/>
                      <a:pt x="1557" y="12324"/>
                    </a:cubicBezTo>
                    <a:cubicBezTo>
                      <a:pt x="1570" y="12330"/>
                      <a:pt x="1575" y="12345"/>
                      <a:pt x="1569" y="12357"/>
                    </a:cubicBezTo>
                    <a:close/>
                    <a:moveTo>
                      <a:pt x="1527" y="12448"/>
                    </a:moveTo>
                    <a:lnTo>
                      <a:pt x="1527" y="12448"/>
                    </a:lnTo>
                    <a:cubicBezTo>
                      <a:pt x="1521" y="12460"/>
                      <a:pt x="1506" y="12465"/>
                      <a:pt x="1493" y="12460"/>
                    </a:cubicBezTo>
                    <a:cubicBezTo>
                      <a:pt x="1481" y="12454"/>
                      <a:pt x="1476" y="12439"/>
                      <a:pt x="1482" y="12426"/>
                    </a:cubicBezTo>
                    <a:lnTo>
                      <a:pt x="1482" y="12426"/>
                    </a:lnTo>
                    <a:cubicBezTo>
                      <a:pt x="1488" y="12414"/>
                      <a:pt x="1503" y="12408"/>
                      <a:pt x="1515" y="12414"/>
                    </a:cubicBezTo>
                    <a:cubicBezTo>
                      <a:pt x="1527" y="12420"/>
                      <a:pt x="1533" y="12435"/>
                      <a:pt x="1527" y="12448"/>
                    </a:cubicBezTo>
                    <a:close/>
                    <a:moveTo>
                      <a:pt x="1485" y="12538"/>
                    </a:moveTo>
                    <a:lnTo>
                      <a:pt x="1485" y="12538"/>
                    </a:lnTo>
                    <a:cubicBezTo>
                      <a:pt x="1479" y="12551"/>
                      <a:pt x="1464" y="12556"/>
                      <a:pt x="1451" y="12550"/>
                    </a:cubicBezTo>
                    <a:cubicBezTo>
                      <a:pt x="1439" y="12544"/>
                      <a:pt x="1434" y="12529"/>
                      <a:pt x="1440" y="12517"/>
                    </a:cubicBezTo>
                    <a:lnTo>
                      <a:pt x="1440" y="12517"/>
                    </a:lnTo>
                    <a:cubicBezTo>
                      <a:pt x="1445" y="12504"/>
                      <a:pt x="1460" y="12499"/>
                      <a:pt x="1473" y="12505"/>
                    </a:cubicBezTo>
                    <a:cubicBezTo>
                      <a:pt x="1485" y="12511"/>
                      <a:pt x="1491" y="12526"/>
                      <a:pt x="1485" y="12538"/>
                    </a:cubicBezTo>
                    <a:close/>
                    <a:moveTo>
                      <a:pt x="1442" y="12629"/>
                    </a:moveTo>
                    <a:lnTo>
                      <a:pt x="1442" y="12629"/>
                    </a:lnTo>
                    <a:cubicBezTo>
                      <a:pt x="1436" y="12642"/>
                      <a:pt x="1422" y="12647"/>
                      <a:pt x="1409" y="12641"/>
                    </a:cubicBezTo>
                    <a:cubicBezTo>
                      <a:pt x="1397" y="12635"/>
                      <a:pt x="1391" y="12620"/>
                      <a:pt x="1397" y="12608"/>
                    </a:cubicBezTo>
                    <a:lnTo>
                      <a:pt x="1397" y="12608"/>
                    </a:lnTo>
                    <a:cubicBezTo>
                      <a:pt x="1403" y="12595"/>
                      <a:pt x="1418" y="12590"/>
                      <a:pt x="1431" y="12596"/>
                    </a:cubicBezTo>
                    <a:cubicBezTo>
                      <a:pt x="1443" y="12602"/>
                      <a:pt x="1448" y="12617"/>
                      <a:pt x="1442" y="12629"/>
                    </a:cubicBezTo>
                    <a:close/>
                    <a:moveTo>
                      <a:pt x="1400" y="12720"/>
                    </a:moveTo>
                    <a:lnTo>
                      <a:pt x="1400" y="12720"/>
                    </a:lnTo>
                    <a:cubicBezTo>
                      <a:pt x="1394" y="12732"/>
                      <a:pt x="1379" y="12738"/>
                      <a:pt x="1367" y="12732"/>
                    </a:cubicBezTo>
                    <a:cubicBezTo>
                      <a:pt x="1354" y="12726"/>
                      <a:pt x="1349" y="12711"/>
                      <a:pt x="1355" y="12698"/>
                    </a:cubicBezTo>
                    <a:lnTo>
                      <a:pt x="1355" y="12698"/>
                    </a:lnTo>
                    <a:cubicBezTo>
                      <a:pt x="1361" y="12686"/>
                      <a:pt x="1376" y="12681"/>
                      <a:pt x="1389" y="12687"/>
                    </a:cubicBezTo>
                    <a:cubicBezTo>
                      <a:pt x="1401" y="12693"/>
                      <a:pt x="1406" y="12707"/>
                      <a:pt x="1400" y="12720"/>
                    </a:cubicBezTo>
                    <a:close/>
                    <a:moveTo>
                      <a:pt x="1358" y="12811"/>
                    </a:moveTo>
                    <a:lnTo>
                      <a:pt x="1358" y="12811"/>
                    </a:lnTo>
                    <a:cubicBezTo>
                      <a:pt x="1352" y="12823"/>
                      <a:pt x="1337" y="12828"/>
                      <a:pt x="1325" y="12822"/>
                    </a:cubicBezTo>
                    <a:cubicBezTo>
                      <a:pt x="1312" y="12816"/>
                      <a:pt x="1307" y="12802"/>
                      <a:pt x="1313" y="12789"/>
                    </a:cubicBezTo>
                    <a:lnTo>
                      <a:pt x="1313" y="12789"/>
                    </a:lnTo>
                    <a:cubicBezTo>
                      <a:pt x="1319" y="12777"/>
                      <a:pt x="1334" y="12771"/>
                      <a:pt x="1346" y="12777"/>
                    </a:cubicBezTo>
                    <a:cubicBezTo>
                      <a:pt x="1359" y="12783"/>
                      <a:pt x="1364" y="12798"/>
                      <a:pt x="1358" y="12811"/>
                    </a:cubicBezTo>
                    <a:close/>
                    <a:moveTo>
                      <a:pt x="1316" y="12901"/>
                    </a:moveTo>
                    <a:lnTo>
                      <a:pt x="1316" y="12901"/>
                    </a:lnTo>
                    <a:cubicBezTo>
                      <a:pt x="1310" y="12914"/>
                      <a:pt x="1295" y="12919"/>
                      <a:pt x="1283" y="12913"/>
                    </a:cubicBezTo>
                    <a:cubicBezTo>
                      <a:pt x="1270" y="12907"/>
                      <a:pt x="1265" y="12892"/>
                      <a:pt x="1271" y="12880"/>
                    </a:cubicBezTo>
                    <a:lnTo>
                      <a:pt x="1271" y="12880"/>
                    </a:lnTo>
                    <a:cubicBezTo>
                      <a:pt x="1277" y="12867"/>
                      <a:pt x="1292" y="12862"/>
                      <a:pt x="1304" y="12868"/>
                    </a:cubicBezTo>
                    <a:cubicBezTo>
                      <a:pt x="1317" y="12874"/>
                      <a:pt x="1322" y="12889"/>
                      <a:pt x="1316" y="12901"/>
                    </a:cubicBezTo>
                    <a:close/>
                    <a:moveTo>
                      <a:pt x="1274" y="12992"/>
                    </a:moveTo>
                    <a:lnTo>
                      <a:pt x="1274" y="12992"/>
                    </a:lnTo>
                    <a:cubicBezTo>
                      <a:pt x="1268" y="13005"/>
                      <a:pt x="1253" y="13010"/>
                      <a:pt x="1240" y="13004"/>
                    </a:cubicBezTo>
                    <a:cubicBezTo>
                      <a:pt x="1228" y="12998"/>
                      <a:pt x="1223" y="12983"/>
                      <a:pt x="1229" y="12971"/>
                    </a:cubicBezTo>
                    <a:lnTo>
                      <a:pt x="1229" y="12971"/>
                    </a:lnTo>
                    <a:cubicBezTo>
                      <a:pt x="1235" y="12958"/>
                      <a:pt x="1250" y="12953"/>
                      <a:pt x="1262" y="12959"/>
                    </a:cubicBezTo>
                    <a:cubicBezTo>
                      <a:pt x="1274" y="12965"/>
                      <a:pt x="1280" y="12980"/>
                      <a:pt x="1274" y="12992"/>
                    </a:cubicBezTo>
                    <a:close/>
                    <a:moveTo>
                      <a:pt x="1232" y="13083"/>
                    </a:moveTo>
                    <a:lnTo>
                      <a:pt x="1232" y="13083"/>
                    </a:lnTo>
                    <a:cubicBezTo>
                      <a:pt x="1226" y="13095"/>
                      <a:pt x="1211" y="13101"/>
                      <a:pt x="1198" y="13095"/>
                    </a:cubicBezTo>
                    <a:cubicBezTo>
                      <a:pt x="1186" y="13089"/>
                      <a:pt x="1181" y="13074"/>
                      <a:pt x="1187" y="13061"/>
                    </a:cubicBezTo>
                    <a:lnTo>
                      <a:pt x="1187" y="13061"/>
                    </a:lnTo>
                    <a:cubicBezTo>
                      <a:pt x="1192" y="13049"/>
                      <a:pt x="1207" y="13044"/>
                      <a:pt x="1220" y="13049"/>
                    </a:cubicBezTo>
                    <a:cubicBezTo>
                      <a:pt x="1232" y="13055"/>
                      <a:pt x="1238" y="13070"/>
                      <a:pt x="1232" y="13083"/>
                    </a:cubicBezTo>
                    <a:close/>
                    <a:moveTo>
                      <a:pt x="1189" y="13174"/>
                    </a:moveTo>
                    <a:lnTo>
                      <a:pt x="1189" y="13174"/>
                    </a:lnTo>
                    <a:cubicBezTo>
                      <a:pt x="1183" y="13186"/>
                      <a:pt x="1169" y="13191"/>
                      <a:pt x="1156" y="13185"/>
                    </a:cubicBezTo>
                    <a:cubicBezTo>
                      <a:pt x="1144" y="13179"/>
                      <a:pt x="1138" y="13164"/>
                      <a:pt x="1144" y="13152"/>
                    </a:cubicBezTo>
                    <a:lnTo>
                      <a:pt x="1144" y="13152"/>
                    </a:lnTo>
                    <a:cubicBezTo>
                      <a:pt x="1150" y="13140"/>
                      <a:pt x="1165" y="13134"/>
                      <a:pt x="1178" y="13140"/>
                    </a:cubicBezTo>
                    <a:cubicBezTo>
                      <a:pt x="1190" y="13146"/>
                      <a:pt x="1195" y="13161"/>
                      <a:pt x="1189" y="13174"/>
                    </a:cubicBezTo>
                    <a:close/>
                    <a:moveTo>
                      <a:pt x="1147" y="13264"/>
                    </a:moveTo>
                    <a:lnTo>
                      <a:pt x="1147" y="13264"/>
                    </a:lnTo>
                    <a:cubicBezTo>
                      <a:pt x="1141" y="13277"/>
                      <a:pt x="1126" y="13282"/>
                      <a:pt x="1114" y="13276"/>
                    </a:cubicBezTo>
                    <a:cubicBezTo>
                      <a:pt x="1101" y="13270"/>
                      <a:pt x="1096" y="13255"/>
                      <a:pt x="1102" y="13243"/>
                    </a:cubicBezTo>
                    <a:lnTo>
                      <a:pt x="1102" y="13243"/>
                    </a:lnTo>
                    <a:cubicBezTo>
                      <a:pt x="1108" y="13230"/>
                      <a:pt x="1123" y="13225"/>
                      <a:pt x="1136" y="13231"/>
                    </a:cubicBezTo>
                    <a:cubicBezTo>
                      <a:pt x="1148" y="13237"/>
                      <a:pt x="1153" y="13252"/>
                      <a:pt x="1147" y="13264"/>
                    </a:cubicBezTo>
                    <a:close/>
                    <a:moveTo>
                      <a:pt x="1105" y="13355"/>
                    </a:moveTo>
                    <a:lnTo>
                      <a:pt x="1105" y="13355"/>
                    </a:lnTo>
                    <a:cubicBezTo>
                      <a:pt x="1099" y="13368"/>
                      <a:pt x="1084" y="13373"/>
                      <a:pt x="1072" y="13367"/>
                    </a:cubicBezTo>
                    <a:cubicBezTo>
                      <a:pt x="1059" y="13361"/>
                      <a:pt x="1054" y="13346"/>
                      <a:pt x="1060" y="13333"/>
                    </a:cubicBezTo>
                    <a:lnTo>
                      <a:pt x="1060" y="13333"/>
                    </a:lnTo>
                    <a:cubicBezTo>
                      <a:pt x="1066" y="13321"/>
                      <a:pt x="1081" y="13316"/>
                      <a:pt x="1093" y="13322"/>
                    </a:cubicBezTo>
                    <a:cubicBezTo>
                      <a:pt x="1106" y="13328"/>
                      <a:pt x="1111" y="13343"/>
                      <a:pt x="1105" y="13355"/>
                    </a:cubicBezTo>
                    <a:close/>
                    <a:moveTo>
                      <a:pt x="1063" y="13446"/>
                    </a:moveTo>
                    <a:lnTo>
                      <a:pt x="1063" y="13446"/>
                    </a:lnTo>
                    <a:cubicBezTo>
                      <a:pt x="1057" y="13458"/>
                      <a:pt x="1042" y="13464"/>
                      <a:pt x="1030" y="13458"/>
                    </a:cubicBezTo>
                    <a:cubicBezTo>
                      <a:pt x="1017" y="13452"/>
                      <a:pt x="1012" y="13437"/>
                      <a:pt x="1018" y="13424"/>
                    </a:cubicBezTo>
                    <a:lnTo>
                      <a:pt x="1018" y="13424"/>
                    </a:lnTo>
                    <a:cubicBezTo>
                      <a:pt x="1024" y="13412"/>
                      <a:pt x="1039" y="13406"/>
                      <a:pt x="1051" y="13412"/>
                    </a:cubicBezTo>
                    <a:cubicBezTo>
                      <a:pt x="1064" y="13418"/>
                      <a:pt x="1069" y="13433"/>
                      <a:pt x="1063" y="13446"/>
                    </a:cubicBezTo>
                    <a:close/>
                    <a:moveTo>
                      <a:pt x="1021" y="13536"/>
                    </a:moveTo>
                    <a:lnTo>
                      <a:pt x="1021" y="13537"/>
                    </a:lnTo>
                    <a:cubicBezTo>
                      <a:pt x="1015" y="13549"/>
                      <a:pt x="1000" y="13554"/>
                      <a:pt x="987" y="13548"/>
                    </a:cubicBezTo>
                    <a:cubicBezTo>
                      <a:pt x="975" y="13542"/>
                      <a:pt x="970" y="13527"/>
                      <a:pt x="976" y="13515"/>
                    </a:cubicBezTo>
                    <a:lnTo>
                      <a:pt x="976" y="13515"/>
                    </a:lnTo>
                    <a:cubicBezTo>
                      <a:pt x="982" y="13502"/>
                      <a:pt x="997" y="13497"/>
                      <a:pt x="1009" y="13503"/>
                    </a:cubicBezTo>
                    <a:cubicBezTo>
                      <a:pt x="1022" y="13509"/>
                      <a:pt x="1027" y="13524"/>
                      <a:pt x="1021" y="13536"/>
                    </a:cubicBezTo>
                    <a:close/>
                    <a:moveTo>
                      <a:pt x="979" y="13627"/>
                    </a:moveTo>
                    <a:lnTo>
                      <a:pt x="979" y="13627"/>
                    </a:lnTo>
                    <a:cubicBezTo>
                      <a:pt x="973" y="13640"/>
                      <a:pt x="958" y="13645"/>
                      <a:pt x="945" y="13639"/>
                    </a:cubicBezTo>
                    <a:cubicBezTo>
                      <a:pt x="933" y="13633"/>
                      <a:pt x="928" y="13618"/>
                      <a:pt x="934" y="13606"/>
                    </a:cubicBezTo>
                    <a:lnTo>
                      <a:pt x="934" y="13606"/>
                    </a:lnTo>
                    <a:cubicBezTo>
                      <a:pt x="939" y="13593"/>
                      <a:pt x="954" y="13588"/>
                      <a:pt x="967" y="13594"/>
                    </a:cubicBezTo>
                    <a:cubicBezTo>
                      <a:pt x="979" y="13600"/>
                      <a:pt x="985" y="13615"/>
                      <a:pt x="979" y="13627"/>
                    </a:cubicBezTo>
                    <a:close/>
                    <a:moveTo>
                      <a:pt x="936" y="13718"/>
                    </a:moveTo>
                    <a:lnTo>
                      <a:pt x="936" y="13718"/>
                    </a:lnTo>
                    <a:cubicBezTo>
                      <a:pt x="931" y="13730"/>
                      <a:pt x="916" y="13736"/>
                      <a:pt x="903" y="13730"/>
                    </a:cubicBezTo>
                    <a:cubicBezTo>
                      <a:pt x="891" y="13724"/>
                      <a:pt x="885" y="13709"/>
                      <a:pt x="891" y="13696"/>
                    </a:cubicBezTo>
                    <a:lnTo>
                      <a:pt x="891" y="13696"/>
                    </a:lnTo>
                    <a:cubicBezTo>
                      <a:pt x="897" y="13684"/>
                      <a:pt x="912" y="13679"/>
                      <a:pt x="925" y="13685"/>
                    </a:cubicBezTo>
                    <a:cubicBezTo>
                      <a:pt x="937" y="13691"/>
                      <a:pt x="942" y="13705"/>
                      <a:pt x="936" y="13718"/>
                    </a:cubicBezTo>
                    <a:close/>
                    <a:moveTo>
                      <a:pt x="894" y="13809"/>
                    </a:moveTo>
                    <a:lnTo>
                      <a:pt x="894" y="13809"/>
                    </a:lnTo>
                    <a:cubicBezTo>
                      <a:pt x="888" y="13821"/>
                      <a:pt x="873" y="13826"/>
                      <a:pt x="861" y="13820"/>
                    </a:cubicBezTo>
                    <a:cubicBezTo>
                      <a:pt x="849" y="13815"/>
                      <a:pt x="843" y="13800"/>
                      <a:pt x="849" y="13787"/>
                    </a:cubicBezTo>
                    <a:lnTo>
                      <a:pt x="849" y="13787"/>
                    </a:lnTo>
                    <a:cubicBezTo>
                      <a:pt x="855" y="13775"/>
                      <a:pt x="870" y="13769"/>
                      <a:pt x="883" y="13775"/>
                    </a:cubicBezTo>
                    <a:cubicBezTo>
                      <a:pt x="895" y="13781"/>
                      <a:pt x="900" y="13796"/>
                      <a:pt x="894" y="13809"/>
                    </a:cubicBezTo>
                    <a:close/>
                    <a:moveTo>
                      <a:pt x="852" y="13899"/>
                    </a:moveTo>
                    <a:lnTo>
                      <a:pt x="852" y="13899"/>
                    </a:lnTo>
                    <a:cubicBezTo>
                      <a:pt x="846" y="13912"/>
                      <a:pt x="831" y="13917"/>
                      <a:pt x="819" y="13911"/>
                    </a:cubicBezTo>
                    <a:cubicBezTo>
                      <a:pt x="806" y="13905"/>
                      <a:pt x="801" y="13890"/>
                      <a:pt x="807" y="13878"/>
                    </a:cubicBezTo>
                    <a:lnTo>
                      <a:pt x="807" y="13878"/>
                    </a:lnTo>
                    <a:cubicBezTo>
                      <a:pt x="813" y="13865"/>
                      <a:pt x="828" y="13860"/>
                      <a:pt x="840" y="13866"/>
                    </a:cubicBezTo>
                    <a:cubicBezTo>
                      <a:pt x="853" y="13872"/>
                      <a:pt x="858" y="13887"/>
                      <a:pt x="852" y="13899"/>
                    </a:cubicBezTo>
                    <a:close/>
                    <a:moveTo>
                      <a:pt x="810" y="13990"/>
                    </a:moveTo>
                    <a:lnTo>
                      <a:pt x="810" y="13990"/>
                    </a:lnTo>
                    <a:cubicBezTo>
                      <a:pt x="804" y="14003"/>
                      <a:pt x="789" y="14008"/>
                      <a:pt x="777" y="14002"/>
                    </a:cubicBezTo>
                    <a:cubicBezTo>
                      <a:pt x="764" y="13996"/>
                      <a:pt x="759" y="13981"/>
                      <a:pt x="765" y="13969"/>
                    </a:cubicBezTo>
                    <a:lnTo>
                      <a:pt x="765" y="13969"/>
                    </a:lnTo>
                    <a:cubicBezTo>
                      <a:pt x="771" y="13956"/>
                      <a:pt x="786" y="13951"/>
                      <a:pt x="798" y="13957"/>
                    </a:cubicBezTo>
                    <a:cubicBezTo>
                      <a:pt x="811" y="13963"/>
                      <a:pt x="816" y="13978"/>
                      <a:pt x="810" y="13990"/>
                    </a:cubicBezTo>
                    <a:close/>
                    <a:moveTo>
                      <a:pt x="768" y="14081"/>
                    </a:moveTo>
                    <a:lnTo>
                      <a:pt x="768" y="14081"/>
                    </a:lnTo>
                    <a:cubicBezTo>
                      <a:pt x="762" y="14093"/>
                      <a:pt x="747" y="14099"/>
                      <a:pt x="734" y="14093"/>
                    </a:cubicBezTo>
                    <a:cubicBezTo>
                      <a:pt x="722" y="14087"/>
                      <a:pt x="717" y="14072"/>
                      <a:pt x="723" y="14059"/>
                    </a:cubicBezTo>
                    <a:lnTo>
                      <a:pt x="723" y="14059"/>
                    </a:lnTo>
                    <a:cubicBezTo>
                      <a:pt x="729" y="14047"/>
                      <a:pt x="744" y="14042"/>
                      <a:pt x="756" y="14048"/>
                    </a:cubicBezTo>
                    <a:cubicBezTo>
                      <a:pt x="769" y="14053"/>
                      <a:pt x="774" y="14068"/>
                      <a:pt x="768" y="14081"/>
                    </a:cubicBezTo>
                    <a:close/>
                    <a:moveTo>
                      <a:pt x="726" y="14172"/>
                    </a:moveTo>
                    <a:lnTo>
                      <a:pt x="726" y="14172"/>
                    </a:lnTo>
                    <a:cubicBezTo>
                      <a:pt x="720" y="14184"/>
                      <a:pt x="705" y="14189"/>
                      <a:pt x="692" y="14183"/>
                    </a:cubicBezTo>
                    <a:cubicBezTo>
                      <a:pt x="680" y="14177"/>
                      <a:pt x="675" y="14163"/>
                      <a:pt x="681" y="14150"/>
                    </a:cubicBezTo>
                    <a:lnTo>
                      <a:pt x="681" y="14150"/>
                    </a:lnTo>
                    <a:cubicBezTo>
                      <a:pt x="687" y="14138"/>
                      <a:pt x="701" y="14132"/>
                      <a:pt x="714" y="14138"/>
                    </a:cubicBezTo>
                    <a:cubicBezTo>
                      <a:pt x="726" y="14144"/>
                      <a:pt x="732" y="14159"/>
                      <a:pt x="726" y="14172"/>
                    </a:cubicBezTo>
                    <a:close/>
                    <a:moveTo>
                      <a:pt x="683" y="14262"/>
                    </a:moveTo>
                    <a:lnTo>
                      <a:pt x="683" y="14262"/>
                    </a:lnTo>
                    <a:cubicBezTo>
                      <a:pt x="678" y="14275"/>
                      <a:pt x="663" y="14280"/>
                      <a:pt x="650" y="14274"/>
                    </a:cubicBezTo>
                    <a:cubicBezTo>
                      <a:pt x="638" y="14268"/>
                      <a:pt x="632" y="14253"/>
                      <a:pt x="638" y="14241"/>
                    </a:cubicBezTo>
                    <a:lnTo>
                      <a:pt x="638" y="14241"/>
                    </a:lnTo>
                    <a:cubicBezTo>
                      <a:pt x="644" y="14228"/>
                      <a:pt x="659" y="14223"/>
                      <a:pt x="672" y="14229"/>
                    </a:cubicBezTo>
                    <a:cubicBezTo>
                      <a:pt x="684" y="14235"/>
                      <a:pt x="689" y="14250"/>
                      <a:pt x="683" y="14262"/>
                    </a:cubicBezTo>
                    <a:close/>
                    <a:moveTo>
                      <a:pt x="641" y="14353"/>
                    </a:moveTo>
                    <a:lnTo>
                      <a:pt x="641" y="14353"/>
                    </a:lnTo>
                    <a:cubicBezTo>
                      <a:pt x="635" y="14366"/>
                      <a:pt x="620" y="14371"/>
                      <a:pt x="608" y="14365"/>
                    </a:cubicBezTo>
                    <a:cubicBezTo>
                      <a:pt x="596" y="14359"/>
                      <a:pt x="590" y="14344"/>
                      <a:pt x="596" y="14332"/>
                    </a:cubicBezTo>
                    <a:lnTo>
                      <a:pt x="596" y="14331"/>
                    </a:lnTo>
                    <a:cubicBezTo>
                      <a:pt x="602" y="14319"/>
                      <a:pt x="617" y="14314"/>
                      <a:pt x="630" y="14320"/>
                    </a:cubicBezTo>
                    <a:cubicBezTo>
                      <a:pt x="642" y="14326"/>
                      <a:pt x="647" y="14341"/>
                      <a:pt x="641" y="14353"/>
                    </a:cubicBezTo>
                    <a:close/>
                    <a:moveTo>
                      <a:pt x="599" y="14444"/>
                    </a:moveTo>
                    <a:lnTo>
                      <a:pt x="599" y="14444"/>
                    </a:lnTo>
                    <a:cubicBezTo>
                      <a:pt x="593" y="14456"/>
                      <a:pt x="578" y="14462"/>
                      <a:pt x="566" y="14456"/>
                    </a:cubicBezTo>
                    <a:cubicBezTo>
                      <a:pt x="553" y="14450"/>
                      <a:pt x="548" y="14435"/>
                      <a:pt x="554" y="14422"/>
                    </a:cubicBezTo>
                    <a:lnTo>
                      <a:pt x="554" y="14422"/>
                    </a:lnTo>
                    <a:cubicBezTo>
                      <a:pt x="560" y="14410"/>
                      <a:pt x="575" y="14404"/>
                      <a:pt x="587" y="14410"/>
                    </a:cubicBezTo>
                    <a:cubicBezTo>
                      <a:pt x="600" y="14416"/>
                      <a:pt x="605" y="14431"/>
                      <a:pt x="599" y="14444"/>
                    </a:cubicBezTo>
                    <a:close/>
                    <a:moveTo>
                      <a:pt x="557" y="14535"/>
                    </a:moveTo>
                    <a:lnTo>
                      <a:pt x="557" y="14535"/>
                    </a:lnTo>
                    <a:cubicBezTo>
                      <a:pt x="551" y="14547"/>
                      <a:pt x="536" y="14552"/>
                      <a:pt x="524" y="14546"/>
                    </a:cubicBezTo>
                    <a:cubicBezTo>
                      <a:pt x="511" y="14540"/>
                      <a:pt x="506" y="14525"/>
                      <a:pt x="512" y="14513"/>
                    </a:cubicBezTo>
                    <a:lnTo>
                      <a:pt x="512" y="14513"/>
                    </a:lnTo>
                    <a:cubicBezTo>
                      <a:pt x="518" y="14500"/>
                      <a:pt x="533" y="14495"/>
                      <a:pt x="545" y="14501"/>
                    </a:cubicBezTo>
                    <a:cubicBezTo>
                      <a:pt x="558" y="14507"/>
                      <a:pt x="563" y="14522"/>
                      <a:pt x="557" y="14535"/>
                    </a:cubicBezTo>
                    <a:close/>
                    <a:moveTo>
                      <a:pt x="515" y="14625"/>
                    </a:moveTo>
                    <a:lnTo>
                      <a:pt x="515" y="14625"/>
                    </a:lnTo>
                    <a:cubicBezTo>
                      <a:pt x="509" y="14638"/>
                      <a:pt x="494" y="14643"/>
                      <a:pt x="481" y="14637"/>
                    </a:cubicBezTo>
                    <a:cubicBezTo>
                      <a:pt x="469" y="14631"/>
                      <a:pt x="464" y="14616"/>
                      <a:pt x="470" y="14604"/>
                    </a:cubicBezTo>
                    <a:lnTo>
                      <a:pt x="470" y="14604"/>
                    </a:lnTo>
                    <a:cubicBezTo>
                      <a:pt x="476" y="14591"/>
                      <a:pt x="491" y="14586"/>
                      <a:pt x="503" y="14592"/>
                    </a:cubicBezTo>
                    <a:cubicBezTo>
                      <a:pt x="516" y="14598"/>
                      <a:pt x="521" y="14613"/>
                      <a:pt x="515" y="14625"/>
                    </a:cubicBezTo>
                    <a:close/>
                    <a:moveTo>
                      <a:pt x="473" y="14716"/>
                    </a:moveTo>
                    <a:lnTo>
                      <a:pt x="473" y="14716"/>
                    </a:lnTo>
                    <a:cubicBezTo>
                      <a:pt x="467" y="14728"/>
                      <a:pt x="452" y="14734"/>
                      <a:pt x="439" y="14728"/>
                    </a:cubicBezTo>
                    <a:cubicBezTo>
                      <a:pt x="427" y="14722"/>
                      <a:pt x="422" y="14707"/>
                      <a:pt x="428" y="14694"/>
                    </a:cubicBezTo>
                    <a:lnTo>
                      <a:pt x="428" y="14694"/>
                    </a:lnTo>
                    <a:cubicBezTo>
                      <a:pt x="434" y="14682"/>
                      <a:pt x="448" y="14677"/>
                      <a:pt x="461" y="14683"/>
                    </a:cubicBezTo>
                    <a:cubicBezTo>
                      <a:pt x="473" y="14689"/>
                      <a:pt x="479" y="14704"/>
                      <a:pt x="473" y="14716"/>
                    </a:cubicBezTo>
                    <a:close/>
                    <a:moveTo>
                      <a:pt x="431" y="14807"/>
                    </a:moveTo>
                    <a:lnTo>
                      <a:pt x="430" y="14807"/>
                    </a:lnTo>
                    <a:cubicBezTo>
                      <a:pt x="425" y="14819"/>
                      <a:pt x="410" y="14824"/>
                      <a:pt x="397" y="14819"/>
                    </a:cubicBezTo>
                    <a:cubicBezTo>
                      <a:pt x="385" y="14813"/>
                      <a:pt x="379" y="14798"/>
                      <a:pt x="385" y="14785"/>
                    </a:cubicBezTo>
                    <a:lnTo>
                      <a:pt x="385" y="14785"/>
                    </a:lnTo>
                    <a:cubicBezTo>
                      <a:pt x="391" y="14773"/>
                      <a:pt x="406" y="14767"/>
                      <a:pt x="419" y="14773"/>
                    </a:cubicBezTo>
                    <a:cubicBezTo>
                      <a:pt x="431" y="14779"/>
                      <a:pt x="436" y="14794"/>
                      <a:pt x="431" y="14807"/>
                    </a:cubicBezTo>
                    <a:close/>
                    <a:moveTo>
                      <a:pt x="388" y="14897"/>
                    </a:moveTo>
                    <a:lnTo>
                      <a:pt x="388" y="14897"/>
                    </a:lnTo>
                    <a:cubicBezTo>
                      <a:pt x="382" y="14910"/>
                      <a:pt x="367" y="14915"/>
                      <a:pt x="355" y="14909"/>
                    </a:cubicBezTo>
                    <a:cubicBezTo>
                      <a:pt x="343" y="14903"/>
                      <a:pt x="337" y="14888"/>
                      <a:pt x="343" y="14876"/>
                    </a:cubicBezTo>
                    <a:lnTo>
                      <a:pt x="343" y="14876"/>
                    </a:lnTo>
                    <a:cubicBezTo>
                      <a:pt x="349" y="14863"/>
                      <a:pt x="364" y="14858"/>
                      <a:pt x="377" y="14864"/>
                    </a:cubicBezTo>
                    <a:cubicBezTo>
                      <a:pt x="389" y="14870"/>
                      <a:pt x="394" y="14885"/>
                      <a:pt x="388" y="14897"/>
                    </a:cubicBezTo>
                    <a:close/>
                    <a:moveTo>
                      <a:pt x="346" y="14988"/>
                    </a:moveTo>
                    <a:lnTo>
                      <a:pt x="346" y="14988"/>
                    </a:lnTo>
                    <a:cubicBezTo>
                      <a:pt x="340" y="15001"/>
                      <a:pt x="325" y="15006"/>
                      <a:pt x="313" y="15000"/>
                    </a:cubicBezTo>
                    <a:cubicBezTo>
                      <a:pt x="300" y="14994"/>
                      <a:pt x="295" y="14979"/>
                      <a:pt x="301" y="14967"/>
                    </a:cubicBezTo>
                    <a:lnTo>
                      <a:pt x="301" y="14967"/>
                    </a:lnTo>
                    <a:cubicBezTo>
                      <a:pt x="307" y="14954"/>
                      <a:pt x="322" y="14949"/>
                      <a:pt x="334" y="14955"/>
                    </a:cubicBezTo>
                    <a:cubicBezTo>
                      <a:pt x="347" y="14961"/>
                      <a:pt x="352" y="14976"/>
                      <a:pt x="346" y="14988"/>
                    </a:cubicBezTo>
                    <a:close/>
                    <a:moveTo>
                      <a:pt x="304" y="15079"/>
                    </a:moveTo>
                    <a:lnTo>
                      <a:pt x="304" y="15079"/>
                    </a:lnTo>
                    <a:cubicBezTo>
                      <a:pt x="298" y="15091"/>
                      <a:pt x="283" y="15097"/>
                      <a:pt x="271" y="15091"/>
                    </a:cubicBezTo>
                    <a:cubicBezTo>
                      <a:pt x="258" y="15085"/>
                      <a:pt x="253" y="15070"/>
                      <a:pt x="259" y="15057"/>
                    </a:cubicBezTo>
                    <a:lnTo>
                      <a:pt x="259" y="15057"/>
                    </a:lnTo>
                    <a:cubicBezTo>
                      <a:pt x="265" y="15045"/>
                      <a:pt x="280" y="15040"/>
                      <a:pt x="292" y="15046"/>
                    </a:cubicBezTo>
                    <a:cubicBezTo>
                      <a:pt x="305" y="15052"/>
                      <a:pt x="310" y="15066"/>
                      <a:pt x="304" y="15079"/>
                    </a:cubicBezTo>
                    <a:close/>
                    <a:moveTo>
                      <a:pt x="262" y="15170"/>
                    </a:moveTo>
                    <a:lnTo>
                      <a:pt x="262" y="15170"/>
                    </a:lnTo>
                    <a:cubicBezTo>
                      <a:pt x="256" y="15182"/>
                      <a:pt x="241" y="15187"/>
                      <a:pt x="228" y="15181"/>
                    </a:cubicBezTo>
                    <a:cubicBezTo>
                      <a:pt x="216" y="15176"/>
                      <a:pt x="211" y="15161"/>
                      <a:pt x="217" y="15148"/>
                    </a:cubicBezTo>
                    <a:lnTo>
                      <a:pt x="217" y="15148"/>
                    </a:lnTo>
                    <a:cubicBezTo>
                      <a:pt x="223" y="15136"/>
                      <a:pt x="238" y="15130"/>
                      <a:pt x="250" y="15136"/>
                    </a:cubicBezTo>
                    <a:cubicBezTo>
                      <a:pt x="263" y="15142"/>
                      <a:pt x="268" y="15157"/>
                      <a:pt x="262" y="15170"/>
                    </a:cubicBezTo>
                    <a:close/>
                    <a:moveTo>
                      <a:pt x="220" y="15260"/>
                    </a:moveTo>
                    <a:lnTo>
                      <a:pt x="220" y="15260"/>
                    </a:lnTo>
                    <a:cubicBezTo>
                      <a:pt x="214" y="15273"/>
                      <a:pt x="199" y="15278"/>
                      <a:pt x="186" y="15272"/>
                    </a:cubicBezTo>
                    <a:cubicBezTo>
                      <a:pt x="174" y="15266"/>
                      <a:pt x="169" y="15251"/>
                      <a:pt x="175" y="15239"/>
                    </a:cubicBezTo>
                    <a:lnTo>
                      <a:pt x="175" y="15239"/>
                    </a:lnTo>
                    <a:cubicBezTo>
                      <a:pt x="181" y="15226"/>
                      <a:pt x="195" y="15221"/>
                      <a:pt x="208" y="15227"/>
                    </a:cubicBezTo>
                    <a:cubicBezTo>
                      <a:pt x="220" y="15233"/>
                      <a:pt x="226" y="15248"/>
                      <a:pt x="220" y="15260"/>
                    </a:cubicBezTo>
                    <a:close/>
                    <a:moveTo>
                      <a:pt x="178" y="15351"/>
                    </a:moveTo>
                    <a:lnTo>
                      <a:pt x="177" y="15351"/>
                    </a:lnTo>
                    <a:cubicBezTo>
                      <a:pt x="172" y="15364"/>
                      <a:pt x="157" y="15369"/>
                      <a:pt x="144" y="15363"/>
                    </a:cubicBezTo>
                    <a:cubicBezTo>
                      <a:pt x="132" y="15357"/>
                      <a:pt x="126" y="15342"/>
                      <a:pt x="132" y="15330"/>
                    </a:cubicBezTo>
                    <a:lnTo>
                      <a:pt x="132" y="15330"/>
                    </a:lnTo>
                    <a:cubicBezTo>
                      <a:pt x="138" y="15317"/>
                      <a:pt x="153" y="15312"/>
                      <a:pt x="166" y="15318"/>
                    </a:cubicBezTo>
                    <a:cubicBezTo>
                      <a:pt x="178" y="15324"/>
                      <a:pt x="183" y="15339"/>
                      <a:pt x="178" y="15351"/>
                    </a:cubicBezTo>
                    <a:close/>
                    <a:moveTo>
                      <a:pt x="135" y="15442"/>
                    </a:moveTo>
                    <a:lnTo>
                      <a:pt x="135" y="15442"/>
                    </a:lnTo>
                    <a:cubicBezTo>
                      <a:pt x="129" y="15454"/>
                      <a:pt x="114" y="15460"/>
                      <a:pt x="102" y="15454"/>
                    </a:cubicBezTo>
                    <a:cubicBezTo>
                      <a:pt x="90" y="15448"/>
                      <a:pt x="84" y="15433"/>
                      <a:pt x="90" y="15420"/>
                    </a:cubicBezTo>
                    <a:lnTo>
                      <a:pt x="90" y="15420"/>
                    </a:lnTo>
                    <a:cubicBezTo>
                      <a:pt x="96" y="15408"/>
                      <a:pt x="111" y="15403"/>
                      <a:pt x="124" y="15409"/>
                    </a:cubicBezTo>
                    <a:cubicBezTo>
                      <a:pt x="136" y="15414"/>
                      <a:pt x="141" y="15429"/>
                      <a:pt x="135" y="15442"/>
                    </a:cubicBezTo>
                    <a:close/>
                    <a:moveTo>
                      <a:pt x="93" y="15533"/>
                    </a:moveTo>
                    <a:lnTo>
                      <a:pt x="93" y="15533"/>
                    </a:lnTo>
                    <a:cubicBezTo>
                      <a:pt x="87" y="15545"/>
                      <a:pt x="72" y="15550"/>
                      <a:pt x="60" y="15544"/>
                    </a:cubicBezTo>
                    <a:cubicBezTo>
                      <a:pt x="47" y="15538"/>
                      <a:pt x="42" y="15524"/>
                      <a:pt x="48" y="15511"/>
                    </a:cubicBezTo>
                    <a:lnTo>
                      <a:pt x="48" y="15511"/>
                    </a:lnTo>
                    <a:cubicBezTo>
                      <a:pt x="54" y="15499"/>
                      <a:pt x="69" y="15493"/>
                      <a:pt x="81" y="15499"/>
                    </a:cubicBezTo>
                    <a:cubicBezTo>
                      <a:pt x="94" y="15505"/>
                      <a:pt x="99" y="15520"/>
                      <a:pt x="93" y="15533"/>
                    </a:cubicBezTo>
                    <a:close/>
                    <a:moveTo>
                      <a:pt x="51" y="15623"/>
                    </a:moveTo>
                    <a:lnTo>
                      <a:pt x="51" y="15623"/>
                    </a:lnTo>
                    <a:cubicBezTo>
                      <a:pt x="45" y="15636"/>
                      <a:pt x="30" y="15641"/>
                      <a:pt x="18" y="15635"/>
                    </a:cubicBezTo>
                    <a:cubicBezTo>
                      <a:pt x="5" y="15629"/>
                      <a:pt x="0" y="15614"/>
                      <a:pt x="6" y="15602"/>
                    </a:cubicBezTo>
                    <a:lnTo>
                      <a:pt x="6" y="15602"/>
                    </a:lnTo>
                    <a:cubicBezTo>
                      <a:pt x="12" y="15589"/>
                      <a:pt x="27" y="15584"/>
                      <a:pt x="39" y="15590"/>
                    </a:cubicBezTo>
                    <a:cubicBezTo>
                      <a:pt x="52" y="15596"/>
                      <a:pt x="57" y="15611"/>
                      <a:pt x="51" y="15623"/>
                    </a:cubicBezTo>
                    <a:close/>
                    <a:moveTo>
                      <a:pt x="108" y="15600"/>
                    </a:moveTo>
                    <a:lnTo>
                      <a:pt x="108" y="15600"/>
                    </a:lnTo>
                    <a:cubicBezTo>
                      <a:pt x="122" y="15600"/>
                      <a:pt x="133" y="15612"/>
                      <a:pt x="133" y="15625"/>
                    </a:cubicBezTo>
                    <a:cubicBezTo>
                      <a:pt x="133" y="15639"/>
                      <a:pt x="122" y="15650"/>
                      <a:pt x="108" y="15650"/>
                    </a:cubicBezTo>
                    <a:lnTo>
                      <a:pt x="108" y="15650"/>
                    </a:lnTo>
                    <a:cubicBezTo>
                      <a:pt x="94" y="15650"/>
                      <a:pt x="83" y="15639"/>
                      <a:pt x="83" y="15625"/>
                    </a:cubicBezTo>
                    <a:cubicBezTo>
                      <a:pt x="83" y="15612"/>
                      <a:pt x="94" y="15600"/>
                      <a:pt x="108" y="15600"/>
                    </a:cubicBezTo>
                    <a:close/>
                    <a:moveTo>
                      <a:pt x="208" y="15600"/>
                    </a:moveTo>
                    <a:lnTo>
                      <a:pt x="208" y="15600"/>
                    </a:lnTo>
                    <a:cubicBezTo>
                      <a:pt x="222" y="15600"/>
                      <a:pt x="233" y="15612"/>
                      <a:pt x="233" y="15625"/>
                    </a:cubicBezTo>
                    <a:cubicBezTo>
                      <a:pt x="233" y="15639"/>
                      <a:pt x="222" y="15650"/>
                      <a:pt x="208" y="15650"/>
                    </a:cubicBezTo>
                    <a:lnTo>
                      <a:pt x="208" y="15650"/>
                    </a:lnTo>
                    <a:cubicBezTo>
                      <a:pt x="194" y="15650"/>
                      <a:pt x="183" y="15639"/>
                      <a:pt x="183" y="15625"/>
                    </a:cubicBezTo>
                    <a:cubicBezTo>
                      <a:pt x="183" y="15612"/>
                      <a:pt x="194" y="15600"/>
                      <a:pt x="208" y="15600"/>
                    </a:cubicBezTo>
                    <a:close/>
                    <a:moveTo>
                      <a:pt x="308" y="15600"/>
                    </a:moveTo>
                    <a:lnTo>
                      <a:pt x="308" y="15600"/>
                    </a:lnTo>
                    <a:cubicBezTo>
                      <a:pt x="322" y="15600"/>
                      <a:pt x="333" y="15612"/>
                      <a:pt x="333" y="15625"/>
                    </a:cubicBezTo>
                    <a:cubicBezTo>
                      <a:pt x="333" y="15639"/>
                      <a:pt x="322" y="15650"/>
                      <a:pt x="308" y="15650"/>
                    </a:cubicBezTo>
                    <a:lnTo>
                      <a:pt x="308" y="15650"/>
                    </a:lnTo>
                    <a:cubicBezTo>
                      <a:pt x="295" y="15650"/>
                      <a:pt x="283" y="15639"/>
                      <a:pt x="283" y="15625"/>
                    </a:cubicBezTo>
                    <a:cubicBezTo>
                      <a:pt x="283" y="15612"/>
                      <a:pt x="295" y="15600"/>
                      <a:pt x="308" y="15600"/>
                    </a:cubicBezTo>
                    <a:close/>
                    <a:moveTo>
                      <a:pt x="408" y="15600"/>
                    </a:moveTo>
                    <a:lnTo>
                      <a:pt x="408" y="15600"/>
                    </a:lnTo>
                    <a:cubicBezTo>
                      <a:pt x="422" y="15600"/>
                      <a:pt x="433" y="15612"/>
                      <a:pt x="433" y="15625"/>
                    </a:cubicBezTo>
                    <a:cubicBezTo>
                      <a:pt x="433" y="15639"/>
                      <a:pt x="422" y="15650"/>
                      <a:pt x="408" y="15650"/>
                    </a:cubicBezTo>
                    <a:lnTo>
                      <a:pt x="408" y="15650"/>
                    </a:lnTo>
                    <a:cubicBezTo>
                      <a:pt x="395" y="15650"/>
                      <a:pt x="383" y="15639"/>
                      <a:pt x="383" y="15625"/>
                    </a:cubicBezTo>
                    <a:cubicBezTo>
                      <a:pt x="383" y="15612"/>
                      <a:pt x="395" y="15600"/>
                      <a:pt x="408" y="15600"/>
                    </a:cubicBezTo>
                    <a:close/>
                    <a:moveTo>
                      <a:pt x="508" y="15600"/>
                    </a:moveTo>
                    <a:lnTo>
                      <a:pt x="509" y="15600"/>
                    </a:lnTo>
                    <a:cubicBezTo>
                      <a:pt x="522" y="15600"/>
                      <a:pt x="534" y="15612"/>
                      <a:pt x="534" y="15625"/>
                    </a:cubicBezTo>
                    <a:cubicBezTo>
                      <a:pt x="534" y="15639"/>
                      <a:pt x="522" y="15650"/>
                      <a:pt x="509" y="15650"/>
                    </a:cubicBezTo>
                    <a:lnTo>
                      <a:pt x="508" y="15650"/>
                    </a:lnTo>
                    <a:cubicBezTo>
                      <a:pt x="495" y="15650"/>
                      <a:pt x="483" y="15639"/>
                      <a:pt x="483" y="15625"/>
                    </a:cubicBezTo>
                    <a:cubicBezTo>
                      <a:pt x="483" y="15612"/>
                      <a:pt x="495" y="15600"/>
                      <a:pt x="508" y="15600"/>
                    </a:cubicBezTo>
                    <a:close/>
                    <a:moveTo>
                      <a:pt x="609" y="15600"/>
                    </a:moveTo>
                    <a:lnTo>
                      <a:pt x="609" y="15600"/>
                    </a:lnTo>
                    <a:cubicBezTo>
                      <a:pt x="622" y="15600"/>
                      <a:pt x="634" y="15612"/>
                      <a:pt x="634" y="15625"/>
                    </a:cubicBezTo>
                    <a:cubicBezTo>
                      <a:pt x="634" y="15639"/>
                      <a:pt x="622" y="15650"/>
                      <a:pt x="609" y="15650"/>
                    </a:cubicBezTo>
                    <a:lnTo>
                      <a:pt x="609" y="15650"/>
                    </a:lnTo>
                    <a:cubicBezTo>
                      <a:pt x="595" y="15650"/>
                      <a:pt x="584" y="15639"/>
                      <a:pt x="584" y="15625"/>
                    </a:cubicBezTo>
                    <a:cubicBezTo>
                      <a:pt x="584" y="15612"/>
                      <a:pt x="595" y="15600"/>
                      <a:pt x="609" y="15600"/>
                    </a:cubicBezTo>
                    <a:close/>
                    <a:moveTo>
                      <a:pt x="709" y="15600"/>
                    </a:moveTo>
                    <a:lnTo>
                      <a:pt x="709" y="15600"/>
                    </a:lnTo>
                    <a:cubicBezTo>
                      <a:pt x="722" y="15600"/>
                      <a:pt x="734" y="15612"/>
                      <a:pt x="734" y="15625"/>
                    </a:cubicBezTo>
                    <a:cubicBezTo>
                      <a:pt x="734" y="15639"/>
                      <a:pt x="722" y="15650"/>
                      <a:pt x="709" y="15650"/>
                    </a:cubicBezTo>
                    <a:lnTo>
                      <a:pt x="709" y="15650"/>
                    </a:lnTo>
                    <a:cubicBezTo>
                      <a:pt x="695" y="15650"/>
                      <a:pt x="684" y="15639"/>
                      <a:pt x="684" y="15625"/>
                    </a:cubicBezTo>
                    <a:cubicBezTo>
                      <a:pt x="684" y="15612"/>
                      <a:pt x="695" y="15600"/>
                      <a:pt x="709" y="15600"/>
                    </a:cubicBezTo>
                    <a:close/>
                    <a:moveTo>
                      <a:pt x="809" y="15600"/>
                    </a:moveTo>
                    <a:lnTo>
                      <a:pt x="809" y="15600"/>
                    </a:lnTo>
                    <a:cubicBezTo>
                      <a:pt x="822" y="15600"/>
                      <a:pt x="834" y="15612"/>
                      <a:pt x="834" y="15625"/>
                    </a:cubicBezTo>
                    <a:cubicBezTo>
                      <a:pt x="834" y="15639"/>
                      <a:pt x="822" y="15650"/>
                      <a:pt x="809" y="15650"/>
                    </a:cubicBezTo>
                    <a:lnTo>
                      <a:pt x="809" y="15650"/>
                    </a:lnTo>
                    <a:cubicBezTo>
                      <a:pt x="795" y="15650"/>
                      <a:pt x="784" y="15639"/>
                      <a:pt x="784" y="15625"/>
                    </a:cubicBezTo>
                    <a:cubicBezTo>
                      <a:pt x="784" y="15612"/>
                      <a:pt x="795" y="15600"/>
                      <a:pt x="809" y="15600"/>
                    </a:cubicBezTo>
                    <a:close/>
                    <a:moveTo>
                      <a:pt x="909" y="15600"/>
                    </a:moveTo>
                    <a:lnTo>
                      <a:pt x="909" y="15600"/>
                    </a:lnTo>
                    <a:cubicBezTo>
                      <a:pt x="923" y="15600"/>
                      <a:pt x="934" y="15612"/>
                      <a:pt x="934" y="15625"/>
                    </a:cubicBezTo>
                    <a:cubicBezTo>
                      <a:pt x="934" y="15639"/>
                      <a:pt x="923" y="15650"/>
                      <a:pt x="909" y="15650"/>
                    </a:cubicBezTo>
                    <a:lnTo>
                      <a:pt x="909" y="15650"/>
                    </a:lnTo>
                    <a:cubicBezTo>
                      <a:pt x="895" y="15650"/>
                      <a:pt x="884" y="15639"/>
                      <a:pt x="884" y="15625"/>
                    </a:cubicBezTo>
                    <a:cubicBezTo>
                      <a:pt x="884" y="15612"/>
                      <a:pt x="895" y="15600"/>
                      <a:pt x="909" y="15600"/>
                    </a:cubicBezTo>
                    <a:close/>
                    <a:moveTo>
                      <a:pt x="1009" y="15600"/>
                    </a:moveTo>
                    <a:lnTo>
                      <a:pt x="1009" y="15600"/>
                    </a:lnTo>
                    <a:cubicBezTo>
                      <a:pt x="1023" y="15600"/>
                      <a:pt x="1034" y="15612"/>
                      <a:pt x="1034" y="15625"/>
                    </a:cubicBezTo>
                    <a:cubicBezTo>
                      <a:pt x="1034" y="15639"/>
                      <a:pt x="1023" y="15650"/>
                      <a:pt x="1009" y="15650"/>
                    </a:cubicBezTo>
                    <a:lnTo>
                      <a:pt x="1009" y="15650"/>
                    </a:lnTo>
                    <a:cubicBezTo>
                      <a:pt x="995" y="15650"/>
                      <a:pt x="984" y="15639"/>
                      <a:pt x="984" y="15625"/>
                    </a:cubicBezTo>
                    <a:cubicBezTo>
                      <a:pt x="984" y="15612"/>
                      <a:pt x="995" y="15600"/>
                      <a:pt x="1009" y="15600"/>
                    </a:cubicBezTo>
                    <a:close/>
                    <a:moveTo>
                      <a:pt x="1109" y="15600"/>
                    </a:moveTo>
                    <a:lnTo>
                      <a:pt x="1109" y="15600"/>
                    </a:lnTo>
                    <a:cubicBezTo>
                      <a:pt x="1123" y="15600"/>
                      <a:pt x="1134" y="15612"/>
                      <a:pt x="1134" y="15625"/>
                    </a:cubicBezTo>
                    <a:cubicBezTo>
                      <a:pt x="1134" y="15639"/>
                      <a:pt x="1123" y="15650"/>
                      <a:pt x="1109" y="15650"/>
                    </a:cubicBezTo>
                    <a:lnTo>
                      <a:pt x="1109" y="15650"/>
                    </a:lnTo>
                    <a:cubicBezTo>
                      <a:pt x="1095" y="15650"/>
                      <a:pt x="1084" y="15639"/>
                      <a:pt x="1084" y="15625"/>
                    </a:cubicBezTo>
                    <a:cubicBezTo>
                      <a:pt x="1084" y="15612"/>
                      <a:pt x="1095" y="15600"/>
                      <a:pt x="1109" y="15600"/>
                    </a:cubicBezTo>
                    <a:close/>
                    <a:moveTo>
                      <a:pt x="1209" y="15600"/>
                    </a:moveTo>
                    <a:lnTo>
                      <a:pt x="1209" y="15600"/>
                    </a:lnTo>
                    <a:cubicBezTo>
                      <a:pt x="1223" y="15600"/>
                      <a:pt x="1234" y="15612"/>
                      <a:pt x="1234" y="15625"/>
                    </a:cubicBezTo>
                    <a:cubicBezTo>
                      <a:pt x="1234" y="15639"/>
                      <a:pt x="1223" y="15650"/>
                      <a:pt x="1209" y="15650"/>
                    </a:cubicBezTo>
                    <a:lnTo>
                      <a:pt x="1209" y="15650"/>
                    </a:lnTo>
                    <a:cubicBezTo>
                      <a:pt x="1195" y="15650"/>
                      <a:pt x="1184" y="15639"/>
                      <a:pt x="1184" y="15625"/>
                    </a:cubicBezTo>
                    <a:cubicBezTo>
                      <a:pt x="1184" y="15612"/>
                      <a:pt x="1195" y="15600"/>
                      <a:pt x="1209" y="15600"/>
                    </a:cubicBezTo>
                    <a:close/>
                    <a:moveTo>
                      <a:pt x="1309" y="15600"/>
                    </a:moveTo>
                    <a:lnTo>
                      <a:pt x="1309" y="15600"/>
                    </a:lnTo>
                    <a:cubicBezTo>
                      <a:pt x="1323" y="15600"/>
                      <a:pt x="1334" y="15612"/>
                      <a:pt x="1334" y="15625"/>
                    </a:cubicBezTo>
                    <a:cubicBezTo>
                      <a:pt x="1334" y="15639"/>
                      <a:pt x="1323" y="15650"/>
                      <a:pt x="1309" y="15650"/>
                    </a:cubicBezTo>
                    <a:lnTo>
                      <a:pt x="1309" y="15650"/>
                    </a:lnTo>
                    <a:cubicBezTo>
                      <a:pt x="1295" y="15650"/>
                      <a:pt x="1284" y="15639"/>
                      <a:pt x="1284" y="15625"/>
                    </a:cubicBezTo>
                    <a:cubicBezTo>
                      <a:pt x="1284" y="15612"/>
                      <a:pt x="1295" y="15600"/>
                      <a:pt x="1309" y="15600"/>
                    </a:cubicBezTo>
                    <a:close/>
                    <a:moveTo>
                      <a:pt x="1409" y="15600"/>
                    </a:moveTo>
                    <a:lnTo>
                      <a:pt x="1409" y="15600"/>
                    </a:lnTo>
                    <a:cubicBezTo>
                      <a:pt x="1423" y="15600"/>
                      <a:pt x="1434" y="15612"/>
                      <a:pt x="1434" y="15625"/>
                    </a:cubicBezTo>
                    <a:cubicBezTo>
                      <a:pt x="1434" y="15639"/>
                      <a:pt x="1423" y="15650"/>
                      <a:pt x="1409" y="15650"/>
                    </a:cubicBezTo>
                    <a:lnTo>
                      <a:pt x="1409" y="15650"/>
                    </a:lnTo>
                    <a:cubicBezTo>
                      <a:pt x="1395" y="15650"/>
                      <a:pt x="1384" y="15639"/>
                      <a:pt x="1384" y="15625"/>
                    </a:cubicBezTo>
                    <a:cubicBezTo>
                      <a:pt x="1384" y="15612"/>
                      <a:pt x="1395" y="15600"/>
                      <a:pt x="1409" y="15600"/>
                    </a:cubicBezTo>
                    <a:close/>
                    <a:moveTo>
                      <a:pt x="1509" y="15600"/>
                    </a:moveTo>
                    <a:lnTo>
                      <a:pt x="1509" y="15600"/>
                    </a:lnTo>
                    <a:cubicBezTo>
                      <a:pt x="1523" y="15600"/>
                      <a:pt x="1534" y="15612"/>
                      <a:pt x="1534" y="15625"/>
                    </a:cubicBezTo>
                    <a:cubicBezTo>
                      <a:pt x="1534" y="15639"/>
                      <a:pt x="1523" y="15650"/>
                      <a:pt x="1509" y="15650"/>
                    </a:cubicBezTo>
                    <a:lnTo>
                      <a:pt x="1509" y="15650"/>
                    </a:lnTo>
                    <a:cubicBezTo>
                      <a:pt x="1495" y="15650"/>
                      <a:pt x="1484" y="15639"/>
                      <a:pt x="1484" y="15625"/>
                    </a:cubicBezTo>
                    <a:cubicBezTo>
                      <a:pt x="1484" y="15612"/>
                      <a:pt x="1495" y="15600"/>
                      <a:pt x="1509" y="15600"/>
                    </a:cubicBezTo>
                    <a:close/>
                    <a:moveTo>
                      <a:pt x="1609" y="15600"/>
                    </a:moveTo>
                    <a:lnTo>
                      <a:pt x="1609" y="15600"/>
                    </a:lnTo>
                    <a:cubicBezTo>
                      <a:pt x="1623" y="15600"/>
                      <a:pt x="1634" y="15612"/>
                      <a:pt x="1634" y="15625"/>
                    </a:cubicBezTo>
                    <a:cubicBezTo>
                      <a:pt x="1634" y="15639"/>
                      <a:pt x="1623" y="15650"/>
                      <a:pt x="1609" y="15650"/>
                    </a:cubicBezTo>
                    <a:lnTo>
                      <a:pt x="1609" y="15650"/>
                    </a:lnTo>
                    <a:cubicBezTo>
                      <a:pt x="1595" y="15650"/>
                      <a:pt x="1584" y="15639"/>
                      <a:pt x="1584" y="15625"/>
                    </a:cubicBezTo>
                    <a:cubicBezTo>
                      <a:pt x="1584" y="15612"/>
                      <a:pt x="1595" y="15600"/>
                      <a:pt x="1609" y="15600"/>
                    </a:cubicBezTo>
                    <a:close/>
                    <a:moveTo>
                      <a:pt x="1709" y="15600"/>
                    </a:moveTo>
                    <a:lnTo>
                      <a:pt x="1709" y="15600"/>
                    </a:lnTo>
                    <a:cubicBezTo>
                      <a:pt x="1723" y="15600"/>
                      <a:pt x="1734" y="15612"/>
                      <a:pt x="1734" y="15625"/>
                    </a:cubicBezTo>
                    <a:cubicBezTo>
                      <a:pt x="1734" y="15639"/>
                      <a:pt x="1723" y="15650"/>
                      <a:pt x="1709" y="15650"/>
                    </a:cubicBezTo>
                    <a:lnTo>
                      <a:pt x="1709" y="15650"/>
                    </a:lnTo>
                    <a:cubicBezTo>
                      <a:pt x="1695" y="15650"/>
                      <a:pt x="1684" y="15639"/>
                      <a:pt x="1684" y="15625"/>
                    </a:cubicBezTo>
                    <a:cubicBezTo>
                      <a:pt x="1684" y="15612"/>
                      <a:pt x="1695" y="15600"/>
                      <a:pt x="1709" y="15600"/>
                    </a:cubicBezTo>
                    <a:close/>
                    <a:moveTo>
                      <a:pt x="1809" y="15600"/>
                    </a:moveTo>
                    <a:lnTo>
                      <a:pt x="1809" y="15600"/>
                    </a:lnTo>
                    <a:cubicBezTo>
                      <a:pt x="1823" y="15600"/>
                      <a:pt x="1834" y="15612"/>
                      <a:pt x="1834" y="15625"/>
                    </a:cubicBezTo>
                    <a:cubicBezTo>
                      <a:pt x="1834" y="15639"/>
                      <a:pt x="1823" y="15650"/>
                      <a:pt x="1809" y="15650"/>
                    </a:cubicBezTo>
                    <a:lnTo>
                      <a:pt x="1809" y="15650"/>
                    </a:lnTo>
                    <a:cubicBezTo>
                      <a:pt x="1795" y="15650"/>
                      <a:pt x="1784" y="15639"/>
                      <a:pt x="1784" y="15625"/>
                    </a:cubicBezTo>
                    <a:cubicBezTo>
                      <a:pt x="1784" y="15612"/>
                      <a:pt x="1795" y="15600"/>
                      <a:pt x="1809" y="15600"/>
                    </a:cubicBezTo>
                    <a:close/>
                    <a:moveTo>
                      <a:pt x="1909" y="15600"/>
                    </a:moveTo>
                    <a:lnTo>
                      <a:pt x="1909" y="15600"/>
                    </a:lnTo>
                    <a:cubicBezTo>
                      <a:pt x="1923" y="15600"/>
                      <a:pt x="1934" y="15612"/>
                      <a:pt x="1934" y="15625"/>
                    </a:cubicBezTo>
                    <a:cubicBezTo>
                      <a:pt x="1934" y="15639"/>
                      <a:pt x="1923" y="15650"/>
                      <a:pt x="1909" y="15650"/>
                    </a:cubicBezTo>
                    <a:lnTo>
                      <a:pt x="1909" y="15650"/>
                    </a:lnTo>
                    <a:cubicBezTo>
                      <a:pt x="1895" y="15650"/>
                      <a:pt x="1884" y="15639"/>
                      <a:pt x="1884" y="15625"/>
                    </a:cubicBezTo>
                    <a:cubicBezTo>
                      <a:pt x="1884" y="15612"/>
                      <a:pt x="1895" y="15600"/>
                      <a:pt x="1909" y="15600"/>
                    </a:cubicBezTo>
                    <a:close/>
                    <a:moveTo>
                      <a:pt x="2009" y="15600"/>
                    </a:moveTo>
                    <a:lnTo>
                      <a:pt x="2009" y="15600"/>
                    </a:lnTo>
                    <a:cubicBezTo>
                      <a:pt x="2023" y="15600"/>
                      <a:pt x="2034" y="15612"/>
                      <a:pt x="2034" y="15625"/>
                    </a:cubicBezTo>
                    <a:cubicBezTo>
                      <a:pt x="2034" y="15639"/>
                      <a:pt x="2023" y="15650"/>
                      <a:pt x="2009" y="15650"/>
                    </a:cubicBezTo>
                    <a:lnTo>
                      <a:pt x="2009" y="15650"/>
                    </a:lnTo>
                    <a:cubicBezTo>
                      <a:pt x="1995" y="15650"/>
                      <a:pt x="1984" y="15639"/>
                      <a:pt x="1984" y="15625"/>
                    </a:cubicBezTo>
                    <a:cubicBezTo>
                      <a:pt x="1984" y="15612"/>
                      <a:pt x="1995" y="15600"/>
                      <a:pt x="2009" y="15600"/>
                    </a:cubicBezTo>
                    <a:close/>
                    <a:moveTo>
                      <a:pt x="2109" y="15600"/>
                    </a:moveTo>
                    <a:lnTo>
                      <a:pt x="2109" y="15600"/>
                    </a:lnTo>
                    <a:cubicBezTo>
                      <a:pt x="2123" y="15600"/>
                      <a:pt x="2134" y="15612"/>
                      <a:pt x="2134" y="15625"/>
                    </a:cubicBezTo>
                    <a:cubicBezTo>
                      <a:pt x="2134" y="15639"/>
                      <a:pt x="2123" y="15650"/>
                      <a:pt x="2109" y="15650"/>
                    </a:cubicBezTo>
                    <a:lnTo>
                      <a:pt x="2109" y="15650"/>
                    </a:lnTo>
                    <a:cubicBezTo>
                      <a:pt x="2095" y="15650"/>
                      <a:pt x="2084" y="15639"/>
                      <a:pt x="2084" y="15625"/>
                    </a:cubicBezTo>
                    <a:cubicBezTo>
                      <a:pt x="2084" y="15612"/>
                      <a:pt x="2095" y="15600"/>
                      <a:pt x="2109" y="15600"/>
                    </a:cubicBezTo>
                    <a:close/>
                    <a:moveTo>
                      <a:pt x="2209" y="15600"/>
                    </a:moveTo>
                    <a:lnTo>
                      <a:pt x="2209" y="15600"/>
                    </a:lnTo>
                    <a:cubicBezTo>
                      <a:pt x="2223" y="15600"/>
                      <a:pt x="2234" y="15612"/>
                      <a:pt x="2234" y="15625"/>
                    </a:cubicBezTo>
                    <a:cubicBezTo>
                      <a:pt x="2234" y="15639"/>
                      <a:pt x="2223" y="15650"/>
                      <a:pt x="2209" y="15650"/>
                    </a:cubicBezTo>
                    <a:lnTo>
                      <a:pt x="2209" y="15650"/>
                    </a:lnTo>
                    <a:cubicBezTo>
                      <a:pt x="2195" y="15650"/>
                      <a:pt x="2184" y="15639"/>
                      <a:pt x="2184" y="15625"/>
                    </a:cubicBezTo>
                    <a:cubicBezTo>
                      <a:pt x="2184" y="15612"/>
                      <a:pt x="2195" y="15600"/>
                      <a:pt x="2209" y="15600"/>
                    </a:cubicBezTo>
                    <a:close/>
                    <a:moveTo>
                      <a:pt x="2309" y="15600"/>
                    </a:moveTo>
                    <a:lnTo>
                      <a:pt x="2309" y="15600"/>
                    </a:lnTo>
                    <a:cubicBezTo>
                      <a:pt x="2323" y="15600"/>
                      <a:pt x="2334" y="15612"/>
                      <a:pt x="2334" y="15625"/>
                    </a:cubicBezTo>
                    <a:cubicBezTo>
                      <a:pt x="2334" y="15639"/>
                      <a:pt x="2323" y="15650"/>
                      <a:pt x="2309" y="15650"/>
                    </a:cubicBezTo>
                    <a:lnTo>
                      <a:pt x="2309" y="15650"/>
                    </a:lnTo>
                    <a:cubicBezTo>
                      <a:pt x="2296" y="15650"/>
                      <a:pt x="2284" y="15639"/>
                      <a:pt x="2284" y="15625"/>
                    </a:cubicBezTo>
                    <a:cubicBezTo>
                      <a:pt x="2284" y="15612"/>
                      <a:pt x="2296" y="15600"/>
                      <a:pt x="2309" y="15600"/>
                    </a:cubicBezTo>
                    <a:close/>
                    <a:moveTo>
                      <a:pt x="2409" y="15600"/>
                    </a:moveTo>
                    <a:lnTo>
                      <a:pt x="2409" y="15600"/>
                    </a:lnTo>
                    <a:cubicBezTo>
                      <a:pt x="2423" y="15600"/>
                      <a:pt x="2434" y="15612"/>
                      <a:pt x="2434" y="15625"/>
                    </a:cubicBezTo>
                    <a:cubicBezTo>
                      <a:pt x="2434" y="15639"/>
                      <a:pt x="2423" y="15650"/>
                      <a:pt x="2409" y="15650"/>
                    </a:cubicBezTo>
                    <a:lnTo>
                      <a:pt x="2409" y="15650"/>
                    </a:lnTo>
                    <a:cubicBezTo>
                      <a:pt x="2396" y="15650"/>
                      <a:pt x="2384" y="15639"/>
                      <a:pt x="2384" y="15625"/>
                    </a:cubicBezTo>
                    <a:cubicBezTo>
                      <a:pt x="2384" y="15612"/>
                      <a:pt x="2396" y="15600"/>
                      <a:pt x="2409" y="15600"/>
                    </a:cubicBezTo>
                    <a:close/>
                    <a:moveTo>
                      <a:pt x="2509" y="15600"/>
                    </a:moveTo>
                    <a:lnTo>
                      <a:pt x="2510" y="15600"/>
                    </a:lnTo>
                    <a:cubicBezTo>
                      <a:pt x="2523" y="15600"/>
                      <a:pt x="2535" y="15612"/>
                      <a:pt x="2535" y="15625"/>
                    </a:cubicBezTo>
                    <a:cubicBezTo>
                      <a:pt x="2535" y="15639"/>
                      <a:pt x="2523" y="15650"/>
                      <a:pt x="2510" y="15650"/>
                    </a:cubicBezTo>
                    <a:lnTo>
                      <a:pt x="2509" y="15650"/>
                    </a:lnTo>
                    <a:cubicBezTo>
                      <a:pt x="2496" y="15650"/>
                      <a:pt x="2484" y="15639"/>
                      <a:pt x="2484" y="15625"/>
                    </a:cubicBezTo>
                    <a:cubicBezTo>
                      <a:pt x="2484" y="15612"/>
                      <a:pt x="2496" y="15600"/>
                      <a:pt x="2509" y="15600"/>
                    </a:cubicBezTo>
                    <a:close/>
                    <a:moveTo>
                      <a:pt x="2610" y="15600"/>
                    </a:moveTo>
                    <a:lnTo>
                      <a:pt x="2610" y="15600"/>
                    </a:lnTo>
                    <a:cubicBezTo>
                      <a:pt x="2623" y="15600"/>
                      <a:pt x="2635" y="15612"/>
                      <a:pt x="2635" y="15625"/>
                    </a:cubicBezTo>
                    <a:cubicBezTo>
                      <a:pt x="2635" y="15639"/>
                      <a:pt x="2623" y="15650"/>
                      <a:pt x="2610" y="15650"/>
                    </a:cubicBezTo>
                    <a:lnTo>
                      <a:pt x="2610" y="15650"/>
                    </a:lnTo>
                    <a:cubicBezTo>
                      <a:pt x="2596" y="15650"/>
                      <a:pt x="2585" y="15639"/>
                      <a:pt x="2585" y="15625"/>
                    </a:cubicBezTo>
                    <a:cubicBezTo>
                      <a:pt x="2585" y="15612"/>
                      <a:pt x="2596" y="15600"/>
                      <a:pt x="2610" y="15600"/>
                    </a:cubicBezTo>
                    <a:close/>
                    <a:moveTo>
                      <a:pt x="2710" y="15600"/>
                    </a:moveTo>
                    <a:lnTo>
                      <a:pt x="2710" y="15600"/>
                    </a:lnTo>
                    <a:cubicBezTo>
                      <a:pt x="2723" y="15600"/>
                      <a:pt x="2735" y="15612"/>
                      <a:pt x="2735" y="15625"/>
                    </a:cubicBezTo>
                    <a:cubicBezTo>
                      <a:pt x="2735" y="15639"/>
                      <a:pt x="2723" y="15650"/>
                      <a:pt x="2710" y="15650"/>
                    </a:cubicBezTo>
                    <a:lnTo>
                      <a:pt x="2710" y="15650"/>
                    </a:lnTo>
                    <a:cubicBezTo>
                      <a:pt x="2696" y="15650"/>
                      <a:pt x="2685" y="15639"/>
                      <a:pt x="2685" y="15625"/>
                    </a:cubicBezTo>
                    <a:cubicBezTo>
                      <a:pt x="2685" y="15612"/>
                      <a:pt x="2696" y="15600"/>
                      <a:pt x="2710" y="15600"/>
                    </a:cubicBezTo>
                    <a:close/>
                    <a:moveTo>
                      <a:pt x="2780" y="15605"/>
                    </a:moveTo>
                    <a:lnTo>
                      <a:pt x="2780" y="15604"/>
                    </a:lnTo>
                    <a:cubicBezTo>
                      <a:pt x="2785" y="15592"/>
                      <a:pt x="2800" y="15586"/>
                      <a:pt x="2813" y="15592"/>
                    </a:cubicBezTo>
                    <a:cubicBezTo>
                      <a:pt x="2825" y="15597"/>
                      <a:pt x="2831" y="15612"/>
                      <a:pt x="2826" y="15625"/>
                    </a:cubicBezTo>
                    <a:lnTo>
                      <a:pt x="2826" y="15625"/>
                    </a:lnTo>
                    <a:cubicBezTo>
                      <a:pt x="2820" y="15637"/>
                      <a:pt x="2805" y="15643"/>
                      <a:pt x="2793" y="15637"/>
                    </a:cubicBezTo>
                    <a:cubicBezTo>
                      <a:pt x="2780" y="15632"/>
                      <a:pt x="2774" y="15617"/>
                      <a:pt x="2780" y="15605"/>
                    </a:cubicBezTo>
                    <a:close/>
                    <a:moveTo>
                      <a:pt x="2822" y="15514"/>
                    </a:moveTo>
                    <a:lnTo>
                      <a:pt x="2822" y="15514"/>
                    </a:lnTo>
                    <a:cubicBezTo>
                      <a:pt x="2827" y="15501"/>
                      <a:pt x="2842" y="15495"/>
                      <a:pt x="2855" y="15501"/>
                    </a:cubicBezTo>
                    <a:cubicBezTo>
                      <a:pt x="2868" y="15506"/>
                      <a:pt x="2873" y="15521"/>
                      <a:pt x="2868" y="15534"/>
                    </a:cubicBezTo>
                    <a:lnTo>
                      <a:pt x="2868" y="15534"/>
                    </a:lnTo>
                    <a:cubicBezTo>
                      <a:pt x="2862" y="15546"/>
                      <a:pt x="2847" y="15552"/>
                      <a:pt x="2835" y="15547"/>
                    </a:cubicBezTo>
                    <a:cubicBezTo>
                      <a:pt x="2822" y="15541"/>
                      <a:pt x="2816" y="15526"/>
                      <a:pt x="2822" y="15514"/>
                    </a:cubicBezTo>
                    <a:close/>
                    <a:moveTo>
                      <a:pt x="2864" y="15423"/>
                    </a:moveTo>
                    <a:lnTo>
                      <a:pt x="2864" y="15423"/>
                    </a:lnTo>
                    <a:cubicBezTo>
                      <a:pt x="2870" y="15410"/>
                      <a:pt x="2884" y="15405"/>
                      <a:pt x="2897" y="15410"/>
                    </a:cubicBezTo>
                    <a:cubicBezTo>
                      <a:pt x="2910" y="15416"/>
                      <a:pt x="2915" y="15430"/>
                      <a:pt x="2910" y="15443"/>
                    </a:cubicBezTo>
                    <a:lnTo>
                      <a:pt x="2910" y="15443"/>
                    </a:lnTo>
                    <a:cubicBezTo>
                      <a:pt x="2904" y="15456"/>
                      <a:pt x="2890" y="15462"/>
                      <a:pt x="2877" y="15456"/>
                    </a:cubicBezTo>
                    <a:cubicBezTo>
                      <a:pt x="2864" y="15450"/>
                      <a:pt x="2859" y="15436"/>
                      <a:pt x="2864" y="15423"/>
                    </a:cubicBezTo>
                    <a:close/>
                    <a:moveTo>
                      <a:pt x="2906" y="15332"/>
                    </a:moveTo>
                    <a:lnTo>
                      <a:pt x="2906" y="15332"/>
                    </a:lnTo>
                    <a:cubicBezTo>
                      <a:pt x="2912" y="15320"/>
                      <a:pt x="2927" y="15314"/>
                      <a:pt x="2939" y="15319"/>
                    </a:cubicBezTo>
                    <a:cubicBezTo>
                      <a:pt x="2952" y="15325"/>
                      <a:pt x="2958" y="15340"/>
                      <a:pt x="2952" y="15352"/>
                    </a:cubicBezTo>
                    <a:lnTo>
                      <a:pt x="2952" y="15352"/>
                    </a:lnTo>
                    <a:cubicBezTo>
                      <a:pt x="2947" y="15365"/>
                      <a:pt x="2932" y="15371"/>
                      <a:pt x="2919" y="15365"/>
                    </a:cubicBezTo>
                    <a:cubicBezTo>
                      <a:pt x="2906" y="15360"/>
                      <a:pt x="2901" y="15345"/>
                      <a:pt x="2906" y="15332"/>
                    </a:cubicBezTo>
                    <a:close/>
                    <a:moveTo>
                      <a:pt x="2948" y="15242"/>
                    </a:moveTo>
                    <a:lnTo>
                      <a:pt x="2948" y="15242"/>
                    </a:lnTo>
                    <a:cubicBezTo>
                      <a:pt x="2954" y="15229"/>
                      <a:pt x="2969" y="15223"/>
                      <a:pt x="2981" y="15229"/>
                    </a:cubicBezTo>
                    <a:cubicBezTo>
                      <a:pt x="2994" y="15234"/>
                      <a:pt x="3000" y="15249"/>
                      <a:pt x="2994" y="15262"/>
                    </a:cubicBezTo>
                    <a:lnTo>
                      <a:pt x="2994" y="15262"/>
                    </a:lnTo>
                    <a:cubicBezTo>
                      <a:pt x="2989" y="15274"/>
                      <a:pt x="2974" y="15280"/>
                      <a:pt x="2961" y="15275"/>
                    </a:cubicBezTo>
                    <a:cubicBezTo>
                      <a:pt x="2949" y="15269"/>
                      <a:pt x="2943" y="15254"/>
                      <a:pt x="2948" y="15242"/>
                    </a:cubicBezTo>
                    <a:close/>
                    <a:moveTo>
                      <a:pt x="2991" y="15151"/>
                    </a:moveTo>
                    <a:lnTo>
                      <a:pt x="2991" y="15151"/>
                    </a:lnTo>
                    <a:cubicBezTo>
                      <a:pt x="2996" y="15138"/>
                      <a:pt x="3011" y="15132"/>
                      <a:pt x="3024" y="15138"/>
                    </a:cubicBezTo>
                    <a:cubicBezTo>
                      <a:pt x="3036" y="15143"/>
                      <a:pt x="3042" y="15158"/>
                      <a:pt x="3036" y="15171"/>
                    </a:cubicBezTo>
                    <a:lnTo>
                      <a:pt x="3036" y="15171"/>
                    </a:lnTo>
                    <a:cubicBezTo>
                      <a:pt x="3031" y="15184"/>
                      <a:pt x="3016" y="15189"/>
                      <a:pt x="3003" y="15184"/>
                    </a:cubicBezTo>
                    <a:cubicBezTo>
                      <a:pt x="2991" y="15178"/>
                      <a:pt x="2985" y="15164"/>
                      <a:pt x="2991" y="15151"/>
                    </a:cubicBezTo>
                    <a:close/>
                    <a:moveTo>
                      <a:pt x="3033" y="15060"/>
                    </a:moveTo>
                    <a:lnTo>
                      <a:pt x="3033" y="15060"/>
                    </a:lnTo>
                    <a:cubicBezTo>
                      <a:pt x="3038" y="15047"/>
                      <a:pt x="3053" y="15042"/>
                      <a:pt x="3066" y="15047"/>
                    </a:cubicBezTo>
                    <a:cubicBezTo>
                      <a:pt x="3078" y="15053"/>
                      <a:pt x="3084" y="15067"/>
                      <a:pt x="3079" y="15080"/>
                    </a:cubicBezTo>
                    <a:lnTo>
                      <a:pt x="3079" y="15080"/>
                    </a:lnTo>
                    <a:cubicBezTo>
                      <a:pt x="3073" y="15093"/>
                      <a:pt x="3058" y="15099"/>
                      <a:pt x="3046" y="15093"/>
                    </a:cubicBezTo>
                    <a:cubicBezTo>
                      <a:pt x="3033" y="15088"/>
                      <a:pt x="3027" y="15073"/>
                      <a:pt x="3033" y="15060"/>
                    </a:cubicBezTo>
                    <a:close/>
                    <a:moveTo>
                      <a:pt x="3075" y="14969"/>
                    </a:moveTo>
                    <a:lnTo>
                      <a:pt x="3075" y="14969"/>
                    </a:lnTo>
                    <a:cubicBezTo>
                      <a:pt x="3080" y="14957"/>
                      <a:pt x="3095" y="14951"/>
                      <a:pt x="3108" y="14956"/>
                    </a:cubicBezTo>
                    <a:cubicBezTo>
                      <a:pt x="3120" y="14962"/>
                      <a:pt x="3126" y="14977"/>
                      <a:pt x="3121" y="14989"/>
                    </a:cubicBezTo>
                    <a:lnTo>
                      <a:pt x="3121" y="14989"/>
                    </a:lnTo>
                    <a:cubicBezTo>
                      <a:pt x="3115" y="15002"/>
                      <a:pt x="3100" y="15008"/>
                      <a:pt x="3088" y="15002"/>
                    </a:cubicBezTo>
                    <a:cubicBezTo>
                      <a:pt x="3075" y="14997"/>
                      <a:pt x="3069" y="14982"/>
                      <a:pt x="3075" y="14969"/>
                    </a:cubicBezTo>
                    <a:close/>
                    <a:moveTo>
                      <a:pt x="3117" y="14879"/>
                    </a:moveTo>
                    <a:lnTo>
                      <a:pt x="3117" y="14879"/>
                    </a:lnTo>
                    <a:cubicBezTo>
                      <a:pt x="3123" y="14866"/>
                      <a:pt x="3137" y="14860"/>
                      <a:pt x="3150" y="14866"/>
                    </a:cubicBezTo>
                    <a:cubicBezTo>
                      <a:pt x="3163" y="14871"/>
                      <a:pt x="3168" y="14886"/>
                      <a:pt x="3163" y="14899"/>
                    </a:cubicBezTo>
                    <a:lnTo>
                      <a:pt x="3163" y="14899"/>
                    </a:lnTo>
                    <a:cubicBezTo>
                      <a:pt x="3157" y="14911"/>
                      <a:pt x="3143" y="14917"/>
                      <a:pt x="3130" y="14912"/>
                    </a:cubicBezTo>
                    <a:cubicBezTo>
                      <a:pt x="3117" y="14906"/>
                      <a:pt x="3112" y="14891"/>
                      <a:pt x="3117" y="14879"/>
                    </a:cubicBezTo>
                    <a:close/>
                    <a:moveTo>
                      <a:pt x="3159" y="14788"/>
                    </a:moveTo>
                    <a:lnTo>
                      <a:pt x="3159" y="14788"/>
                    </a:lnTo>
                    <a:cubicBezTo>
                      <a:pt x="3165" y="14775"/>
                      <a:pt x="3180" y="14769"/>
                      <a:pt x="3192" y="14775"/>
                    </a:cubicBezTo>
                    <a:cubicBezTo>
                      <a:pt x="3205" y="14781"/>
                      <a:pt x="3211" y="14795"/>
                      <a:pt x="3205" y="14808"/>
                    </a:cubicBezTo>
                    <a:lnTo>
                      <a:pt x="3205" y="14808"/>
                    </a:lnTo>
                    <a:cubicBezTo>
                      <a:pt x="3199" y="14821"/>
                      <a:pt x="3185" y="14826"/>
                      <a:pt x="3172" y="14821"/>
                    </a:cubicBezTo>
                    <a:cubicBezTo>
                      <a:pt x="3159" y="14815"/>
                      <a:pt x="3154" y="14801"/>
                      <a:pt x="3159" y="14788"/>
                    </a:cubicBezTo>
                    <a:close/>
                    <a:moveTo>
                      <a:pt x="3201" y="14697"/>
                    </a:moveTo>
                    <a:lnTo>
                      <a:pt x="3201" y="14697"/>
                    </a:lnTo>
                    <a:cubicBezTo>
                      <a:pt x="3207" y="14685"/>
                      <a:pt x="3222" y="14679"/>
                      <a:pt x="3234" y="14684"/>
                    </a:cubicBezTo>
                    <a:cubicBezTo>
                      <a:pt x="3247" y="14690"/>
                      <a:pt x="3253" y="14705"/>
                      <a:pt x="3247" y="14717"/>
                    </a:cubicBezTo>
                    <a:lnTo>
                      <a:pt x="3247" y="14717"/>
                    </a:lnTo>
                    <a:cubicBezTo>
                      <a:pt x="3242" y="14730"/>
                      <a:pt x="3227" y="14736"/>
                      <a:pt x="3214" y="14730"/>
                    </a:cubicBezTo>
                    <a:cubicBezTo>
                      <a:pt x="3202" y="14725"/>
                      <a:pt x="3196" y="14710"/>
                      <a:pt x="3201" y="14697"/>
                    </a:cubicBezTo>
                    <a:close/>
                    <a:moveTo>
                      <a:pt x="3244" y="14606"/>
                    </a:moveTo>
                    <a:lnTo>
                      <a:pt x="3244" y="14606"/>
                    </a:lnTo>
                    <a:cubicBezTo>
                      <a:pt x="3249" y="14594"/>
                      <a:pt x="3264" y="14588"/>
                      <a:pt x="3276" y="14594"/>
                    </a:cubicBezTo>
                    <a:cubicBezTo>
                      <a:pt x="3289" y="14599"/>
                      <a:pt x="3295" y="14614"/>
                      <a:pt x="3289" y="14626"/>
                    </a:cubicBezTo>
                    <a:lnTo>
                      <a:pt x="3289" y="14627"/>
                    </a:lnTo>
                    <a:cubicBezTo>
                      <a:pt x="3284" y="14639"/>
                      <a:pt x="3269" y="14645"/>
                      <a:pt x="3256" y="14639"/>
                    </a:cubicBezTo>
                    <a:cubicBezTo>
                      <a:pt x="3244" y="14634"/>
                      <a:pt x="3238" y="14619"/>
                      <a:pt x="3244" y="14606"/>
                    </a:cubicBezTo>
                    <a:close/>
                    <a:moveTo>
                      <a:pt x="3286" y="14516"/>
                    </a:moveTo>
                    <a:lnTo>
                      <a:pt x="3286" y="14516"/>
                    </a:lnTo>
                    <a:cubicBezTo>
                      <a:pt x="3291" y="14503"/>
                      <a:pt x="3306" y="14497"/>
                      <a:pt x="3319" y="14503"/>
                    </a:cubicBezTo>
                    <a:cubicBezTo>
                      <a:pt x="3331" y="14508"/>
                      <a:pt x="3337" y="14523"/>
                      <a:pt x="3332" y="14536"/>
                    </a:cubicBezTo>
                    <a:lnTo>
                      <a:pt x="3332" y="14536"/>
                    </a:lnTo>
                    <a:cubicBezTo>
                      <a:pt x="3326" y="14548"/>
                      <a:pt x="3311" y="14554"/>
                      <a:pt x="3299" y="14549"/>
                    </a:cubicBezTo>
                    <a:cubicBezTo>
                      <a:pt x="3286" y="14543"/>
                      <a:pt x="3280" y="14528"/>
                      <a:pt x="3286" y="14516"/>
                    </a:cubicBezTo>
                    <a:close/>
                    <a:moveTo>
                      <a:pt x="3328" y="14425"/>
                    </a:moveTo>
                    <a:lnTo>
                      <a:pt x="3328" y="14425"/>
                    </a:lnTo>
                    <a:cubicBezTo>
                      <a:pt x="3333" y="14412"/>
                      <a:pt x="3348" y="14407"/>
                      <a:pt x="3361" y="14412"/>
                    </a:cubicBezTo>
                    <a:cubicBezTo>
                      <a:pt x="3373" y="14418"/>
                      <a:pt x="3379" y="14432"/>
                      <a:pt x="3374" y="14445"/>
                    </a:cubicBezTo>
                    <a:lnTo>
                      <a:pt x="3374" y="14445"/>
                    </a:lnTo>
                    <a:cubicBezTo>
                      <a:pt x="3368" y="14458"/>
                      <a:pt x="3353" y="14463"/>
                      <a:pt x="3341" y="14458"/>
                    </a:cubicBezTo>
                    <a:cubicBezTo>
                      <a:pt x="3328" y="14452"/>
                      <a:pt x="3322" y="14438"/>
                      <a:pt x="3328" y="14425"/>
                    </a:cubicBezTo>
                    <a:close/>
                    <a:moveTo>
                      <a:pt x="3370" y="14334"/>
                    </a:moveTo>
                    <a:lnTo>
                      <a:pt x="3370" y="14334"/>
                    </a:lnTo>
                    <a:cubicBezTo>
                      <a:pt x="3376" y="14322"/>
                      <a:pt x="3390" y="14316"/>
                      <a:pt x="3403" y="14321"/>
                    </a:cubicBezTo>
                    <a:cubicBezTo>
                      <a:pt x="3416" y="14327"/>
                      <a:pt x="3421" y="14342"/>
                      <a:pt x="3416" y="14354"/>
                    </a:cubicBezTo>
                    <a:lnTo>
                      <a:pt x="3416" y="14354"/>
                    </a:lnTo>
                    <a:cubicBezTo>
                      <a:pt x="3410" y="14367"/>
                      <a:pt x="3396" y="14373"/>
                      <a:pt x="3383" y="14367"/>
                    </a:cubicBezTo>
                    <a:cubicBezTo>
                      <a:pt x="3370" y="14362"/>
                      <a:pt x="3365" y="14347"/>
                      <a:pt x="3370" y="14334"/>
                    </a:cubicBezTo>
                    <a:close/>
                    <a:moveTo>
                      <a:pt x="3412" y="14244"/>
                    </a:moveTo>
                    <a:lnTo>
                      <a:pt x="3412" y="14244"/>
                    </a:lnTo>
                    <a:cubicBezTo>
                      <a:pt x="3418" y="14231"/>
                      <a:pt x="3433" y="14225"/>
                      <a:pt x="3445" y="14231"/>
                    </a:cubicBezTo>
                    <a:cubicBezTo>
                      <a:pt x="3458" y="14236"/>
                      <a:pt x="3464" y="14251"/>
                      <a:pt x="3458" y="14264"/>
                    </a:cubicBezTo>
                    <a:lnTo>
                      <a:pt x="3458" y="14264"/>
                    </a:lnTo>
                    <a:cubicBezTo>
                      <a:pt x="3452" y="14276"/>
                      <a:pt x="3438" y="14282"/>
                      <a:pt x="3425" y="14276"/>
                    </a:cubicBezTo>
                    <a:cubicBezTo>
                      <a:pt x="3412" y="14271"/>
                      <a:pt x="3407" y="14256"/>
                      <a:pt x="3412" y="14244"/>
                    </a:cubicBezTo>
                    <a:close/>
                    <a:moveTo>
                      <a:pt x="3454" y="14153"/>
                    </a:moveTo>
                    <a:lnTo>
                      <a:pt x="3454" y="14153"/>
                    </a:lnTo>
                    <a:cubicBezTo>
                      <a:pt x="3460" y="14140"/>
                      <a:pt x="3475" y="14134"/>
                      <a:pt x="3487" y="14140"/>
                    </a:cubicBezTo>
                    <a:cubicBezTo>
                      <a:pt x="3500" y="14145"/>
                      <a:pt x="3506" y="14160"/>
                      <a:pt x="3500" y="14173"/>
                    </a:cubicBezTo>
                    <a:lnTo>
                      <a:pt x="3500" y="14173"/>
                    </a:lnTo>
                    <a:cubicBezTo>
                      <a:pt x="3495" y="14186"/>
                      <a:pt x="3480" y="14191"/>
                      <a:pt x="3467" y="14186"/>
                    </a:cubicBezTo>
                    <a:cubicBezTo>
                      <a:pt x="3455" y="14180"/>
                      <a:pt x="3449" y="14165"/>
                      <a:pt x="3454" y="14153"/>
                    </a:cubicBezTo>
                    <a:close/>
                    <a:moveTo>
                      <a:pt x="3497" y="14062"/>
                    </a:moveTo>
                    <a:lnTo>
                      <a:pt x="3497" y="14062"/>
                    </a:lnTo>
                    <a:cubicBezTo>
                      <a:pt x="3502" y="14049"/>
                      <a:pt x="3517" y="14044"/>
                      <a:pt x="3529" y="14049"/>
                    </a:cubicBezTo>
                    <a:cubicBezTo>
                      <a:pt x="3542" y="14055"/>
                      <a:pt x="3548" y="14069"/>
                      <a:pt x="3542" y="14082"/>
                    </a:cubicBezTo>
                    <a:lnTo>
                      <a:pt x="3542" y="14082"/>
                    </a:lnTo>
                    <a:cubicBezTo>
                      <a:pt x="3537" y="14095"/>
                      <a:pt x="3522" y="14101"/>
                      <a:pt x="3509" y="14095"/>
                    </a:cubicBezTo>
                    <a:cubicBezTo>
                      <a:pt x="3497" y="14089"/>
                      <a:pt x="3491" y="14075"/>
                      <a:pt x="3497" y="14062"/>
                    </a:cubicBezTo>
                    <a:close/>
                    <a:moveTo>
                      <a:pt x="3539" y="13971"/>
                    </a:moveTo>
                    <a:lnTo>
                      <a:pt x="3539" y="13971"/>
                    </a:lnTo>
                    <a:cubicBezTo>
                      <a:pt x="3544" y="13959"/>
                      <a:pt x="3559" y="13953"/>
                      <a:pt x="3572" y="13958"/>
                    </a:cubicBezTo>
                    <a:cubicBezTo>
                      <a:pt x="3584" y="13964"/>
                      <a:pt x="3590" y="13979"/>
                      <a:pt x="3585" y="13991"/>
                    </a:cubicBezTo>
                    <a:lnTo>
                      <a:pt x="3585" y="13991"/>
                    </a:lnTo>
                    <a:cubicBezTo>
                      <a:pt x="3579" y="14004"/>
                      <a:pt x="3564" y="14010"/>
                      <a:pt x="3552" y="14004"/>
                    </a:cubicBezTo>
                    <a:cubicBezTo>
                      <a:pt x="3539" y="13999"/>
                      <a:pt x="3533" y="13984"/>
                      <a:pt x="3539" y="13971"/>
                    </a:cubicBezTo>
                    <a:close/>
                    <a:moveTo>
                      <a:pt x="3581" y="13881"/>
                    </a:moveTo>
                    <a:lnTo>
                      <a:pt x="3581" y="13881"/>
                    </a:lnTo>
                    <a:cubicBezTo>
                      <a:pt x="3586" y="13868"/>
                      <a:pt x="3601" y="13862"/>
                      <a:pt x="3614" y="13868"/>
                    </a:cubicBezTo>
                    <a:cubicBezTo>
                      <a:pt x="3626" y="13873"/>
                      <a:pt x="3632" y="13888"/>
                      <a:pt x="3627" y="13901"/>
                    </a:cubicBezTo>
                    <a:lnTo>
                      <a:pt x="3627" y="13901"/>
                    </a:lnTo>
                    <a:cubicBezTo>
                      <a:pt x="3621" y="13913"/>
                      <a:pt x="3606" y="13919"/>
                      <a:pt x="3594" y="13914"/>
                    </a:cubicBezTo>
                    <a:cubicBezTo>
                      <a:pt x="3581" y="13908"/>
                      <a:pt x="3575" y="13893"/>
                      <a:pt x="3581" y="13881"/>
                    </a:cubicBezTo>
                    <a:close/>
                    <a:moveTo>
                      <a:pt x="3623" y="13790"/>
                    </a:moveTo>
                    <a:lnTo>
                      <a:pt x="3623" y="13790"/>
                    </a:lnTo>
                    <a:cubicBezTo>
                      <a:pt x="3629" y="13777"/>
                      <a:pt x="3643" y="13771"/>
                      <a:pt x="3656" y="13777"/>
                    </a:cubicBezTo>
                    <a:cubicBezTo>
                      <a:pt x="3669" y="13782"/>
                      <a:pt x="3674" y="13797"/>
                      <a:pt x="3669" y="13810"/>
                    </a:cubicBezTo>
                    <a:lnTo>
                      <a:pt x="3669" y="13810"/>
                    </a:lnTo>
                    <a:cubicBezTo>
                      <a:pt x="3663" y="13823"/>
                      <a:pt x="3649" y="13828"/>
                      <a:pt x="3636" y="13823"/>
                    </a:cubicBezTo>
                    <a:cubicBezTo>
                      <a:pt x="3623" y="13817"/>
                      <a:pt x="3617" y="13803"/>
                      <a:pt x="3623" y="13790"/>
                    </a:cubicBezTo>
                    <a:close/>
                    <a:moveTo>
                      <a:pt x="3665" y="13699"/>
                    </a:moveTo>
                    <a:lnTo>
                      <a:pt x="3665" y="13699"/>
                    </a:lnTo>
                    <a:cubicBezTo>
                      <a:pt x="3671" y="13686"/>
                      <a:pt x="3685" y="13681"/>
                      <a:pt x="3698" y="13686"/>
                    </a:cubicBezTo>
                    <a:cubicBezTo>
                      <a:pt x="3711" y="13692"/>
                      <a:pt x="3717" y="13707"/>
                      <a:pt x="3711" y="13719"/>
                    </a:cubicBezTo>
                    <a:lnTo>
                      <a:pt x="3711" y="13719"/>
                    </a:lnTo>
                    <a:cubicBezTo>
                      <a:pt x="3705" y="13732"/>
                      <a:pt x="3691" y="13738"/>
                      <a:pt x="3678" y="13732"/>
                    </a:cubicBezTo>
                    <a:cubicBezTo>
                      <a:pt x="3665" y="13727"/>
                      <a:pt x="3660" y="13712"/>
                      <a:pt x="3665" y="13699"/>
                    </a:cubicBezTo>
                    <a:close/>
                    <a:moveTo>
                      <a:pt x="3707" y="13608"/>
                    </a:moveTo>
                    <a:lnTo>
                      <a:pt x="3707" y="13608"/>
                    </a:lnTo>
                    <a:cubicBezTo>
                      <a:pt x="3713" y="13596"/>
                      <a:pt x="3728" y="13590"/>
                      <a:pt x="3740" y="13595"/>
                    </a:cubicBezTo>
                    <a:cubicBezTo>
                      <a:pt x="3753" y="13601"/>
                      <a:pt x="3759" y="13616"/>
                      <a:pt x="3753" y="13628"/>
                    </a:cubicBezTo>
                    <a:lnTo>
                      <a:pt x="3753" y="13628"/>
                    </a:lnTo>
                    <a:cubicBezTo>
                      <a:pt x="3748" y="13641"/>
                      <a:pt x="3733" y="13647"/>
                      <a:pt x="3720" y="13641"/>
                    </a:cubicBezTo>
                    <a:cubicBezTo>
                      <a:pt x="3708" y="13636"/>
                      <a:pt x="3702" y="13621"/>
                      <a:pt x="3707" y="13608"/>
                    </a:cubicBezTo>
                    <a:close/>
                    <a:moveTo>
                      <a:pt x="3750" y="13518"/>
                    </a:moveTo>
                    <a:lnTo>
                      <a:pt x="3750" y="13518"/>
                    </a:lnTo>
                    <a:cubicBezTo>
                      <a:pt x="3755" y="13505"/>
                      <a:pt x="3770" y="13499"/>
                      <a:pt x="3782" y="13505"/>
                    </a:cubicBezTo>
                    <a:cubicBezTo>
                      <a:pt x="3795" y="13510"/>
                      <a:pt x="3801" y="13525"/>
                      <a:pt x="3795" y="13538"/>
                    </a:cubicBezTo>
                    <a:lnTo>
                      <a:pt x="3795" y="13538"/>
                    </a:lnTo>
                    <a:cubicBezTo>
                      <a:pt x="3790" y="13550"/>
                      <a:pt x="3775" y="13556"/>
                      <a:pt x="3762" y="13551"/>
                    </a:cubicBezTo>
                    <a:cubicBezTo>
                      <a:pt x="3750" y="13545"/>
                      <a:pt x="3744" y="13530"/>
                      <a:pt x="3750" y="13518"/>
                    </a:cubicBezTo>
                    <a:close/>
                    <a:moveTo>
                      <a:pt x="3792" y="13427"/>
                    </a:moveTo>
                    <a:lnTo>
                      <a:pt x="3792" y="13427"/>
                    </a:lnTo>
                    <a:cubicBezTo>
                      <a:pt x="3797" y="13414"/>
                      <a:pt x="3812" y="13408"/>
                      <a:pt x="3825" y="13414"/>
                    </a:cubicBezTo>
                    <a:cubicBezTo>
                      <a:pt x="3837" y="13420"/>
                      <a:pt x="3843" y="13434"/>
                      <a:pt x="3838" y="13447"/>
                    </a:cubicBezTo>
                    <a:lnTo>
                      <a:pt x="3837" y="13447"/>
                    </a:lnTo>
                    <a:cubicBezTo>
                      <a:pt x="3832" y="13460"/>
                      <a:pt x="3817" y="13465"/>
                      <a:pt x="3805" y="13460"/>
                    </a:cubicBezTo>
                    <a:cubicBezTo>
                      <a:pt x="3792" y="13454"/>
                      <a:pt x="3786" y="13440"/>
                      <a:pt x="3792" y="13427"/>
                    </a:cubicBezTo>
                    <a:close/>
                    <a:moveTo>
                      <a:pt x="3834" y="13336"/>
                    </a:moveTo>
                    <a:lnTo>
                      <a:pt x="3834" y="13336"/>
                    </a:lnTo>
                    <a:cubicBezTo>
                      <a:pt x="3839" y="13324"/>
                      <a:pt x="3854" y="13318"/>
                      <a:pt x="3867" y="13323"/>
                    </a:cubicBezTo>
                    <a:cubicBezTo>
                      <a:pt x="3879" y="13329"/>
                      <a:pt x="3885" y="13344"/>
                      <a:pt x="3880" y="13356"/>
                    </a:cubicBezTo>
                    <a:lnTo>
                      <a:pt x="3880" y="13356"/>
                    </a:lnTo>
                    <a:cubicBezTo>
                      <a:pt x="3874" y="13369"/>
                      <a:pt x="3859" y="13375"/>
                      <a:pt x="3847" y="13369"/>
                    </a:cubicBezTo>
                    <a:cubicBezTo>
                      <a:pt x="3834" y="13364"/>
                      <a:pt x="3828" y="13349"/>
                      <a:pt x="3834" y="13336"/>
                    </a:cubicBezTo>
                    <a:close/>
                    <a:moveTo>
                      <a:pt x="3876" y="13245"/>
                    </a:moveTo>
                    <a:lnTo>
                      <a:pt x="3876" y="13245"/>
                    </a:lnTo>
                    <a:cubicBezTo>
                      <a:pt x="3882" y="13233"/>
                      <a:pt x="3896" y="13227"/>
                      <a:pt x="3909" y="13233"/>
                    </a:cubicBezTo>
                    <a:cubicBezTo>
                      <a:pt x="3922" y="13238"/>
                      <a:pt x="3927" y="13253"/>
                      <a:pt x="3922" y="13265"/>
                    </a:cubicBezTo>
                    <a:lnTo>
                      <a:pt x="3922" y="13266"/>
                    </a:lnTo>
                    <a:cubicBezTo>
                      <a:pt x="3916" y="13278"/>
                      <a:pt x="3902" y="13284"/>
                      <a:pt x="3889" y="13278"/>
                    </a:cubicBezTo>
                    <a:cubicBezTo>
                      <a:pt x="3876" y="13273"/>
                      <a:pt x="3870" y="13258"/>
                      <a:pt x="3876" y="13245"/>
                    </a:cubicBezTo>
                    <a:close/>
                    <a:moveTo>
                      <a:pt x="3918" y="13155"/>
                    </a:moveTo>
                    <a:lnTo>
                      <a:pt x="3918" y="13155"/>
                    </a:lnTo>
                    <a:cubicBezTo>
                      <a:pt x="3924" y="13142"/>
                      <a:pt x="3938" y="13136"/>
                      <a:pt x="3951" y="13142"/>
                    </a:cubicBezTo>
                    <a:cubicBezTo>
                      <a:pt x="3964" y="13147"/>
                      <a:pt x="3970" y="13162"/>
                      <a:pt x="3964" y="13175"/>
                    </a:cubicBezTo>
                    <a:lnTo>
                      <a:pt x="3964" y="13175"/>
                    </a:lnTo>
                    <a:cubicBezTo>
                      <a:pt x="3958" y="13187"/>
                      <a:pt x="3944" y="13193"/>
                      <a:pt x="3931" y="13188"/>
                    </a:cubicBezTo>
                    <a:cubicBezTo>
                      <a:pt x="3918" y="13182"/>
                      <a:pt x="3913" y="13167"/>
                      <a:pt x="3918" y="13155"/>
                    </a:cubicBezTo>
                    <a:close/>
                    <a:moveTo>
                      <a:pt x="3960" y="13064"/>
                    </a:moveTo>
                    <a:lnTo>
                      <a:pt x="3960" y="13064"/>
                    </a:lnTo>
                    <a:cubicBezTo>
                      <a:pt x="3966" y="13051"/>
                      <a:pt x="3981" y="13046"/>
                      <a:pt x="3993" y="13051"/>
                    </a:cubicBezTo>
                    <a:cubicBezTo>
                      <a:pt x="4006" y="13057"/>
                      <a:pt x="4012" y="13071"/>
                      <a:pt x="4006" y="13084"/>
                    </a:cubicBezTo>
                    <a:lnTo>
                      <a:pt x="4006" y="13084"/>
                    </a:lnTo>
                    <a:cubicBezTo>
                      <a:pt x="4001" y="13097"/>
                      <a:pt x="3986" y="13102"/>
                      <a:pt x="3973" y="13097"/>
                    </a:cubicBezTo>
                    <a:cubicBezTo>
                      <a:pt x="3961" y="13091"/>
                      <a:pt x="3955" y="13077"/>
                      <a:pt x="3960" y="13064"/>
                    </a:cubicBezTo>
                    <a:close/>
                    <a:moveTo>
                      <a:pt x="4003" y="12973"/>
                    </a:moveTo>
                    <a:lnTo>
                      <a:pt x="4003" y="12973"/>
                    </a:lnTo>
                    <a:cubicBezTo>
                      <a:pt x="4008" y="12961"/>
                      <a:pt x="4023" y="12955"/>
                      <a:pt x="4035" y="12960"/>
                    </a:cubicBezTo>
                    <a:cubicBezTo>
                      <a:pt x="4048" y="12966"/>
                      <a:pt x="4054" y="12981"/>
                      <a:pt x="4048" y="12993"/>
                    </a:cubicBezTo>
                    <a:lnTo>
                      <a:pt x="4048" y="12993"/>
                    </a:lnTo>
                    <a:cubicBezTo>
                      <a:pt x="4043" y="13006"/>
                      <a:pt x="4028" y="13012"/>
                      <a:pt x="4015" y="13006"/>
                    </a:cubicBezTo>
                    <a:cubicBezTo>
                      <a:pt x="4003" y="13001"/>
                      <a:pt x="3997" y="12986"/>
                      <a:pt x="4003" y="12973"/>
                    </a:cubicBezTo>
                    <a:close/>
                    <a:moveTo>
                      <a:pt x="4045" y="12883"/>
                    </a:moveTo>
                    <a:lnTo>
                      <a:pt x="4045" y="12883"/>
                    </a:lnTo>
                    <a:cubicBezTo>
                      <a:pt x="4050" y="12870"/>
                      <a:pt x="4065" y="12864"/>
                      <a:pt x="4078" y="12870"/>
                    </a:cubicBezTo>
                    <a:cubicBezTo>
                      <a:pt x="4090" y="12875"/>
                      <a:pt x="4096" y="12890"/>
                      <a:pt x="4091" y="12903"/>
                    </a:cubicBezTo>
                    <a:lnTo>
                      <a:pt x="4090" y="12903"/>
                    </a:lnTo>
                    <a:cubicBezTo>
                      <a:pt x="4085" y="12915"/>
                      <a:pt x="4070" y="12921"/>
                      <a:pt x="4058" y="12915"/>
                    </a:cubicBezTo>
                    <a:cubicBezTo>
                      <a:pt x="4045" y="12910"/>
                      <a:pt x="4039" y="12895"/>
                      <a:pt x="4045" y="12883"/>
                    </a:cubicBezTo>
                    <a:close/>
                    <a:moveTo>
                      <a:pt x="4087" y="12792"/>
                    </a:moveTo>
                    <a:lnTo>
                      <a:pt x="4087" y="12792"/>
                    </a:lnTo>
                    <a:cubicBezTo>
                      <a:pt x="4092" y="12779"/>
                      <a:pt x="4107" y="12773"/>
                      <a:pt x="4120" y="12779"/>
                    </a:cubicBezTo>
                    <a:cubicBezTo>
                      <a:pt x="4132" y="12784"/>
                      <a:pt x="4138" y="12799"/>
                      <a:pt x="4133" y="12812"/>
                    </a:cubicBezTo>
                    <a:lnTo>
                      <a:pt x="4133" y="12812"/>
                    </a:lnTo>
                    <a:cubicBezTo>
                      <a:pt x="4127" y="12825"/>
                      <a:pt x="4112" y="12830"/>
                      <a:pt x="4100" y="12825"/>
                    </a:cubicBezTo>
                    <a:cubicBezTo>
                      <a:pt x="4087" y="12819"/>
                      <a:pt x="4081" y="12804"/>
                      <a:pt x="4087" y="12792"/>
                    </a:cubicBezTo>
                    <a:close/>
                    <a:moveTo>
                      <a:pt x="4129" y="12701"/>
                    </a:moveTo>
                    <a:lnTo>
                      <a:pt x="4129" y="12701"/>
                    </a:lnTo>
                    <a:cubicBezTo>
                      <a:pt x="4135" y="12688"/>
                      <a:pt x="4149" y="12683"/>
                      <a:pt x="4162" y="12688"/>
                    </a:cubicBezTo>
                    <a:cubicBezTo>
                      <a:pt x="4175" y="12694"/>
                      <a:pt x="4180" y="12708"/>
                      <a:pt x="4175" y="12721"/>
                    </a:cubicBezTo>
                    <a:lnTo>
                      <a:pt x="4175" y="12721"/>
                    </a:lnTo>
                    <a:cubicBezTo>
                      <a:pt x="4169" y="12734"/>
                      <a:pt x="4155" y="12740"/>
                      <a:pt x="4142" y="12734"/>
                    </a:cubicBezTo>
                    <a:cubicBezTo>
                      <a:pt x="4129" y="12728"/>
                      <a:pt x="4123" y="12714"/>
                      <a:pt x="4129" y="12701"/>
                    </a:cubicBezTo>
                    <a:close/>
                    <a:moveTo>
                      <a:pt x="4171" y="12610"/>
                    </a:moveTo>
                    <a:lnTo>
                      <a:pt x="4171" y="12610"/>
                    </a:lnTo>
                    <a:cubicBezTo>
                      <a:pt x="4177" y="12598"/>
                      <a:pt x="4191" y="12592"/>
                      <a:pt x="4204" y="12597"/>
                    </a:cubicBezTo>
                    <a:cubicBezTo>
                      <a:pt x="4217" y="12603"/>
                      <a:pt x="4223" y="12618"/>
                      <a:pt x="4217" y="12630"/>
                    </a:cubicBezTo>
                    <a:lnTo>
                      <a:pt x="4217" y="12630"/>
                    </a:lnTo>
                    <a:cubicBezTo>
                      <a:pt x="4211" y="12643"/>
                      <a:pt x="4197" y="12649"/>
                      <a:pt x="4184" y="12643"/>
                    </a:cubicBezTo>
                    <a:cubicBezTo>
                      <a:pt x="4171" y="12638"/>
                      <a:pt x="4166" y="12623"/>
                      <a:pt x="4171" y="12610"/>
                    </a:cubicBezTo>
                    <a:close/>
                    <a:moveTo>
                      <a:pt x="4213" y="12520"/>
                    </a:moveTo>
                    <a:lnTo>
                      <a:pt x="4213" y="12520"/>
                    </a:lnTo>
                    <a:cubicBezTo>
                      <a:pt x="4219" y="12507"/>
                      <a:pt x="4234" y="12501"/>
                      <a:pt x="4246" y="12507"/>
                    </a:cubicBezTo>
                    <a:cubicBezTo>
                      <a:pt x="4259" y="12512"/>
                      <a:pt x="4265" y="12527"/>
                      <a:pt x="4259" y="12540"/>
                    </a:cubicBezTo>
                    <a:lnTo>
                      <a:pt x="4259" y="12540"/>
                    </a:lnTo>
                    <a:cubicBezTo>
                      <a:pt x="4254" y="12552"/>
                      <a:pt x="4239" y="12558"/>
                      <a:pt x="4226" y="12553"/>
                    </a:cubicBezTo>
                    <a:cubicBezTo>
                      <a:pt x="4214" y="12547"/>
                      <a:pt x="4208" y="12532"/>
                      <a:pt x="4213" y="12520"/>
                    </a:cubicBezTo>
                    <a:close/>
                    <a:moveTo>
                      <a:pt x="4256" y="12429"/>
                    </a:moveTo>
                    <a:lnTo>
                      <a:pt x="4256" y="12429"/>
                    </a:lnTo>
                    <a:cubicBezTo>
                      <a:pt x="4261" y="12416"/>
                      <a:pt x="4276" y="12410"/>
                      <a:pt x="4288" y="12416"/>
                    </a:cubicBezTo>
                    <a:cubicBezTo>
                      <a:pt x="4301" y="12422"/>
                      <a:pt x="4307" y="12436"/>
                      <a:pt x="4301" y="12449"/>
                    </a:cubicBezTo>
                    <a:lnTo>
                      <a:pt x="4301" y="12449"/>
                    </a:lnTo>
                    <a:cubicBezTo>
                      <a:pt x="4296" y="12462"/>
                      <a:pt x="4281" y="12467"/>
                      <a:pt x="4268" y="12462"/>
                    </a:cubicBezTo>
                    <a:cubicBezTo>
                      <a:pt x="4256" y="12456"/>
                      <a:pt x="4250" y="12442"/>
                      <a:pt x="4256" y="12429"/>
                    </a:cubicBezTo>
                    <a:close/>
                    <a:moveTo>
                      <a:pt x="4298" y="12338"/>
                    </a:moveTo>
                    <a:lnTo>
                      <a:pt x="4298" y="12338"/>
                    </a:lnTo>
                    <a:cubicBezTo>
                      <a:pt x="4303" y="12325"/>
                      <a:pt x="4318" y="12320"/>
                      <a:pt x="4331" y="12325"/>
                    </a:cubicBezTo>
                    <a:cubicBezTo>
                      <a:pt x="4343" y="12331"/>
                      <a:pt x="4349" y="12346"/>
                      <a:pt x="4343" y="12358"/>
                    </a:cubicBezTo>
                    <a:lnTo>
                      <a:pt x="4343" y="12358"/>
                    </a:lnTo>
                    <a:cubicBezTo>
                      <a:pt x="4338" y="12371"/>
                      <a:pt x="4323" y="12377"/>
                      <a:pt x="4311" y="12371"/>
                    </a:cubicBezTo>
                    <a:cubicBezTo>
                      <a:pt x="4298" y="12366"/>
                      <a:pt x="4292" y="12351"/>
                      <a:pt x="4298" y="12338"/>
                    </a:cubicBezTo>
                    <a:close/>
                    <a:moveTo>
                      <a:pt x="4340" y="12247"/>
                    </a:moveTo>
                    <a:lnTo>
                      <a:pt x="4340" y="12247"/>
                    </a:lnTo>
                    <a:cubicBezTo>
                      <a:pt x="4345" y="12235"/>
                      <a:pt x="4360" y="12229"/>
                      <a:pt x="4373" y="12235"/>
                    </a:cubicBezTo>
                    <a:cubicBezTo>
                      <a:pt x="4385" y="12240"/>
                      <a:pt x="4391" y="12255"/>
                      <a:pt x="4386" y="12267"/>
                    </a:cubicBezTo>
                    <a:lnTo>
                      <a:pt x="4386" y="12267"/>
                    </a:lnTo>
                    <a:cubicBezTo>
                      <a:pt x="4380" y="12280"/>
                      <a:pt x="4365" y="12286"/>
                      <a:pt x="4353" y="12280"/>
                    </a:cubicBezTo>
                    <a:cubicBezTo>
                      <a:pt x="4340" y="12275"/>
                      <a:pt x="4334" y="12260"/>
                      <a:pt x="4340" y="12247"/>
                    </a:cubicBezTo>
                    <a:close/>
                    <a:moveTo>
                      <a:pt x="4382" y="12157"/>
                    </a:moveTo>
                    <a:lnTo>
                      <a:pt x="4382" y="12157"/>
                    </a:lnTo>
                    <a:cubicBezTo>
                      <a:pt x="4388" y="12144"/>
                      <a:pt x="4402" y="12138"/>
                      <a:pt x="4415" y="12144"/>
                    </a:cubicBezTo>
                    <a:cubicBezTo>
                      <a:pt x="4428" y="12149"/>
                      <a:pt x="4433" y="12164"/>
                      <a:pt x="4428" y="12177"/>
                    </a:cubicBezTo>
                    <a:lnTo>
                      <a:pt x="4428" y="12177"/>
                    </a:lnTo>
                    <a:cubicBezTo>
                      <a:pt x="4422" y="12189"/>
                      <a:pt x="4408" y="12195"/>
                      <a:pt x="4395" y="12190"/>
                    </a:cubicBezTo>
                    <a:cubicBezTo>
                      <a:pt x="4382" y="12184"/>
                      <a:pt x="4376" y="12169"/>
                      <a:pt x="4382" y="12157"/>
                    </a:cubicBezTo>
                    <a:close/>
                    <a:moveTo>
                      <a:pt x="4424" y="12066"/>
                    </a:moveTo>
                    <a:lnTo>
                      <a:pt x="4424" y="12066"/>
                    </a:lnTo>
                    <a:cubicBezTo>
                      <a:pt x="4430" y="12053"/>
                      <a:pt x="4444" y="12048"/>
                      <a:pt x="4457" y="12053"/>
                    </a:cubicBezTo>
                    <a:cubicBezTo>
                      <a:pt x="4470" y="12059"/>
                      <a:pt x="4476" y="12073"/>
                      <a:pt x="4470" y="12086"/>
                    </a:cubicBezTo>
                    <a:lnTo>
                      <a:pt x="4470" y="12086"/>
                    </a:lnTo>
                    <a:cubicBezTo>
                      <a:pt x="4464" y="12099"/>
                      <a:pt x="4450" y="12104"/>
                      <a:pt x="4437" y="12099"/>
                    </a:cubicBezTo>
                    <a:cubicBezTo>
                      <a:pt x="4424" y="12093"/>
                      <a:pt x="4419" y="12079"/>
                      <a:pt x="4424" y="12066"/>
                    </a:cubicBezTo>
                    <a:close/>
                    <a:moveTo>
                      <a:pt x="4466" y="11975"/>
                    </a:moveTo>
                    <a:lnTo>
                      <a:pt x="4466" y="11975"/>
                    </a:lnTo>
                    <a:cubicBezTo>
                      <a:pt x="4472" y="11963"/>
                      <a:pt x="4487" y="11957"/>
                      <a:pt x="4499" y="11962"/>
                    </a:cubicBezTo>
                    <a:cubicBezTo>
                      <a:pt x="4512" y="11968"/>
                      <a:pt x="4518" y="11983"/>
                      <a:pt x="4512" y="11995"/>
                    </a:cubicBezTo>
                    <a:lnTo>
                      <a:pt x="4512" y="11995"/>
                    </a:lnTo>
                    <a:cubicBezTo>
                      <a:pt x="4507" y="12008"/>
                      <a:pt x="4492" y="12014"/>
                      <a:pt x="4479" y="12008"/>
                    </a:cubicBezTo>
                    <a:cubicBezTo>
                      <a:pt x="4467" y="12003"/>
                      <a:pt x="4461" y="11988"/>
                      <a:pt x="4466" y="11975"/>
                    </a:cubicBezTo>
                    <a:close/>
                    <a:moveTo>
                      <a:pt x="4508" y="11885"/>
                    </a:moveTo>
                    <a:lnTo>
                      <a:pt x="4509" y="11884"/>
                    </a:lnTo>
                    <a:cubicBezTo>
                      <a:pt x="4514" y="11872"/>
                      <a:pt x="4529" y="11866"/>
                      <a:pt x="4541" y="11872"/>
                    </a:cubicBezTo>
                    <a:cubicBezTo>
                      <a:pt x="4554" y="11877"/>
                      <a:pt x="4560" y="11892"/>
                      <a:pt x="4554" y="11905"/>
                    </a:cubicBezTo>
                    <a:lnTo>
                      <a:pt x="4554" y="11905"/>
                    </a:lnTo>
                    <a:cubicBezTo>
                      <a:pt x="4549" y="11917"/>
                      <a:pt x="4534" y="11923"/>
                      <a:pt x="4521" y="11917"/>
                    </a:cubicBezTo>
                    <a:cubicBezTo>
                      <a:pt x="4509" y="11912"/>
                      <a:pt x="4503" y="11897"/>
                      <a:pt x="4508" y="11885"/>
                    </a:cubicBezTo>
                    <a:close/>
                    <a:moveTo>
                      <a:pt x="4551" y="11794"/>
                    </a:moveTo>
                    <a:lnTo>
                      <a:pt x="4551" y="11794"/>
                    </a:lnTo>
                    <a:cubicBezTo>
                      <a:pt x="4556" y="11781"/>
                      <a:pt x="4571" y="11775"/>
                      <a:pt x="4584" y="11781"/>
                    </a:cubicBezTo>
                    <a:cubicBezTo>
                      <a:pt x="4596" y="11786"/>
                      <a:pt x="4602" y="11801"/>
                      <a:pt x="4596" y="11814"/>
                    </a:cubicBezTo>
                    <a:lnTo>
                      <a:pt x="4596" y="11814"/>
                    </a:lnTo>
                    <a:cubicBezTo>
                      <a:pt x="4591" y="11826"/>
                      <a:pt x="4576" y="11832"/>
                      <a:pt x="4564" y="11827"/>
                    </a:cubicBezTo>
                    <a:cubicBezTo>
                      <a:pt x="4551" y="11821"/>
                      <a:pt x="4545" y="11806"/>
                      <a:pt x="4551" y="11794"/>
                    </a:cubicBezTo>
                    <a:close/>
                    <a:moveTo>
                      <a:pt x="4593" y="11703"/>
                    </a:moveTo>
                    <a:lnTo>
                      <a:pt x="4593" y="11703"/>
                    </a:lnTo>
                    <a:cubicBezTo>
                      <a:pt x="4598" y="11690"/>
                      <a:pt x="4613" y="11685"/>
                      <a:pt x="4626" y="11690"/>
                    </a:cubicBezTo>
                    <a:cubicBezTo>
                      <a:pt x="4638" y="11696"/>
                      <a:pt x="4644" y="11710"/>
                      <a:pt x="4639" y="11723"/>
                    </a:cubicBezTo>
                    <a:lnTo>
                      <a:pt x="4639" y="11723"/>
                    </a:lnTo>
                    <a:cubicBezTo>
                      <a:pt x="4633" y="11736"/>
                      <a:pt x="4618" y="11742"/>
                      <a:pt x="4606" y="11736"/>
                    </a:cubicBezTo>
                    <a:cubicBezTo>
                      <a:pt x="4593" y="11730"/>
                      <a:pt x="4587" y="11716"/>
                      <a:pt x="4593" y="11703"/>
                    </a:cubicBezTo>
                    <a:close/>
                    <a:moveTo>
                      <a:pt x="4635" y="11612"/>
                    </a:moveTo>
                    <a:lnTo>
                      <a:pt x="4635" y="11612"/>
                    </a:lnTo>
                    <a:cubicBezTo>
                      <a:pt x="4641" y="11600"/>
                      <a:pt x="4655" y="11594"/>
                      <a:pt x="4668" y="11599"/>
                    </a:cubicBezTo>
                    <a:cubicBezTo>
                      <a:pt x="4681" y="11605"/>
                      <a:pt x="4686" y="11620"/>
                      <a:pt x="4681" y="11632"/>
                    </a:cubicBezTo>
                    <a:lnTo>
                      <a:pt x="4681" y="11632"/>
                    </a:lnTo>
                    <a:cubicBezTo>
                      <a:pt x="4675" y="11645"/>
                      <a:pt x="4661" y="11651"/>
                      <a:pt x="4648" y="11645"/>
                    </a:cubicBezTo>
                    <a:cubicBezTo>
                      <a:pt x="4635" y="11640"/>
                      <a:pt x="4629" y="11625"/>
                      <a:pt x="4635" y="11612"/>
                    </a:cubicBezTo>
                    <a:close/>
                    <a:moveTo>
                      <a:pt x="4677" y="11522"/>
                    </a:moveTo>
                    <a:lnTo>
                      <a:pt x="4677" y="11522"/>
                    </a:lnTo>
                    <a:cubicBezTo>
                      <a:pt x="4683" y="11509"/>
                      <a:pt x="4697" y="11503"/>
                      <a:pt x="4710" y="11509"/>
                    </a:cubicBezTo>
                    <a:cubicBezTo>
                      <a:pt x="4723" y="11514"/>
                      <a:pt x="4729" y="11529"/>
                      <a:pt x="4723" y="11542"/>
                    </a:cubicBezTo>
                    <a:lnTo>
                      <a:pt x="4723" y="11542"/>
                    </a:lnTo>
                    <a:cubicBezTo>
                      <a:pt x="4717" y="11554"/>
                      <a:pt x="4703" y="11560"/>
                      <a:pt x="4690" y="11555"/>
                    </a:cubicBezTo>
                    <a:cubicBezTo>
                      <a:pt x="4677" y="11549"/>
                      <a:pt x="4672" y="11534"/>
                      <a:pt x="4677" y="11522"/>
                    </a:cubicBezTo>
                    <a:close/>
                    <a:moveTo>
                      <a:pt x="4719" y="11431"/>
                    </a:moveTo>
                    <a:lnTo>
                      <a:pt x="4719" y="11431"/>
                    </a:lnTo>
                    <a:cubicBezTo>
                      <a:pt x="4725" y="11418"/>
                      <a:pt x="4740" y="11412"/>
                      <a:pt x="4752" y="11418"/>
                    </a:cubicBezTo>
                    <a:cubicBezTo>
                      <a:pt x="4765" y="11423"/>
                      <a:pt x="4771" y="11438"/>
                      <a:pt x="4765" y="11451"/>
                    </a:cubicBezTo>
                    <a:lnTo>
                      <a:pt x="4765" y="11451"/>
                    </a:lnTo>
                    <a:cubicBezTo>
                      <a:pt x="4760" y="11464"/>
                      <a:pt x="4745" y="11469"/>
                      <a:pt x="4732" y="11464"/>
                    </a:cubicBezTo>
                    <a:cubicBezTo>
                      <a:pt x="4720" y="11458"/>
                      <a:pt x="4714" y="11443"/>
                      <a:pt x="4719" y="11431"/>
                    </a:cubicBezTo>
                    <a:close/>
                    <a:moveTo>
                      <a:pt x="4761" y="11340"/>
                    </a:moveTo>
                    <a:lnTo>
                      <a:pt x="4762" y="11340"/>
                    </a:lnTo>
                    <a:cubicBezTo>
                      <a:pt x="4767" y="11327"/>
                      <a:pt x="4782" y="11322"/>
                      <a:pt x="4794" y="11327"/>
                    </a:cubicBezTo>
                    <a:cubicBezTo>
                      <a:pt x="4807" y="11333"/>
                      <a:pt x="4813" y="11347"/>
                      <a:pt x="4807" y="11360"/>
                    </a:cubicBezTo>
                    <a:lnTo>
                      <a:pt x="4807" y="11360"/>
                    </a:lnTo>
                    <a:cubicBezTo>
                      <a:pt x="4802" y="11373"/>
                      <a:pt x="4787" y="11379"/>
                      <a:pt x="4774" y="11373"/>
                    </a:cubicBezTo>
                    <a:cubicBezTo>
                      <a:pt x="4762" y="11368"/>
                      <a:pt x="4756" y="11353"/>
                      <a:pt x="4761" y="11340"/>
                    </a:cubicBezTo>
                    <a:close/>
                    <a:moveTo>
                      <a:pt x="4804" y="11249"/>
                    </a:moveTo>
                    <a:lnTo>
                      <a:pt x="4804" y="11249"/>
                    </a:lnTo>
                    <a:cubicBezTo>
                      <a:pt x="4809" y="11237"/>
                      <a:pt x="4824" y="11231"/>
                      <a:pt x="4837" y="11236"/>
                    </a:cubicBezTo>
                    <a:cubicBezTo>
                      <a:pt x="4849" y="11242"/>
                      <a:pt x="4855" y="11257"/>
                      <a:pt x="4849" y="11269"/>
                    </a:cubicBezTo>
                    <a:lnTo>
                      <a:pt x="4849" y="11269"/>
                    </a:lnTo>
                    <a:cubicBezTo>
                      <a:pt x="4844" y="11282"/>
                      <a:pt x="4829" y="11288"/>
                      <a:pt x="4817" y="11282"/>
                    </a:cubicBezTo>
                    <a:cubicBezTo>
                      <a:pt x="4804" y="11277"/>
                      <a:pt x="4798" y="11262"/>
                      <a:pt x="4804" y="11249"/>
                    </a:cubicBezTo>
                    <a:close/>
                    <a:moveTo>
                      <a:pt x="4846" y="11159"/>
                    </a:moveTo>
                    <a:lnTo>
                      <a:pt x="4846" y="11159"/>
                    </a:lnTo>
                    <a:cubicBezTo>
                      <a:pt x="4851" y="11146"/>
                      <a:pt x="4866" y="11140"/>
                      <a:pt x="4879" y="11146"/>
                    </a:cubicBezTo>
                    <a:cubicBezTo>
                      <a:pt x="4891" y="11151"/>
                      <a:pt x="4897" y="11166"/>
                      <a:pt x="4892" y="11179"/>
                    </a:cubicBezTo>
                    <a:lnTo>
                      <a:pt x="4892" y="11179"/>
                    </a:lnTo>
                    <a:cubicBezTo>
                      <a:pt x="4886" y="11191"/>
                      <a:pt x="4871" y="11197"/>
                      <a:pt x="4859" y="11192"/>
                    </a:cubicBezTo>
                    <a:cubicBezTo>
                      <a:pt x="4846" y="11186"/>
                      <a:pt x="4840" y="11171"/>
                      <a:pt x="4846" y="11159"/>
                    </a:cubicBezTo>
                    <a:close/>
                    <a:moveTo>
                      <a:pt x="4888" y="11068"/>
                    </a:moveTo>
                    <a:lnTo>
                      <a:pt x="4888" y="11068"/>
                    </a:lnTo>
                    <a:cubicBezTo>
                      <a:pt x="4894" y="11055"/>
                      <a:pt x="4908" y="11049"/>
                      <a:pt x="4921" y="11055"/>
                    </a:cubicBezTo>
                    <a:cubicBezTo>
                      <a:pt x="4934" y="11061"/>
                      <a:pt x="4939" y="11075"/>
                      <a:pt x="4934" y="11088"/>
                    </a:cubicBezTo>
                    <a:lnTo>
                      <a:pt x="4934" y="11088"/>
                    </a:lnTo>
                    <a:cubicBezTo>
                      <a:pt x="4928" y="11101"/>
                      <a:pt x="4914" y="11106"/>
                      <a:pt x="4901" y="11101"/>
                    </a:cubicBezTo>
                    <a:cubicBezTo>
                      <a:pt x="4888" y="11095"/>
                      <a:pt x="4882" y="11081"/>
                      <a:pt x="4888" y="11068"/>
                    </a:cubicBezTo>
                    <a:close/>
                    <a:moveTo>
                      <a:pt x="4930" y="10977"/>
                    </a:moveTo>
                    <a:lnTo>
                      <a:pt x="4930" y="10977"/>
                    </a:lnTo>
                    <a:cubicBezTo>
                      <a:pt x="4936" y="10964"/>
                      <a:pt x="4950" y="10959"/>
                      <a:pt x="4963" y="10964"/>
                    </a:cubicBezTo>
                    <a:cubicBezTo>
                      <a:pt x="4976" y="10970"/>
                      <a:pt x="4982" y="10985"/>
                      <a:pt x="4976" y="10997"/>
                    </a:cubicBezTo>
                    <a:lnTo>
                      <a:pt x="4976" y="10997"/>
                    </a:lnTo>
                    <a:cubicBezTo>
                      <a:pt x="4970" y="11010"/>
                      <a:pt x="4956" y="11016"/>
                      <a:pt x="4943" y="11010"/>
                    </a:cubicBezTo>
                    <a:cubicBezTo>
                      <a:pt x="4930" y="11005"/>
                      <a:pt x="4925" y="10990"/>
                      <a:pt x="4930" y="10977"/>
                    </a:cubicBezTo>
                    <a:close/>
                    <a:moveTo>
                      <a:pt x="4972" y="10886"/>
                    </a:moveTo>
                    <a:lnTo>
                      <a:pt x="4972" y="10886"/>
                    </a:lnTo>
                    <a:cubicBezTo>
                      <a:pt x="4978" y="10874"/>
                      <a:pt x="4993" y="10868"/>
                      <a:pt x="5005" y="10874"/>
                    </a:cubicBezTo>
                    <a:cubicBezTo>
                      <a:pt x="5018" y="10879"/>
                      <a:pt x="5024" y="10894"/>
                      <a:pt x="5018" y="10906"/>
                    </a:cubicBezTo>
                    <a:lnTo>
                      <a:pt x="5018" y="10906"/>
                    </a:lnTo>
                    <a:cubicBezTo>
                      <a:pt x="5013" y="10919"/>
                      <a:pt x="4998" y="10925"/>
                      <a:pt x="4985" y="10919"/>
                    </a:cubicBezTo>
                    <a:cubicBezTo>
                      <a:pt x="4973" y="10914"/>
                      <a:pt x="4967" y="10899"/>
                      <a:pt x="4972" y="10886"/>
                    </a:cubicBezTo>
                    <a:close/>
                    <a:moveTo>
                      <a:pt x="5014" y="10796"/>
                    </a:moveTo>
                    <a:lnTo>
                      <a:pt x="5014" y="10796"/>
                    </a:lnTo>
                    <a:cubicBezTo>
                      <a:pt x="5020" y="10783"/>
                      <a:pt x="5035" y="10777"/>
                      <a:pt x="5047" y="10783"/>
                    </a:cubicBezTo>
                    <a:cubicBezTo>
                      <a:pt x="5060" y="10788"/>
                      <a:pt x="5066" y="10803"/>
                      <a:pt x="5060" y="10816"/>
                    </a:cubicBezTo>
                    <a:lnTo>
                      <a:pt x="5060" y="10816"/>
                    </a:lnTo>
                    <a:cubicBezTo>
                      <a:pt x="5055" y="10828"/>
                      <a:pt x="5040" y="10834"/>
                      <a:pt x="5027" y="10829"/>
                    </a:cubicBezTo>
                    <a:cubicBezTo>
                      <a:pt x="5015" y="10823"/>
                      <a:pt x="5009" y="10808"/>
                      <a:pt x="5014" y="10796"/>
                    </a:cubicBezTo>
                    <a:close/>
                    <a:moveTo>
                      <a:pt x="5057" y="10705"/>
                    </a:moveTo>
                    <a:lnTo>
                      <a:pt x="5057" y="10705"/>
                    </a:lnTo>
                    <a:cubicBezTo>
                      <a:pt x="5062" y="10692"/>
                      <a:pt x="5077" y="10687"/>
                      <a:pt x="5090" y="10692"/>
                    </a:cubicBezTo>
                    <a:cubicBezTo>
                      <a:pt x="5102" y="10698"/>
                      <a:pt x="5108" y="10712"/>
                      <a:pt x="5102" y="10725"/>
                    </a:cubicBezTo>
                    <a:lnTo>
                      <a:pt x="5102" y="10725"/>
                    </a:lnTo>
                    <a:cubicBezTo>
                      <a:pt x="5097" y="10738"/>
                      <a:pt x="5082" y="10743"/>
                      <a:pt x="5070" y="10738"/>
                    </a:cubicBezTo>
                    <a:cubicBezTo>
                      <a:pt x="5057" y="10732"/>
                      <a:pt x="5051" y="10718"/>
                      <a:pt x="5057" y="10705"/>
                    </a:cubicBezTo>
                    <a:close/>
                    <a:moveTo>
                      <a:pt x="5099" y="10614"/>
                    </a:moveTo>
                    <a:lnTo>
                      <a:pt x="5099" y="10614"/>
                    </a:lnTo>
                    <a:cubicBezTo>
                      <a:pt x="5104" y="10602"/>
                      <a:pt x="5119" y="10596"/>
                      <a:pt x="5132" y="10601"/>
                    </a:cubicBezTo>
                    <a:cubicBezTo>
                      <a:pt x="5144" y="10607"/>
                      <a:pt x="5150" y="10622"/>
                      <a:pt x="5145" y="10634"/>
                    </a:cubicBezTo>
                    <a:lnTo>
                      <a:pt x="5145" y="10634"/>
                    </a:lnTo>
                    <a:cubicBezTo>
                      <a:pt x="5139" y="10647"/>
                      <a:pt x="5124" y="10653"/>
                      <a:pt x="5112" y="10647"/>
                    </a:cubicBezTo>
                    <a:cubicBezTo>
                      <a:pt x="5099" y="10642"/>
                      <a:pt x="5093" y="10627"/>
                      <a:pt x="5099" y="10614"/>
                    </a:cubicBezTo>
                    <a:close/>
                    <a:moveTo>
                      <a:pt x="5141" y="10524"/>
                    </a:moveTo>
                    <a:lnTo>
                      <a:pt x="5141" y="10523"/>
                    </a:lnTo>
                    <a:cubicBezTo>
                      <a:pt x="5147" y="10511"/>
                      <a:pt x="5161" y="10505"/>
                      <a:pt x="5174" y="10511"/>
                    </a:cubicBezTo>
                    <a:cubicBezTo>
                      <a:pt x="5187" y="10516"/>
                      <a:pt x="5192" y="10531"/>
                      <a:pt x="5187" y="10544"/>
                    </a:cubicBezTo>
                    <a:lnTo>
                      <a:pt x="5187" y="10544"/>
                    </a:lnTo>
                    <a:cubicBezTo>
                      <a:pt x="5181" y="10556"/>
                      <a:pt x="5167" y="10562"/>
                      <a:pt x="5154" y="10556"/>
                    </a:cubicBezTo>
                    <a:cubicBezTo>
                      <a:pt x="5141" y="10551"/>
                      <a:pt x="5135" y="10536"/>
                      <a:pt x="5141" y="10524"/>
                    </a:cubicBezTo>
                    <a:close/>
                    <a:moveTo>
                      <a:pt x="5183" y="10433"/>
                    </a:moveTo>
                    <a:lnTo>
                      <a:pt x="5183" y="10433"/>
                    </a:lnTo>
                    <a:cubicBezTo>
                      <a:pt x="5189" y="10420"/>
                      <a:pt x="5203" y="10414"/>
                      <a:pt x="5216" y="10420"/>
                    </a:cubicBezTo>
                    <a:cubicBezTo>
                      <a:pt x="5229" y="10425"/>
                      <a:pt x="5234" y="10440"/>
                      <a:pt x="5229" y="10453"/>
                    </a:cubicBezTo>
                    <a:lnTo>
                      <a:pt x="5229" y="10453"/>
                    </a:lnTo>
                    <a:cubicBezTo>
                      <a:pt x="5223" y="10465"/>
                      <a:pt x="5209" y="10471"/>
                      <a:pt x="5196" y="10466"/>
                    </a:cubicBezTo>
                    <a:cubicBezTo>
                      <a:pt x="5183" y="10460"/>
                      <a:pt x="5178" y="10445"/>
                      <a:pt x="5183" y="10433"/>
                    </a:cubicBezTo>
                    <a:close/>
                    <a:moveTo>
                      <a:pt x="5225" y="10342"/>
                    </a:moveTo>
                    <a:lnTo>
                      <a:pt x="5225" y="10342"/>
                    </a:lnTo>
                    <a:cubicBezTo>
                      <a:pt x="5231" y="10329"/>
                      <a:pt x="5246" y="10324"/>
                      <a:pt x="5258" y="10329"/>
                    </a:cubicBezTo>
                    <a:cubicBezTo>
                      <a:pt x="5271" y="10335"/>
                      <a:pt x="5277" y="10349"/>
                      <a:pt x="5271" y="10362"/>
                    </a:cubicBezTo>
                    <a:lnTo>
                      <a:pt x="5271" y="10362"/>
                    </a:lnTo>
                    <a:cubicBezTo>
                      <a:pt x="5266" y="10375"/>
                      <a:pt x="5251" y="10381"/>
                      <a:pt x="5238" y="10375"/>
                    </a:cubicBezTo>
                    <a:cubicBezTo>
                      <a:pt x="5226" y="10369"/>
                      <a:pt x="5220" y="10355"/>
                      <a:pt x="5225" y="10342"/>
                    </a:cubicBezTo>
                    <a:close/>
                    <a:moveTo>
                      <a:pt x="5267" y="10251"/>
                    </a:moveTo>
                    <a:lnTo>
                      <a:pt x="5267" y="10251"/>
                    </a:lnTo>
                    <a:cubicBezTo>
                      <a:pt x="5273" y="10239"/>
                      <a:pt x="5288" y="10233"/>
                      <a:pt x="5300" y="10238"/>
                    </a:cubicBezTo>
                    <a:cubicBezTo>
                      <a:pt x="5313" y="10244"/>
                      <a:pt x="5319" y="10259"/>
                      <a:pt x="5313" y="10271"/>
                    </a:cubicBezTo>
                    <a:lnTo>
                      <a:pt x="5313" y="10271"/>
                    </a:lnTo>
                    <a:cubicBezTo>
                      <a:pt x="5308" y="10284"/>
                      <a:pt x="5293" y="10290"/>
                      <a:pt x="5280" y="10284"/>
                    </a:cubicBezTo>
                    <a:cubicBezTo>
                      <a:pt x="5268" y="10279"/>
                      <a:pt x="5262" y="10264"/>
                      <a:pt x="5267" y="10251"/>
                    </a:cubicBezTo>
                    <a:close/>
                    <a:moveTo>
                      <a:pt x="5310" y="10161"/>
                    </a:moveTo>
                    <a:lnTo>
                      <a:pt x="5310" y="10161"/>
                    </a:lnTo>
                    <a:cubicBezTo>
                      <a:pt x="5315" y="10148"/>
                      <a:pt x="5330" y="10142"/>
                      <a:pt x="5343" y="10148"/>
                    </a:cubicBezTo>
                    <a:cubicBezTo>
                      <a:pt x="5355" y="10153"/>
                      <a:pt x="5361" y="10168"/>
                      <a:pt x="5355" y="10181"/>
                    </a:cubicBezTo>
                    <a:lnTo>
                      <a:pt x="5355" y="10181"/>
                    </a:lnTo>
                    <a:cubicBezTo>
                      <a:pt x="5350" y="10193"/>
                      <a:pt x="5335" y="10199"/>
                      <a:pt x="5323" y="10194"/>
                    </a:cubicBezTo>
                    <a:cubicBezTo>
                      <a:pt x="5310" y="10188"/>
                      <a:pt x="5304" y="10173"/>
                      <a:pt x="5310" y="10161"/>
                    </a:cubicBezTo>
                    <a:close/>
                    <a:moveTo>
                      <a:pt x="5352" y="10070"/>
                    </a:moveTo>
                    <a:lnTo>
                      <a:pt x="5352" y="10070"/>
                    </a:lnTo>
                    <a:cubicBezTo>
                      <a:pt x="5357" y="10057"/>
                      <a:pt x="5372" y="10051"/>
                      <a:pt x="5385" y="10057"/>
                    </a:cubicBezTo>
                    <a:cubicBezTo>
                      <a:pt x="5397" y="10062"/>
                      <a:pt x="5403" y="10077"/>
                      <a:pt x="5398" y="10090"/>
                    </a:cubicBezTo>
                    <a:lnTo>
                      <a:pt x="5398" y="10090"/>
                    </a:lnTo>
                    <a:cubicBezTo>
                      <a:pt x="5392" y="10103"/>
                      <a:pt x="5377" y="10108"/>
                      <a:pt x="5365" y="10103"/>
                    </a:cubicBezTo>
                    <a:cubicBezTo>
                      <a:pt x="5352" y="10097"/>
                      <a:pt x="5346" y="10083"/>
                      <a:pt x="5352" y="10070"/>
                    </a:cubicBezTo>
                    <a:close/>
                    <a:moveTo>
                      <a:pt x="5394" y="9979"/>
                    </a:moveTo>
                    <a:lnTo>
                      <a:pt x="5394" y="9979"/>
                    </a:lnTo>
                    <a:cubicBezTo>
                      <a:pt x="5400" y="9966"/>
                      <a:pt x="5414" y="9961"/>
                      <a:pt x="5427" y="9966"/>
                    </a:cubicBezTo>
                    <a:cubicBezTo>
                      <a:pt x="5440" y="9972"/>
                      <a:pt x="5445" y="9986"/>
                      <a:pt x="5440" y="9999"/>
                    </a:cubicBezTo>
                    <a:lnTo>
                      <a:pt x="5440" y="9999"/>
                    </a:lnTo>
                    <a:cubicBezTo>
                      <a:pt x="5434" y="10012"/>
                      <a:pt x="5420" y="10018"/>
                      <a:pt x="5407" y="10012"/>
                    </a:cubicBezTo>
                    <a:cubicBezTo>
                      <a:pt x="5394" y="10007"/>
                      <a:pt x="5388" y="9992"/>
                      <a:pt x="5394" y="9979"/>
                    </a:cubicBezTo>
                    <a:close/>
                    <a:moveTo>
                      <a:pt x="5436" y="9888"/>
                    </a:moveTo>
                    <a:lnTo>
                      <a:pt x="5436" y="9888"/>
                    </a:lnTo>
                    <a:cubicBezTo>
                      <a:pt x="5442" y="9876"/>
                      <a:pt x="5456" y="9870"/>
                      <a:pt x="5469" y="9875"/>
                    </a:cubicBezTo>
                    <a:cubicBezTo>
                      <a:pt x="5482" y="9881"/>
                      <a:pt x="5487" y="9896"/>
                      <a:pt x="5482" y="9908"/>
                    </a:cubicBezTo>
                    <a:lnTo>
                      <a:pt x="5482" y="9908"/>
                    </a:lnTo>
                    <a:cubicBezTo>
                      <a:pt x="5476" y="9921"/>
                      <a:pt x="5462" y="9927"/>
                      <a:pt x="5449" y="9921"/>
                    </a:cubicBezTo>
                    <a:cubicBezTo>
                      <a:pt x="5436" y="9916"/>
                      <a:pt x="5431" y="9901"/>
                      <a:pt x="5436" y="9888"/>
                    </a:cubicBezTo>
                    <a:close/>
                    <a:moveTo>
                      <a:pt x="5478" y="9798"/>
                    </a:moveTo>
                    <a:lnTo>
                      <a:pt x="5478" y="9798"/>
                    </a:lnTo>
                    <a:cubicBezTo>
                      <a:pt x="5484" y="9785"/>
                      <a:pt x="5499" y="9779"/>
                      <a:pt x="5511" y="9785"/>
                    </a:cubicBezTo>
                    <a:cubicBezTo>
                      <a:pt x="5524" y="9790"/>
                      <a:pt x="5530" y="9805"/>
                      <a:pt x="5524" y="9818"/>
                    </a:cubicBezTo>
                    <a:lnTo>
                      <a:pt x="5524" y="9818"/>
                    </a:lnTo>
                    <a:cubicBezTo>
                      <a:pt x="5519" y="9830"/>
                      <a:pt x="5504" y="9836"/>
                      <a:pt x="5491" y="9831"/>
                    </a:cubicBezTo>
                    <a:cubicBezTo>
                      <a:pt x="5479" y="9825"/>
                      <a:pt x="5473" y="9810"/>
                      <a:pt x="5478" y="9798"/>
                    </a:cubicBezTo>
                    <a:close/>
                    <a:moveTo>
                      <a:pt x="5520" y="9707"/>
                    </a:moveTo>
                    <a:lnTo>
                      <a:pt x="5520" y="9707"/>
                    </a:lnTo>
                    <a:cubicBezTo>
                      <a:pt x="5526" y="9694"/>
                      <a:pt x="5541" y="9688"/>
                      <a:pt x="5553" y="9694"/>
                    </a:cubicBezTo>
                    <a:cubicBezTo>
                      <a:pt x="5566" y="9700"/>
                      <a:pt x="5572" y="9714"/>
                      <a:pt x="5566" y="9727"/>
                    </a:cubicBezTo>
                    <a:lnTo>
                      <a:pt x="5566" y="9727"/>
                    </a:lnTo>
                    <a:cubicBezTo>
                      <a:pt x="5561" y="9740"/>
                      <a:pt x="5546" y="9745"/>
                      <a:pt x="5533" y="9740"/>
                    </a:cubicBezTo>
                    <a:cubicBezTo>
                      <a:pt x="5521" y="9734"/>
                      <a:pt x="5515" y="9720"/>
                      <a:pt x="5520" y="9707"/>
                    </a:cubicBezTo>
                    <a:close/>
                    <a:moveTo>
                      <a:pt x="5563" y="9616"/>
                    </a:moveTo>
                    <a:lnTo>
                      <a:pt x="5563" y="9616"/>
                    </a:lnTo>
                    <a:cubicBezTo>
                      <a:pt x="5568" y="9604"/>
                      <a:pt x="5583" y="9598"/>
                      <a:pt x="5596" y="9603"/>
                    </a:cubicBezTo>
                    <a:cubicBezTo>
                      <a:pt x="5608" y="9609"/>
                      <a:pt x="5614" y="9624"/>
                      <a:pt x="5608" y="9636"/>
                    </a:cubicBezTo>
                    <a:lnTo>
                      <a:pt x="5608" y="9636"/>
                    </a:lnTo>
                    <a:cubicBezTo>
                      <a:pt x="5603" y="9649"/>
                      <a:pt x="5588" y="9655"/>
                      <a:pt x="5576" y="9649"/>
                    </a:cubicBezTo>
                    <a:cubicBezTo>
                      <a:pt x="5563" y="9644"/>
                      <a:pt x="5557" y="9629"/>
                      <a:pt x="5563" y="9616"/>
                    </a:cubicBezTo>
                    <a:close/>
                    <a:moveTo>
                      <a:pt x="5605" y="9525"/>
                    </a:moveTo>
                    <a:lnTo>
                      <a:pt x="5605" y="9525"/>
                    </a:lnTo>
                    <a:cubicBezTo>
                      <a:pt x="5610" y="9513"/>
                      <a:pt x="5625" y="9507"/>
                      <a:pt x="5638" y="9513"/>
                    </a:cubicBezTo>
                    <a:cubicBezTo>
                      <a:pt x="5650" y="9518"/>
                      <a:pt x="5656" y="9533"/>
                      <a:pt x="5651" y="9545"/>
                    </a:cubicBezTo>
                    <a:lnTo>
                      <a:pt x="5651" y="9546"/>
                    </a:lnTo>
                    <a:cubicBezTo>
                      <a:pt x="5645" y="9558"/>
                      <a:pt x="5630" y="9564"/>
                      <a:pt x="5618" y="9558"/>
                    </a:cubicBezTo>
                    <a:cubicBezTo>
                      <a:pt x="5605" y="9553"/>
                      <a:pt x="5599" y="9538"/>
                      <a:pt x="5605" y="9525"/>
                    </a:cubicBezTo>
                    <a:close/>
                    <a:moveTo>
                      <a:pt x="5647" y="9435"/>
                    </a:moveTo>
                    <a:lnTo>
                      <a:pt x="5647" y="9435"/>
                    </a:lnTo>
                    <a:cubicBezTo>
                      <a:pt x="5653" y="9422"/>
                      <a:pt x="5667" y="9416"/>
                      <a:pt x="5680" y="9422"/>
                    </a:cubicBezTo>
                    <a:cubicBezTo>
                      <a:pt x="5693" y="9427"/>
                      <a:pt x="5698" y="9442"/>
                      <a:pt x="5693" y="9455"/>
                    </a:cubicBezTo>
                    <a:lnTo>
                      <a:pt x="5693" y="9455"/>
                    </a:lnTo>
                    <a:cubicBezTo>
                      <a:pt x="5687" y="9467"/>
                      <a:pt x="5672" y="9473"/>
                      <a:pt x="5660" y="9468"/>
                    </a:cubicBezTo>
                    <a:cubicBezTo>
                      <a:pt x="5647" y="9462"/>
                      <a:pt x="5641" y="9447"/>
                      <a:pt x="5647" y="9435"/>
                    </a:cubicBezTo>
                    <a:close/>
                    <a:moveTo>
                      <a:pt x="5689" y="9344"/>
                    </a:moveTo>
                    <a:lnTo>
                      <a:pt x="5689" y="9344"/>
                    </a:lnTo>
                    <a:cubicBezTo>
                      <a:pt x="5695" y="9331"/>
                      <a:pt x="5709" y="9326"/>
                      <a:pt x="5722" y="9331"/>
                    </a:cubicBezTo>
                    <a:cubicBezTo>
                      <a:pt x="5735" y="9337"/>
                      <a:pt x="5740" y="9351"/>
                      <a:pt x="5735" y="9364"/>
                    </a:cubicBezTo>
                    <a:lnTo>
                      <a:pt x="5735" y="9364"/>
                    </a:lnTo>
                    <a:cubicBezTo>
                      <a:pt x="5729" y="9377"/>
                      <a:pt x="5715" y="9382"/>
                      <a:pt x="5702" y="9377"/>
                    </a:cubicBezTo>
                    <a:cubicBezTo>
                      <a:pt x="5689" y="9371"/>
                      <a:pt x="5684" y="9357"/>
                      <a:pt x="5689" y="9344"/>
                    </a:cubicBezTo>
                    <a:close/>
                    <a:moveTo>
                      <a:pt x="5731" y="9253"/>
                    </a:moveTo>
                    <a:lnTo>
                      <a:pt x="5731" y="9253"/>
                    </a:lnTo>
                    <a:cubicBezTo>
                      <a:pt x="5737" y="9241"/>
                      <a:pt x="5752" y="9235"/>
                      <a:pt x="5764" y="9240"/>
                    </a:cubicBezTo>
                    <a:cubicBezTo>
                      <a:pt x="5777" y="9246"/>
                      <a:pt x="5783" y="9261"/>
                      <a:pt x="5777" y="9273"/>
                    </a:cubicBezTo>
                    <a:lnTo>
                      <a:pt x="5777" y="9273"/>
                    </a:lnTo>
                    <a:cubicBezTo>
                      <a:pt x="5772" y="9286"/>
                      <a:pt x="5757" y="9292"/>
                      <a:pt x="5744" y="9286"/>
                    </a:cubicBezTo>
                    <a:cubicBezTo>
                      <a:pt x="5732" y="9281"/>
                      <a:pt x="5726" y="9266"/>
                      <a:pt x="5731" y="9253"/>
                    </a:cubicBezTo>
                    <a:close/>
                    <a:moveTo>
                      <a:pt x="5773" y="9163"/>
                    </a:moveTo>
                    <a:lnTo>
                      <a:pt x="5773" y="9163"/>
                    </a:lnTo>
                    <a:cubicBezTo>
                      <a:pt x="5779" y="9150"/>
                      <a:pt x="5794" y="9144"/>
                      <a:pt x="5806" y="9150"/>
                    </a:cubicBezTo>
                    <a:cubicBezTo>
                      <a:pt x="5819" y="9155"/>
                      <a:pt x="5825" y="9170"/>
                      <a:pt x="5819" y="9183"/>
                    </a:cubicBezTo>
                    <a:lnTo>
                      <a:pt x="5819" y="9183"/>
                    </a:lnTo>
                    <a:cubicBezTo>
                      <a:pt x="5814" y="9195"/>
                      <a:pt x="5799" y="9201"/>
                      <a:pt x="5786" y="9195"/>
                    </a:cubicBezTo>
                    <a:cubicBezTo>
                      <a:pt x="5774" y="9190"/>
                      <a:pt x="5768" y="9175"/>
                      <a:pt x="5773" y="9163"/>
                    </a:cubicBezTo>
                    <a:close/>
                    <a:moveTo>
                      <a:pt x="5816" y="9072"/>
                    </a:moveTo>
                    <a:lnTo>
                      <a:pt x="5816" y="9072"/>
                    </a:lnTo>
                    <a:cubicBezTo>
                      <a:pt x="5821" y="9059"/>
                      <a:pt x="5836" y="9053"/>
                      <a:pt x="5849" y="9059"/>
                    </a:cubicBezTo>
                    <a:cubicBezTo>
                      <a:pt x="5861" y="9064"/>
                      <a:pt x="5867" y="9079"/>
                      <a:pt x="5861" y="9092"/>
                    </a:cubicBezTo>
                    <a:lnTo>
                      <a:pt x="5861" y="9092"/>
                    </a:lnTo>
                    <a:cubicBezTo>
                      <a:pt x="5856" y="9105"/>
                      <a:pt x="5841" y="9110"/>
                      <a:pt x="5829" y="9105"/>
                    </a:cubicBezTo>
                    <a:cubicBezTo>
                      <a:pt x="5816" y="9099"/>
                      <a:pt x="5810" y="9084"/>
                      <a:pt x="5816" y="9072"/>
                    </a:cubicBezTo>
                    <a:close/>
                    <a:moveTo>
                      <a:pt x="5858" y="8981"/>
                    </a:moveTo>
                    <a:lnTo>
                      <a:pt x="5858" y="8981"/>
                    </a:lnTo>
                    <a:cubicBezTo>
                      <a:pt x="5863" y="8968"/>
                      <a:pt x="5878" y="8963"/>
                      <a:pt x="5891" y="8968"/>
                    </a:cubicBezTo>
                    <a:cubicBezTo>
                      <a:pt x="5903" y="8974"/>
                      <a:pt x="5909" y="8988"/>
                      <a:pt x="5904" y="9001"/>
                    </a:cubicBezTo>
                    <a:lnTo>
                      <a:pt x="5904" y="9001"/>
                    </a:lnTo>
                    <a:cubicBezTo>
                      <a:pt x="5898" y="9014"/>
                      <a:pt x="5883" y="9020"/>
                      <a:pt x="5871" y="9014"/>
                    </a:cubicBezTo>
                    <a:cubicBezTo>
                      <a:pt x="5858" y="9009"/>
                      <a:pt x="5852" y="8994"/>
                      <a:pt x="5858" y="8981"/>
                    </a:cubicBezTo>
                    <a:close/>
                    <a:moveTo>
                      <a:pt x="5900" y="8890"/>
                    </a:moveTo>
                    <a:lnTo>
                      <a:pt x="5900" y="8890"/>
                    </a:lnTo>
                    <a:cubicBezTo>
                      <a:pt x="5906" y="8878"/>
                      <a:pt x="5920" y="8872"/>
                      <a:pt x="5933" y="8877"/>
                    </a:cubicBezTo>
                    <a:cubicBezTo>
                      <a:pt x="5946" y="8883"/>
                      <a:pt x="5951" y="8898"/>
                      <a:pt x="5946" y="8910"/>
                    </a:cubicBezTo>
                    <a:lnTo>
                      <a:pt x="5946" y="8910"/>
                    </a:lnTo>
                    <a:cubicBezTo>
                      <a:pt x="5940" y="8923"/>
                      <a:pt x="5925" y="8929"/>
                      <a:pt x="5913" y="8923"/>
                    </a:cubicBezTo>
                    <a:cubicBezTo>
                      <a:pt x="5900" y="8918"/>
                      <a:pt x="5894" y="8903"/>
                      <a:pt x="5900" y="8890"/>
                    </a:cubicBezTo>
                    <a:close/>
                    <a:moveTo>
                      <a:pt x="5942" y="8800"/>
                    </a:moveTo>
                    <a:lnTo>
                      <a:pt x="5942" y="8800"/>
                    </a:lnTo>
                    <a:cubicBezTo>
                      <a:pt x="5948" y="8787"/>
                      <a:pt x="5962" y="8781"/>
                      <a:pt x="5975" y="8787"/>
                    </a:cubicBezTo>
                    <a:cubicBezTo>
                      <a:pt x="5988" y="8792"/>
                      <a:pt x="5993" y="8807"/>
                      <a:pt x="5988" y="8820"/>
                    </a:cubicBezTo>
                    <a:lnTo>
                      <a:pt x="5988" y="8820"/>
                    </a:lnTo>
                    <a:cubicBezTo>
                      <a:pt x="5982" y="8832"/>
                      <a:pt x="5968" y="8838"/>
                      <a:pt x="5955" y="8833"/>
                    </a:cubicBezTo>
                    <a:cubicBezTo>
                      <a:pt x="5942" y="8827"/>
                      <a:pt x="5937" y="8812"/>
                      <a:pt x="5942" y="8800"/>
                    </a:cubicBezTo>
                    <a:close/>
                    <a:moveTo>
                      <a:pt x="5984" y="8709"/>
                    </a:moveTo>
                    <a:lnTo>
                      <a:pt x="5984" y="8709"/>
                    </a:lnTo>
                    <a:cubicBezTo>
                      <a:pt x="5990" y="8696"/>
                      <a:pt x="6005" y="8690"/>
                      <a:pt x="6017" y="8696"/>
                    </a:cubicBezTo>
                    <a:cubicBezTo>
                      <a:pt x="6030" y="8702"/>
                      <a:pt x="6036" y="8716"/>
                      <a:pt x="6030" y="8729"/>
                    </a:cubicBezTo>
                    <a:lnTo>
                      <a:pt x="6030" y="8729"/>
                    </a:lnTo>
                    <a:cubicBezTo>
                      <a:pt x="6025" y="8742"/>
                      <a:pt x="6010" y="8747"/>
                      <a:pt x="5997" y="8742"/>
                    </a:cubicBezTo>
                    <a:cubicBezTo>
                      <a:pt x="5985" y="8736"/>
                      <a:pt x="5979" y="8722"/>
                      <a:pt x="5984" y="8709"/>
                    </a:cubicBezTo>
                    <a:close/>
                    <a:moveTo>
                      <a:pt x="6026" y="8618"/>
                    </a:moveTo>
                    <a:lnTo>
                      <a:pt x="6026" y="8618"/>
                    </a:lnTo>
                    <a:cubicBezTo>
                      <a:pt x="6032" y="8606"/>
                      <a:pt x="6047" y="8600"/>
                      <a:pt x="6059" y="8605"/>
                    </a:cubicBezTo>
                    <a:cubicBezTo>
                      <a:pt x="6072" y="8611"/>
                      <a:pt x="6078" y="8626"/>
                      <a:pt x="6072" y="8638"/>
                    </a:cubicBezTo>
                    <a:lnTo>
                      <a:pt x="6072" y="8638"/>
                    </a:lnTo>
                    <a:cubicBezTo>
                      <a:pt x="6067" y="8651"/>
                      <a:pt x="6052" y="8657"/>
                      <a:pt x="6039" y="8651"/>
                    </a:cubicBezTo>
                    <a:cubicBezTo>
                      <a:pt x="6027" y="8646"/>
                      <a:pt x="6021" y="8631"/>
                      <a:pt x="6026" y="8618"/>
                    </a:cubicBezTo>
                    <a:close/>
                    <a:moveTo>
                      <a:pt x="6069" y="8527"/>
                    </a:moveTo>
                    <a:lnTo>
                      <a:pt x="6069" y="8527"/>
                    </a:lnTo>
                    <a:cubicBezTo>
                      <a:pt x="6074" y="8515"/>
                      <a:pt x="6089" y="8509"/>
                      <a:pt x="6102" y="8515"/>
                    </a:cubicBezTo>
                    <a:cubicBezTo>
                      <a:pt x="6114" y="8520"/>
                      <a:pt x="6120" y="8535"/>
                      <a:pt x="6114" y="8547"/>
                    </a:cubicBezTo>
                    <a:lnTo>
                      <a:pt x="6114" y="8548"/>
                    </a:lnTo>
                    <a:cubicBezTo>
                      <a:pt x="6109" y="8560"/>
                      <a:pt x="6094" y="8566"/>
                      <a:pt x="6082" y="8560"/>
                    </a:cubicBezTo>
                    <a:cubicBezTo>
                      <a:pt x="6069" y="8555"/>
                      <a:pt x="6063" y="8540"/>
                      <a:pt x="6069" y="8527"/>
                    </a:cubicBezTo>
                    <a:close/>
                    <a:moveTo>
                      <a:pt x="6111" y="8437"/>
                    </a:moveTo>
                    <a:lnTo>
                      <a:pt x="6111" y="8437"/>
                    </a:lnTo>
                    <a:cubicBezTo>
                      <a:pt x="6116" y="8424"/>
                      <a:pt x="6131" y="8418"/>
                      <a:pt x="6144" y="8424"/>
                    </a:cubicBezTo>
                    <a:cubicBezTo>
                      <a:pt x="6156" y="8429"/>
                      <a:pt x="6162" y="8444"/>
                      <a:pt x="6157" y="8457"/>
                    </a:cubicBezTo>
                    <a:lnTo>
                      <a:pt x="6157" y="8457"/>
                    </a:lnTo>
                    <a:cubicBezTo>
                      <a:pt x="6151" y="8469"/>
                      <a:pt x="6136" y="8475"/>
                      <a:pt x="6124" y="8470"/>
                    </a:cubicBezTo>
                    <a:cubicBezTo>
                      <a:pt x="6111" y="8464"/>
                      <a:pt x="6105" y="8449"/>
                      <a:pt x="6111" y="8437"/>
                    </a:cubicBezTo>
                    <a:close/>
                    <a:moveTo>
                      <a:pt x="6153" y="8346"/>
                    </a:moveTo>
                    <a:lnTo>
                      <a:pt x="6153" y="8346"/>
                    </a:lnTo>
                    <a:cubicBezTo>
                      <a:pt x="6159" y="8333"/>
                      <a:pt x="6173" y="8328"/>
                      <a:pt x="6186" y="8333"/>
                    </a:cubicBezTo>
                    <a:cubicBezTo>
                      <a:pt x="6199" y="8339"/>
                      <a:pt x="6204" y="8353"/>
                      <a:pt x="6199" y="8366"/>
                    </a:cubicBezTo>
                    <a:lnTo>
                      <a:pt x="6199" y="8366"/>
                    </a:lnTo>
                    <a:cubicBezTo>
                      <a:pt x="6193" y="8379"/>
                      <a:pt x="6178" y="8384"/>
                      <a:pt x="6166" y="8379"/>
                    </a:cubicBezTo>
                    <a:cubicBezTo>
                      <a:pt x="6153" y="8373"/>
                      <a:pt x="6147" y="8359"/>
                      <a:pt x="6153" y="8346"/>
                    </a:cubicBezTo>
                    <a:close/>
                    <a:moveTo>
                      <a:pt x="6195" y="8255"/>
                    </a:moveTo>
                    <a:lnTo>
                      <a:pt x="6195" y="8255"/>
                    </a:lnTo>
                    <a:cubicBezTo>
                      <a:pt x="6201" y="8243"/>
                      <a:pt x="6215" y="8237"/>
                      <a:pt x="6228" y="8242"/>
                    </a:cubicBezTo>
                    <a:cubicBezTo>
                      <a:pt x="6241" y="8248"/>
                      <a:pt x="6246" y="8263"/>
                      <a:pt x="6241" y="8275"/>
                    </a:cubicBezTo>
                    <a:lnTo>
                      <a:pt x="6241" y="8275"/>
                    </a:lnTo>
                    <a:cubicBezTo>
                      <a:pt x="6235" y="8288"/>
                      <a:pt x="6221" y="8294"/>
                      <a:pt x="6208" y="8288"/>
                    </a:cubicBezTo>
                    <a:cubicBezTo>
                      <a:pt x="6195" y="8283"/>
                      <a:pt x="6190" y="8268"/>
                      <a:pt x="6195" y="8255"/>
                    </a:cubicBezTo>
                    <a:close/>
                    <a:moveTo>
                      <a:pt x="6237" y="8165"/>
                    </a:moveTo>
                    <a:lnTo>
                      <a:pt x="6237" y="8165"/>
                    </a:lnTo>
                    <a:cubicBezTo>
                      <a:pt x="6243" y="8152"/>
                      <a:pt x="6258" y="8146"/>
                      <a:pt x="6270" y="8152"/>
                    </a:cubicBezTo>
                    <a:cubicBezTo>
                      <a:pt x="6283" y="8157"/>
                      <a:pt x="6289" y="8172"/>
                      <a:pt x="6283" y="8185"/>
                    </a:cubicBezTo>
                    <a:lnTo>
                      <a:pt x="6283" y="8185"/>
                    </a:lnTo>
                    <a:cubicBezTo>
                      <a:pt x="6278" y="8197"/>
                      <a:pt x="6263" y="8203"/>
                      <a:pt x="6250" y="8197"/>
                    </a:cubicBezTo>
                    <a:cubicBezTo>
                      <a:pt x="6238" y="8192"/>
                      <a:pt x="6232" y="8177"/>
                      <a:pt x="6237" y="8165"/>
                    </a:cubicBezTo>
                    <a:close/>
                    <a:moveTo>
                      <a:pt x="6279" y="8074"/>
                    </a:moveTo>
                    <a:lnTo>
                      <a:pt x="6279" y="8074"/>
                    </a:lnTo>
                    <a:cubicBezTo>
                      <a:pt x="6285" y="8061"/>
                      <a:pt x="6300" y="8055"/>
                      <a:pt x="6312" y="8061"/>
                    </a:cubicBezTo>
                    <a:cubicBezTo>
                      <a:pt x="6325" y="8066"/>
                      <a:pt x="6331" y="8081"/>
                      <a:pt x="6325" y="8094"/>
                    </a:cubicBezTo>
                    <a:lnTo>
                      <a:pt x="6325" y="8094"/>
                    </a:lnTo>
                    <a:cubicBezTo>
                      <a:pt x="6320" y="8107"/>
                      <a:pt x="6305" y="8112"/>
                      <a:pt x="6292" y="8107"/>
                    </a:cubicBezTo>
                    <a:cubicBezTo>
                      <a:pt x="6280" y="8101"/>
                      <a:pt x="6274" y="8086"/>
                      <a:pt x="6279" y="8074"/>
                    </a:cubicBezTo>
                    <a:close/>
                    <a:moveTo>
                      <a:pt x="6322" y="7983"/>
                    </a:moveTo>
                    <a:lnTo>
                      <a:pt x="6322" y="7983"/>
                    </a:lnTo>
                    <a:cubicBezTo>
                      <a:pt x="6327" y="7970"/>
                      <a:pt x="6342" y="7965"/>
                      <a:pt x="6355" y="7970"/>
                    </a:cubicBezTo>
                    <a:cubicBezTo>
                      <a:pt x="6367" y="7976"/>
                      <a:pt x="6373" y="7990"/>
                      <a:pt x="6367" y="8003"/>
                    </a:cubicBezTo>
                    <a:lnTo>
                      <a:pt x="6367" y="8003"/>
                    </a:lnTo>
                    <a:cubicBezTo>
                      <a:pt x="6362" y="8016"/>
                      <a:pt x="6347" y="8022"/>
                      <a:pt x="6335" y="8016"/>
                    </a:cubicBezTo>
                    <a:cubicBezTo>
                      <a:pt x="6322" y="8011"/>
                      <a:pt x="6316" y="7996"/>
                      <a:pt x="6322" y="7983"/>
                    </a:cubicBezTo>
                    <a:close/>
                    <a:moveTo>
                      <a:pt x="6364" y="7892"/>
                    </a:moveTo>
                    <a:lnTo>
                      <a:pt x="6364" y="7892"/>
                    </a:lnTo>
                    <a:cubicBezTo>
                      <a:pt x="6369" y="7880"/>
                      <a:pt x="6384" y="7874"/>
                      <a:pt x="6397" y="7879"/>
                    </a:cubicBezTo>
                    <a:cubicBezTo>
                      <a:pt x="6409" y="7885"/>
                      <a:pt x="6415" y="7900"/>
                      <a:pt x="6410" y="7912"/>
                    </a:cubicBezTo>
                    <a:lnTo>
                      <a:pt x="6410" y="7912"/>
                    </a:lnTo>
                    <a:cubicBezTo>
                      <a:pt x="6404" y="7925"/>
                      <a:pt x="6389" y="7931"/>
                      <a:pt x="6377" y="7925"/>
                    </a:cubicBezTo>
                    <a:cubicBezTo>
                      <a:pt x="6364" y="7920"/>
                      <a:pt x="6358" y="7905"/>
                      <a:pt x="6364" y="789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000000"/>
                </a:solidFill>
                <a:prstDash val="solid"/>
                <a:bevel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2609850" y="2979738"/>
            <a:ext cx="2378075" cy="2582862"/>
            <a:chOff x="1644" y="1613"/>
            <a:chExt cx="1498" cy="1627"/>
          </a:xfrm>
          <a:solidFill>
            <a:srgbClr val="80D693">
              <a:alpha val="50000"/>
            </a:srgbClr>
          </a:solidFill>
        </p:grpSpPr>
        <p:grpSp>
          <p:nvGrpSpPr>
            <p:cNvPr id="14" name="Group 12"/>
            <p:cNvGrpSpPr>
              <a:grpSpLocks/>
            </p:cNvGrpSpPr>
            <p:nvPr/>
          </p:nvGrpSpPr>
          <p:grpSpPr bwMode="auto">
            <a:xfrm>
              <a:off x="1644" y="1615"/>
              <a:ext cx="1497" cy="1623"/>
              <a:chOff x="1644" y="1615"/>
              <a:chExt cx="1497" cy="1623"/>
            </a:xfrm>
            <a:grpFill/>
          </p:grpSpPr>
          <p:sp>
            <p:nvSpPr>
              <p:cNvPr id="18" name="Freeform 13"/>
              <p:cNvSpPr>
                <a:spLocks/>
              </p:cNvSpPr>
              <p:nvPr/>
            </p:nvSpPr>
            <p:spPr bwMode="auto">
              <a:xfrm>
                <a:off x="1644" y="1615"/>
                <a:ext cx="1497" cy="1623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0" y="0"/>
                  </a:cxn>
                  <a:cxn ang="0">
                    <a:pos x="374" y="811"/>
                  </a:cxn>
                  <a:cxn ang="0">
                    <a:pos x="0" y="1623"/>
                  </a:cxn>
                  <a:cxn ang="0">
                    <a:pos x="1123" y="1623"/>
                  </a:cxn>
                  <a:cxn ang="0">
                    <a:pos x="1497" y="811"/>
                  </a:cxn>
                  <a:cxn ang="0">
                    <a:pos x="1123" y="0"/>
                  </a:cxn>
                </a:cxnLst>
                <a:rect l="0" t="0" r="r" b="b"/>
                <a:pathLst>
                  <a:path w="1497" h="1623">
                    <a:moveTo>
                      <a:pt x="1123" y="0"/>
                    </a:moveTo>
                    <a:lnTo>
                      <a:pt x="0" y="0"/>
                    </a:lnTo>
                    <a:lnTo>
                      <a:pt x="374" y="811"/>
                    </a:lnTo>
                    <a:lnTo>
                      <a:pt x="0" y="1623"/>
                    </a:lnTo>
                    <a:lnTo>
                      <a:pt x="1123" y="1623"/>
                    </a:lnTo>
                    <a:lnTo>
                      <a:pt x="1497" y="811"/>
                    </a:lnTo>
                    <a:lnTo>
                      <a:pt x="1123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14"/>
              <p:cNvSpPr>
                <a:spLocks/>
              </p:cNvSpPr>
              <p:nvPr/>
            </p:nvSpPr>
            <p:spPr bwMode="auto">
              <a:xfrm>
                <a:off x="1644" y="1615"/>
                <a:ext cx="1497" cy="1623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0" y="0"/>
                  </a:cxn>
                  <a:cxn ang="0">
                    <a:pos x="374" y="811"/>
                  </a:cxn>
                  <a:cxn ang="0">
                    <a:pos x="0" y="1623"/>
                  </a:cxn>
                  <a:cxn ang="0">
                    <a:pos x="1123" y="1623"/>
                  </a:cxn>
                  <a:cxn ang="0">
                    <a:pos x="1497" y="811"/>
                  </a:cxn>
                  <a:cxn ang="0">
                    <a:pos x="1123" y="0"/>
                  </a:cxn>
                </a:cxnLst>
                <a:rect l="0" t="0" r="r" b="b"/>
                <a:pathLst>
                  <a:path w="1497" h="1623">
                    <a:moveTo>
                      <a:pt x="1123" y="0"/>
                    </a:moveTo>
                    <a:lnTo>
                      <a:pt x="0" y="0"/>
                    </a:lnTo>
                    <a:lnTo>
                      <a:pt x="374" y="811"/>
                    </a:lnTo>
                    <a:lnTo>
                      <a:pt x="0" y="1623"/>
                    </a:lnTo>
                    <a:lnTo>
                      <a:pt x="1123" y="1623"/>
                    </a:lnTo>
                    <a:lnTo>
                      <a:pt x="1497" y="811"/>
                    </a:lnTo>
                    <a:lnTo>
                      <a:pt x="1123" y="0"/>
                    </a:lnTo>
                    <a:close/>
                  </a:path>
                </a:pathLst>
              </a:custGeom>
              <a:grp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5"/>
            <p:cNvGrpSpPr>
              <a:grpSpLocks/>
            </p:cNvGrpSpPr>
            <p:nvPr/>
          </p:nvGrpSpPr>
          <p:grpSpPr bwMode="auto">
            <a:xfrm>
              <a:off x="2474" y="1613"/>
              <a:ext cx="668" cy="1627"/>
              <a:chOff x="2474" y="1613"/>
              <a:chExt cx="668" cy="1627"/>
            </a:xfrm>
            <a:grpFill/>
          </p:grpSpPr>
          <p:sp>
            <p:nvSpPr>
              <p:cNvPr id="16" name="Freeform 16"/>
              <p:cNvSpPr>
                <a:spLocks/>
              </p:cNvSpPr>
              <p:nvPr/>
            </p:nvSpPr>
            <p:spPr bwMode="auto">
              <a:xfrm>
                <a:off x="2476" y="1615"/>
                <a:ext cx="665" cy="1623"/>
              </a:xfrm>
              <a:custGeom>
                <a:avLst/>
                <a:gdLst/>
                <a:ahLst/>
                <a:cxnLst>
                  <a:cxn ang="0">
                    <a:pos x="289" y="0"/>
                  </a:cxn>
                  <a:cxn ang="0">
                    <a:pos x="0" y="0"/>
                  </a:cxn>
                  <a:cxn ang="0">
                    <a:pos x="377" y="811"/>
                  </a:cxn>
                  <a:cxn ang="0">
                    <a:pos x="0" y="1623"/>
                  </a:cxn>
                  <a:cxn ang="0">
                    <a:pos x="289" y="1623"/>
                  </a:cxn>
                  <a:cxn ang="0">
                    <a:pos x="665" y="811"/>
                  </a:cxn>
                  <a:cxn ang="0">
                    <a:pos x="289" y="0"/>
                  </a:cxn>
                </a:cxnLst>
                <a:rect l="0" t="0" r="r" b="b"/>
                <a:pathLst>
                  <a:path w="665" h="1623">
                    <a:moveTo>
                      <a:pt x="289" y="0"/>
                    </a:moveTo>
                    <a:lnTo>
                      <a:pt x="0" y="0"/>
                    </a:lnTo>
                    <a:lnTo>
                      <a:pt x="377" y="811"/>
                    </a:lnTo>
                    <a:lnTo>
                      <a:pt x="0" y="1623"/>
                    </a:lnTo>
                    <a:lnTo>
                      <a:pt x="289" y="1623"/>
                    </a:lnTo>
                    <a:lnTo>
                      <a:pt x="665" y="811"/>
                    </a:lnTo>
                    <a:lnTo>
                      <a:pt x="289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17"/>
              <p:cNvSpPr>
                <a:spLocks noEditPoints="1"/>
              </p:cNvSpPr>
              <p:nvPr/>
            </p:nvSpPr>
            <p:spPr bwMode="auto">
              <a:xfrm>
                <a:off x="2474" y="1613"/>
                <a:ext cx="668" cy="1627"/>
              </a:xfrm>
              <a:custGeom>
                <a:avLst/>
                <a:gdLst/>
                <a:ahLst/>
                <a:cxnLst>
                  <a:cxn ang="0">
                    <a:pos x="6126" y="7246"/>
                  </a:cxn>
                  <a:cxn ang="0">
                    <a:pos x="5918" y="6681"/>
                  </a:cxn>
                  <a:cxn ang="0">
                    <a:pos x="5653" y="6170"/>
                  </a:cxn>
                  <a:cxn ang="0">
                    <a:pos x="5325" y="5522"/>
                  </a:cxn>
                  <a:cxn ang="0">
                    <a:pos x="5084" y="4945"/>
                  </a:cxn>
                  <a:cxn ang="0">
                    <a:pos x="4864" y="4412"/>
                  </a:cxn>
                  <a:cxn ang="0">
                    <a:pos x="4566" y="3889"/>
                  </a:cxn>
                  <a:cxn ang="0">
                    <a:pos x="4270" y="3254"/>
                  </a:cxn>
                  <a:cxn ang="0">
                    <a:pos x="4063" y="2689"/>
                  </a:cxn>
                  <a:cxn ang="0">
                    <a:pos x="3798" y="2177"/>
                  </a:cxn>
                  <a:cxn ang="0">
                    <a:pos x="3469" y="1530"/>
                  </a:cxn>
                  <a:cxn ang="0">
                    <a:pos x="3228" y="953"/>
                  </a:cxn>
                  <a:cxn ang="0">
                    <a:pos x="3009" y="420"/>
                  </a:cxn>
                  <a:cxn ang="0">
                    <a:pos x="2644" y="50"/>
                  </a:cxn>
                  <a:cxn ang="0">
                    <a:pos x="1944" y="50"/>
                  </a:cxn>
                  <a:cxn ang="0">
                    <a:pos x="1344" y="0"/>
                  </a:cxn>
                  <a:cxn ang="0">
                    <a:pos x="768" y="25"/>
                  </a:cxn>
                  <a:cxn ang="0">
                    <a:pos x="43" y="50"/>
                  </a:cxn>
                  <a:cxn ang="0">
                    <a:pos x="277" y="574"/>
                  </a:cxn>
                  <a:cxn ang="0">
                    <a:pos x="497" y="1106"/>
                  </a:cxn>
                  <a:cxn ang="0">
                    <a:pos x="796" y="1630"/>
                  </a:cxn>
                  <a:cxn ang="0">
                    <a:pos x="1091" y="2265"/>
                  </a:cxn>
                  <a:cxn ang="0">
                    <a:pos x="1298" y="2829"/>
                  </a:cxn>
                  <a:cxn ang="0">
                    <a:pos x="1564" y="3341"/>
                  </a:cxn>
                  <a:cxn ang="0">
                    <a:pos x="1892" y="3989"/>
                  </a:cxn>
                  <a:cxn ang="0">
                    <a:pos x="2132" y="4566"/>
                  </a:cxn>
                  <a:cxn ang="0">
                    <a:pos x="2352" y="5098"/>
                  </a:cxn>
                  <a:cxn ang="0">
                    <a:pos x="2651" y="5622"/>
                  </a:cxn>
                  <a:cxn ang="0">
                    <a:pos x="2946" y="6257"/>
                  </a:cxn>
                  <a:cxn ang="0">
                    <a:pos x="3153" y="6822"/>
                  </a:cxn>
                  <a:cxn ang="0">
                    <a:pos x="3419" y="7333"/>
                  </a:cxn>
                  <a:cxn ang="0">
                    <a:pos x="3593" y="8002"/>
                  </a:cxn>
                  <a:cxn ang="0">
                    <a:pos x="3307" y="8558"/>
                  </a:cxn>
                  <a:cxn ang="0">
                    <a:pos x="3042" y="9069"/>
                  </a:cxn>
                  <a:cxn ang="0">
                    <a:pos x="2834" y="9635"/>
                  </a:cxn>
                  <a:cxn ang="0">
                    <a:pos x="2539" y="10270"/>
                  </a:cxn>
                  <a:cxn ang="0">
                    <a:pos x="2241" y="10793"/>
                  </a:cxn>
                  <a:cxn ang="0">
                    <a:pos x="2021" y="11326"/>
                  </a:cxn>
                  <a:cxn ang="0">
                    <a:pos x="1738" y="11994"/>
                  </a:cxn>
                  <a:cxn ang="0">
                    <a:pos x="1451" y="12550"/>
                  </a:cxn>
                  <a:cxn ang="0">
                    <a:pos x="1187" y="13061"/>
                  </a:cxn>
                  <a:cxn ang="0">
                    <a:pos x="979" y="13627"/>
                  </a:cxn>
                  <a:cxn ang="0">
                    <a:pos x="683" y="14262"/>
                  </a:cxn>
                  <a:cxn ang="0">
                    <a:pos x="385" y="14785"/>
                  </a:cxn>
                  <a:cxn ang="0">
                    <a:pos x="166" y="15318"/>
                  </a:cxn>
                  <a:cxn ang="0">
                    <a:pos x="408" y="15600"/>
                  </a:cxn>
                  <a:cxn ang="0">
                    <a:pos x="1034" y="15625"/>
                  </a:cxn>
                  <a:cxn ang="0">
                    <a:pos x="1609" y="15650"/>
                  </a:cxn>
                  <a:cxn ang="0">
                    <a:pos x="2209" y="15600"/>
                  </a:cxn>
                  <a:cxn ang="0">
                    <a:pos x="2822" y="15514"/>
                  </a:cxn>
                  <a:cxn ang="0">
                    <a:pos x="3121" y="14989"/>
                  </a:cxn>
                  <a:cxn ang="0">
                    <a:pos x="3341" y="14458"/>
                  </a:cxn>
                  <a:cxn ang="0">
                    <a:pos x="3623" y="13790"/>
                  </a:cxn>
                  <a:cxn ang="0">
                    <a:pos x="3909" y="13232"/>
                  </a:cxn>
                  <a:cxn ang="0">
                    <a:pos x="4175" y="12721"/>
                  </a:cxn>
                  <a:cxn ang="0">
                    <a:pos x="4382" y="12157"/>
                  </a:cxn>
                  <a:cxn ang="0">
                    <a:pos x="4677" y="11522"/>
                  </a:cxn>
                  <a:cxn ang="0">
                    <a:pos x="4976" y="10997"/>
                  </a:cxn>
                  <a:cxn ang="0">
                    <a:pos x="5196" y="10466"/>
                  </a:cxn>
                  <a:cxn ang="0">
                    <a:pos x="5478" y="9798"/>
                  </a:cxn>
                  <a:cxn ang="0">
                    <a:pos x="5764" y="9240"/>
                  </a:cxn>
                  <a:cxn ang="0">
                    <a:pos x="6030" y="8729"/>
                  </a:cxn>
                  <a:cxn ang="0">
                    <a:pos x="6237" y="8165"/>
                  </a:cxn>
                </a:cxnLst>
                <a:rect l="0" t="0" r="r" b="b"/>
                <a:pathLst>
                  <a:path w="6430" h="15650">
                    <a:moveTo>
                      <a:pt x="6379" y="7791"/>
                    </a:moveTo>
                    <a:lnTo>
                      <a:pt x="6379" y="7790"/>
                    </a:lnTo>
                    <a:cubicBezTo>
                      <a:pt x="6373" y="7778"/>
                      <a:pt x="6378" y="7763"/>
                      <a:pt x="6391" y="7757"/>
                    </a:cubicBezTo>
                    <a:cubicBezTo>
                      <a:pt x="6404" y="7752"/>
                      <a:pt x="6418" y="7757"/>
                      <a:pt x="6424" y="7770"/>
                    </a:cubicBezTo>
                    <a:lnTo>
                      <a:pt x="6424" y="7770"/>
                    </a:lnTo>
                    <a:cubicBezTo>
                      <a:pt x="6430" y="7782"/>
                      <a:pt x="6424" y="7797"/>
                      <a:pt x="6412" y="7803"/>
                    </a:cubicBezTo>
                    <a:cubicBezTo>
                      <a:pt x="6399" y="7809"/>
                      <a:pt x="6384" y="7803"/>
                      <a:pt x="6379" y="7791"/>
                    </a:cubicBezTo>
                    <a:close/>
                    <a:moveTo>
                      <a:pt x="6337" y="7700"/>
                    </a:moveTo>
                    <a:lnTo>
                      <a:pt x="6336" y="7700"/>
                    </a:lnTo>
                    <a:cubicBezTo>
                      <a:pt x="6331" y="7687"/>
                      <a:pt x="6336" y="7672"/>
                      <a:pt x="6349" y="7667"/>
                    </a:cubicBezTo>
                    <a:cubicBezTo>
                      <a:pt x="6361" y="7661"/>
                      <a:pt x="6376" y="7666"/>
                      <a:pt x="6382" y="7679"/>
                    </a:cubicBezTo>
                    <a:lnTo>
                      <a:pt x="6382" y="7679"/>
                    </a:lnTo>
                    <a:cubicBezTo>
                      <a:pt x="6388" y="7692"/>
                      <a:pt x="6382" y="7706"/>
                      <a:pt x="6370" y="7712"/>
                    </a:cubicBezTo>
                    <a:cubicBezTo>
                      <a:pt x="6357" y="7718"/>
                      <a:pt x="6342" y="7712"/>
                      <a:pt x="6337" y="7700"/>
                    </a:cubicBezTo>
                    <a:close/>
                    <a:moveTo>
                      <a:pt x="6294" y="7609"/>
                    </a:moveTo>
                    <a:lnTo>
                      <a:pt x="6294" y="7609"/>
                    </a:lnTo>
                    <a:cubicBezTo>
                      <a:pt x="6289" y="7596"/>
                      <a:pt x="6294" y="7582"/>
                      <a:pt x="6307" y="7576"/>
                    </a:cubicBezTo>
                    <a:cubicBezTo>
                      <a:pt x="6319" y="7570"/>
                      <a:pt x="6334" y="7576"/>
                      <a:pt x="6340" y="7588"/>
                    </a:cubicBezTo>
                    <a:lnTo>
                      <a:pt x="6340" y="7588"/>
                    </a:lnTo>
                    <a:cubicBezTo>
                      <a:pt x="6346" y="7601"/>
                      <a:pt x="6340" y="7616"/>
                      <a:pt x="6327" y="7621"/>
                    </a:cubicBezTo>
                    <a:cubicBezTo>
                      <a:pt x="6315" y="7627"/>
                      <a:pt x="6300" y="7622"/>
                      <a:pt x="6294" y="7609"/>
                    </a:cubicBezTo>
                    <a:close/>
                    <a:moveTo>
                      <a:pt x="6252" y="7518"/>
                    </a:moveTo>
                    <a:lnTo>
                      <a:pt x="6252" y="7518"/>
                    </a:lnTo>
                    <a:cubicBezTo>
                      <a:pt x="6246" y="7506"/>
                      <a:pt x="6252" y="7491"/>
                      <a:pt x="6264" y="7485"/>
                    </a:cubicBezTo>
                    <a:cubicBezTo>
                      <a:pt x="6277" y="7479"/>
                      <a:pt x="6292" y="7485"/>
                      <a:pt x="6298" y="7497"/>
                    </a:cubicBezTo>
                    <a:lnTo>
                      <a:pt x="6298" y="7498"/>
                    </a:lnTo>
                    <a:cubicBezTo>
                      <a:pt x="6303" y="7510"/>
                      <a:pt x="6298" y="7525"/>
                      <a:pt x="6285" y="7531"/>
                    </a:cubicBezTo>
                    <a:cubicBezTo>
                      <a:pt x="6273" y="7536"/>
                      <a:pt x="6258" y="7531"/>
                      <a:pt x="6252" y="7518"/>
                    </a:cubicBezTo>
                    <a:close/>
                    <a:moveTo>
                      <a:pt x="6210" y="7428"/>
                    </a:moveTo>
                    <a:lnTo>
                      <a:pt x="6210" y="7428"/>
                    </a:lnTo>
                    <a:cubicBezTo>
                      <a:pt x="6204" y="7415"/>
                      <a:pt x="6210" y="7400"/>
                      <a:pt x="6222" y="7394"/>
                    </a:cubicBezTo>
                    <a:cubicBezTo>
                      <a:pt x="6235" y="7389"/>
                      <a:pt x="6250" y="7394"/>
                      <a:pt x="6255" y="7407"/>
                    </a:cubicBezTo>
                    <a:lnTo>
                      <a:pt x="6255" y="7407"/>
                    </a:lnTo>
                    <a:cubicBezTo>
                      <a:pt x="6261" y="7419"/>
                      <a:pt x="6256" y="7434"/>
                      <a:pt x="6243" y="7440"/>
                    </a:cubicBezTo>
                    <a:cubicBezTo>
                      <a:pt x="6231" y="7446"/>
                      <a:pt x="6216" y="7440"/>
                      <a:pt x="6210" y="7428"/>
                    </a:cubicBezTo>
                    <a:close/>
                    <a:moveTo>
                      <a:pt x="6168" y="7337"/>
                    </a:moveTo>
                    <a:lnTo>
                      <a:pt x="6168" y="7337"/>
                    </a:lnTo>
                    <a:cubicBezTo>
                      <a:pt x="6162" y="7324"/>
                      <a:pt x="6168" y="7309"/>
                      <a:pt x="6180" y="7304"/>
                    </a:cubicBezTo>
                    <a:cubicBezTo>
                      <a:pt x="6193" y="7298"/>
                      <a:pt x="6208" y="7303"/>
                      <a:pt x="6213" y="7316"/>
                    </a:cubicBezTo>
                    <a:lnTo>
                      <a:pt x="6213" y="7316"/>
                    </a:lnTo>
                    <a:cubicBezTo>
                      <a:pt x="6219" y="7329"/>
                      <a:pt x="6214" y="7343"/>
                      <a:pt x="6201" y="7349"/>
                    </a:cubicBezTo>
                    <a:cubicBezTo>
                      <a:pt x="6188" y="7355"/>
                      <a:pt x="6174" y="7349"/>
                      <a:pt x="6168" y="7337"/>
                    </a:cubicBezTo>
                    <a:close/>
                    <a:moveTo>
                      <a:pt x="6126" y="7246"/>
                    </a:moveTo>
                    <a:lnTo>
                      <a:pt x="6126" y="7246"/>
                    </a:lnTo>
                    <a:cubicBezTo>
                      <a:pt x="6120" y="7234"/>
                      <a:pt x="6125" y="7219"/>
                      <a:pt x="6138" y="7213"/>
                    </a:cubicBezTo>
                    <a:cubicBezTo>
                      <a:pt x="6151" y="7207"/>
                      <a:pt x="6165" y="7213"/>
                      <a:pt x="6171" y="7225"/>
                    </a:cubicBezTo>
                    <a:lnTo>
                      <a:pt x="6171" y="7225"/>
                    </a:lnTo>
                    <a:cubicBezTo>
                      <a:pt x="6177" y="7238"/>
                      <a:pt x="6171" y="7253"/>
                      <a:pt x="6159" y="7258"/>
                    </a:cubicBezTo>
                    <a:cubicBezTo>
                      <a:pt x="6146" y="7264"/>
                      <a:pt x="6131" y="7259"/>
                      <a:pt x="6126" y="7246"/>
                    </a:cubicBezTo>
                    <a:close/>
                    <a:moveTo>
                      <a:pt x="6084" y="7155"/>
                    </a:moveTo>
                    <a:lnTo>
                      <a:pt x="6083" y="7155"/>
                    </a:lnTo>
                    <a:cubicBezTo>
                      <a:pt x="6078" y="7143"/>
                      <a:pt x="6083" y="7128"/>
                      <a:pt x="6096" y="7122"/>
                    </a:cubicBezTo>
                    <a:cubicBezTo>
                      <a:pt x="6108" y="7116"/>
                      <a:pt x="6123" y="7122"/>
                      <a:pt x="6129" y="7135"/>
                    </a:cubicBezTo>
                    <a:lnTo>
                      <a:pt x="6129" y="7135"/>
                    </a:lnTo>
                    <a:cubicBezTo>
                      <a:pt x="6135" y="7147"/>
                      <a:pt x="6129" y="7162"/>
                      <a:pt x="6117" y="7168"/>
                    </a:cubicBezTo>
                    <a:cubicBezTo>
                      <a:pt x="6104" y="7173"/>
                      <a:pt x="6089" y="7168"/>
                      <a:pt x="6084" y="7155"/>
                    </a:cubicBezTo>
                    <a:close/>
                    <a:moveTo>
                      <a:pt x="6041" y="7065"/>
                    </a:moveTo>
                    <a:lnTo>
                      <a:pt x="6041" y="7065"/>
                    </a:lnTo>
                    <a:cubicBezTo>
                      <a:pt x="6036" y="7052"/>
                      <a:pt x="6041" y="7037"/>
                      <a:pt x="6054" y="7031"/>
                    </a:cubicBezTo>
                    <a:cubicBezTo>
                      <a:pt x="6066" y="7026"/>
                      <a:pt x="6081" y="7031"/>
                      <a:pt x="6087" y="7044"/>
                    </a:cubicBezTo>
                    <a:lnTo>
                      <a:pt x="6087" y="7044"/>
                    </a:lnTo>
                    <a:cubicBezTo>
                      <a:pt x="6093" y="7056"/>
                      <a:pt x="6087" y="7071"/>
                      <a:pt x="6074" y="7077"/>
                    </a:cubicBezTo>
                    <a:cubicBezTo>
                      <a:pt x="6062" y="7083"/>
                      <a:pt x="6047" y="7077"/>
                      <a:pt x="6041" y="7065"/>
                    </a:cubicBezTo>
                    <a:close/>
                    <a:moveTo>
                      <a:pt x="5999" y="6974"/>
                    </a:moveTo>
                    <a:lnTo>
                      <a:pt x="5999" y="6974"/>
                    </a:lnTo>
                    <a:cubicBezTo>
                      <a:pt x="5993" y="6961"/>
                      <a:pt x="5999" y="6947"/>
                      <a:pt x="6011" y="6941"/>
                    </a:cubicBezTo>
                    <a:cubicBezTo>
                      <a:pt x="6024" y="6935"/>
                      <a:pt x="6039" y="6941"/>
                      <a:pt x="6045" y="6953"/>
                    </a:cubicBezTo>
                    <a:lnTo>
                      <a:pt x="6045" y="6953"/>
                    </a:lnTo>
                    <a:cubicBezTo>
                      <a:pt x="6050" y="6966"/>
                      <a:pt x="6045" y="6981"/>
                      <a:pt x="6032" y="6986"/>
                    </a:cubicBezTo>
                    <a:cubicBezTo>
                      <a:pt x="6020" y="6992"/>
                      <a:pt x="6005" y="6987"/>
                      <a:pt x="5999" y="6974"/>
                    </a:cubicBezTo>
                    <a:close/>
                    <a:moveTo>
                      <a:pt x="5957" y="6883"/>
                    </a:moveTo>
                    <a:lnTo>
                      <a:pt x="5957" y="6883"/>
                    </a:lnTo>
                    <a:cubicBezTo>
                      <a:pt x="5951" y="6871"/>
                      <a:pt x="5957" y="6856"/>
                      <a:pt x="5969" y="6850"/>
                    </a:cubicBezTo>
                    <a:cubicBezTo>
                      <a:pt x="5982" y="6844"/>
                      <a:pt x="5997" y="6850"/>
                      <a:pt x="6002" y="6862"/>
                    </a:cubicBezTo>
                    <a:lnTo>
                      <a:pt x="6002" y="6862"/>
                    </a:lnTo>
                    <a:cubicBezTo>
                      <a:pt x="6008" y="6875"/>
                      <a:pt x="6003" y="6890"/>
                      <a:pt x="5990" y="6896"/>
                    </a:cubicBezTo>
                    <a:cubicBezTo>
                      <a:pt x="5978" y="6901"/>
                      <a:pt x="5963" y="6896"/>
                      <a:pt x="5957" y="6883"/>
                    </a:cubicBezTo>
                    <a:close/>
                    <a:moveTo>
                      <a:pt x="5915" y="6792"/>
                    </a:moveTo>
                    <a:lnTo>
                      <a:pt x="5915" y="6792"/>
                    </a:lnTo>
                    <a:cubicBezTo>
                      <a:pt x="5909" y="6780"/>
                      <a:pt x="5915" y="6765"/>
                      <a:pt x="5927" y="6759"/>
                    </a:cubicBezTo>
                    <a:cubicBezTo>
                      <a:pt x="5940" y="6754"/>
                      <a:pt x="5955" y="6759"/>
                      <a:pt x="5960" y="6772"/>
                    </a:cubicBezTo>
                    <a:lnTo>
                      <a:pt x="5960" y="6772"/>
                    </a:lnTo>
                    <a:cubicBezTo>
                      <a:pt x="5966" y="6784"/>
                      <a:pt x="5961" y="6799"/>
                      <a:pt x="5948" y="6805"/>
                    </a:cubicBezTo>
                    <a:cubicBezTo>
                      <a:pt x="5935" y="6811"/>
                      <a:pt x="5921" y="6805"/>
                      <a:pt x="5915" y="6792"/>
                    </a:cubicBezTo>
                    <a:close/>
                    <a:moveTo>
                      <a:pt x="5873" y="6702"/>
                    </a:moveTo>
                    <a:lnTo>
                      <a:pt x="5873" y="6702"/>
                    </a:lnTo>
                    <a:cubicBezTo>
                      <a:pt x="5867" y="6689"/>
                      <a:pt x="5872" y="6674"/>
                      <a:pt x="5885" y="6669"/>
                    </a:cubicBezTo>
                    <a:cubicBezTo>
                      <a:pt x="5898" y="6663"/>
                      <a:pt x="5912" y="6668"/>
                      <a:pt x="5918" y="6681"/>
                    </a:cubicBezTo>
                    <a:lnTo>
                      <a:pt x="5918" y="6681"/>
                    </a:lnTo>
                    <a:cubicBezTo>
                      <a:pt x="5924" y="6693"/>
                      <a:pt x="5918" y="6708"/>
                      <a:pt x="5906" y="6714"/>
                    </a:cubicBezTo>
                    <a:cubicBezTo>
                      <a:pt x="5893" y="6720"/>
                      <a:pt x="5878" y="6714"/>
                      <a:pt x="5873" y="6702"/>
                    </a:cubicBezTo>
                    <a:close/>
                    <a:moveTo>
                      <a:pt x="5831" y="6611"/>
                    </a:moveTo>
                    <a:lnTo>
                      <a:pt x="5830" y="6611"/>
                    </a:lnTo>
                    <a:cubicBezTo>
                      <a:pt x="5825" y="6598"/>
                      <a:pt x="5830" y="6584"/>
                      <a:pt x="5843" y="6578"/>
                    </a:cubicBezTo>
                    <a:cubicBezTo>
                      <a:pt x="5855" y="6572"/>
                      <a:pt x="5870" y="6578"/>
                      <a:pt x="5876" y="6590"/>
                    </a:cubicBezTo>
                    <a:lnTo>
                      <a:pt x="5876" y="6590"/>
                    </a:lnTo>
                    <a:cubicBezTo>
                      <a:pt x="5882" y="6603"/>
                      <a:pt x="5876" y="6618"/>
                      <a:pt x="5864" y="6623"/>
                    </a:cubicBezTo>
                    <a:cubicBezTo>
                      <a:pt x="5851" y="6629"/>
                      <a:pt x="5836" y="6624"/>
                      <a:pt x="5831" y="6611"/>
                    </a:cubicBezTo>
                    <a:close/>
                    <a:moveTo>
                      <a:pt x="5788" y="6520"/>
                    </a:moveTo>
                    <a:lnTo>
                      <a:pt x="5788" y="6520"/>
                    </a:lnTo>
                    <a:cubicBezTo>
                      <a:pt x="5783" y="6508"/>
                      <a:pt x="5788" y="6493"/>
                      <a:pt x="5801" y="6487"/>
                    </a:cubicBezTo>
                    <a:cubicBezTo>
                      <a:pt x="5813" y="6481"/>
                      <a:pt x="5828" y="6487"/>
                      <a:pt x="5834" y="6499"/>
                    </a:cubicBezTo>
                    <a:lnTo>
                      <a:pt x="5834" y="6499"/>
                    </a:lnTo>
                    <a:cubicBezTo>
                      <a:pt x="5840" y="6512"/>
                      <a:pt x="5834" y="6527"/>
                      <a:pt x="5821" y="6533"/>
                    </a:cubicBezTo>
                    <a:cubicBezTo>
                      <a:pt x="5809" y="6538"/>
                      <a:pt x="5794" y="6533"/>
                      <a:pt x="5788" y="6520"/>
                    </a:cubicBezTo>
                    <a:close/>
                    <a:moveTo>
                      <a:pt x="5746" y="6430"/>
                    </a:moveTo>
                    <a:lnTo>
                      <a:pt x="5746" y="6430"/>
                    </a:lnTo>
                    <a:cubicBezTo>
                      <a:pt x="5740" y="6417"/>
                      <a:pt x="5746" y="6402"/>
                      <a:pt x="5758" y="6396"/>
                    </a:cubicBezTo>
                    <a:cubicBezTo>
                      <a:pt x="5771" y="6391"/>
                      <a:pt x="5786" y="6396"/>
                      <a:pt x="5792" y="6409"/>
                    </a:cubicBezTo>
                    <a:lnTo>
                      <a:pt x="5792" y="6409"/>
                    </a:lnTo>
                    <a:cubicBezTo>
                      <a:pt x="5797" y="6421"/>
                      <a:pt x="5792" y="6436"/>
                      <a:pt x="5779" y="6442"/>
                    </a:cubicBezTo>
                    <a:cubicBezTo>
                      <a:pt x="5767" y="6448"/>
                      <a:pt x="5752" y="6442"/>
                      <a:pt x="5746" y="6430"/>
                    </a:cubicBezTo>
                    <a:close/>
                    <a:moveTo>
                      <a:pt x="5704" y="6339"/>
                    </a:moveTo>
                    <a:lnTo>
                      <a:pt x="5704" y="6339"/>
                    </a:lnTo>
                    <a:cubicBezTo>
                      <a:pt x="5698" y="6326"/>
                      <a:pt x="5704" y="6312"/>
                      <a:pt x="5716" y="6306"/>
                    </a:cubicBezTo>
                    <a:cubicBezTo>
                      <a:pt x="5729" y="6300"/>
                      <a:pt x="5744" y="6305"/>
                      <a:pt x="5749" y="6318"/>
                    </a:cubicBezTo>
                    <a:lnTo>
                      <a:pt x="5749" y="6318"/>
                    </a:lnTo>
                    <a:cubicBezTo>
                      <a:pt x="5755" y="6330"/>
                      <a:pt x="5750" y="6345"/>
                      <a:pt x="5737" y="6351"/>
                    </a:cubicBezTo>
                    <a:cubicBezTo>
                      <a:pt x="5725" y="6357"/>
                      <a:pt x="5710" y="6352"/>
                      <a:pt x="5704" y="6339"/>
                    </a:cubicBezTo>
                    <a:close/>
                    <a:moveTo>
                      <a:pt x="5662" y="6248"/>
                    </a:moveTo>
                    <a:lnTo>
                      <a:pt x="5662" y="6248"/>
                    </a:lnTo>
                    <a:cubicBezTo>
                      <a:pt x="5656" y="6236"/>
                      <a:pt x="5661" y="6221"/>
                      <a:pt x="5674" y="6215"/>
                    </a:cubicBezTo>
                    <a:cubicBezTo>
                      <a:pt x="5686" y="6209"/>
                      <a:pt x="5701" y="6215"/>
                      <a:pt x="5707" y="6227"/>
                    </a:cubicBezTo>
                    <a:lnTo>
                      <a:pt x="5707" y="6227"/>
                    </a:lnTo>
                    <a:cubicBezTo>
                      <a:pt x="5713" y="6240"/>
                      <a:pt x="5708" y="6254"/>
                      <a:pt x="5695" y="6260"/>
                    </a:cubicBezTo>
                    <a:cubicBezTo>
                      <a:pt x="5683" y="6266"/>
                      <a:pt x="5668" y="6261"/>
                      <a:pt x="5662" y="6248"/>
                    </a:cubicBezTo>
                    <a:close/>
                    <a:moveTo>
                      <a:pt x="5620" y="6158"/>
                    </a:moveTo>
                    <a:lnTo>
                      <a:pt x="5620" y="6157"/>
                    </a:lnTo>
                    <a:cubicBezTo>
                      <a:pt x="5614" y="6145"/>
                      <a:pt x="5619" y="6130"/>
                      <a:pt x="5632" y="6124"/>
                    </a:cubicBezTo>
                    <a:cubicBezTo>
                      <a:pt x="5644" y="6118"/>
                      <a:pt x="5659" y="6124"/>
                      <a:pt x="5665" y="6136"/>
                    </a:cubicBezTo>
                    <a:lnTo>
                      <a:pt x="5665" y="6136"/>
                    </a:lnTo>
                    <a:cubicBezTo>
                      <a:pt x="5671" y="6149"/>
                      <a:pt x="5666" y="6164"/>
                      <a:pt x="5653" y="6170"/>
                    </a:cubicBezTo>
                    <a:cubicBezTo>
                      <a:pt x="5641" y="6175"/>
                      <a:pt x="5626" y="6170"/>
                      <a:pt x="5620" y="6158"/>
                    </a:cubicBezTo>
                    <a:close/>
                    <a:moveTo>
                      <a:pt x="5578" y="6067"/>
                    </a:moveTo>
                    <a:lnTo>
                      <a:pt x="5578" y="6067"/>
                    </a:lnTo>
                    <a:cubicBezTo>
                      <a:pt x="5572" y="6054"/>
                      <a:pt x="5577" y="6039"/>
                      <a:pt x="5590" y="6034"/>
                    </a:cubicBezTo>
                    <a:cubicBezTo>
                      <a:pt x="5602" y="6028"/>
                      <a:pt x="5617" y="6033"/>
                      <a:pt x="5623" y="6046"/>
                    </a:cubicBezTo>
                    <a:lnTo>
                      <a:pt x="5623" y="6046"/>
                    </a:lnTo>
                    <a:cubicBezTo>
                      <a:pt x="5629" y="6058"/>
                      <a:pt x="5623" y="6073"/>
                      <a:pt x="5611" y="6079"/>
                    </a:cubicBezTo>
                    <a:cubicBezTo>
                      <a:pt x="5598" y="6085"/>
                      <a:pt x="5583" y="6079"/>
                      <a:pt x="5578" y="6067"/>
                    </a:cubicBezTo>
                    <a:close/>
                    <a:moveTo>
                      <a:pt x="5535" y="5976"/>
                    </a:moveTo>
                    <a:lnTo>
                      <a:pt x="5535" y="5976"/>
                    </a:lnTo>
                    <a:cubicBezTo>
                      <a:pt x="5530" y="5964"/>
                      <a:pt x="5535" y="5949"/>
                      <a:pt x="5547" y="5943"/>
                    </a:cubicBezTo>
                    <a:cubicBezTo>
                      <a:pt x="5560" y="5937"/>
                      <a:pt x="5575" y="5942"/>
                      <a:pt x="5581" y="5955"/>
                    </a:cubicBezTo>
                    <a:lnTo>
                      <a:pt x="5581" y="5955"/>
                    </a:lnTo>
                    <a:cubicBezTo>
                      <a:pt x="5587" y="5967"/>
                      <a:pt x="5581" y="5982"/>
                      <a:pt x="5569" y="5988"/>
                    </a:cubicBezTo>
                    <a:cubicBezTo>
                      <a:pt x="5556" y="5994"/>
                      <a:pt x="5541" y="5989"/>
                      <a:pt x="5535" y="5976"/>
                    </a:cubicBezTo>
                    <a:close/>
                    <a:moveTo>
                      <a:pt x="5493" y="5885"/>
                    </a:moveTo>
                    <a:lnTo>
                      <a:pt x="5493" y="5885"/>
                    </a:lnTo>
                    <a:cubicBezTo>
                      <a:pt x="5487" y="5873"/>
                      <a:pt x="5493" y="5858"/>
                      <a:pt x="5505" y="5852"/>
                    </a:cubicBezTo>
                    <a:cubicBezTo>
                      <a:pt x="5518" y="5846"/>
                      <a:pt x="5533" y="5852"/>
                      <a:pt x="5539" y="5864"/>
                    </a:cubicBezTo>
                    <a:lnTo>
                      <a:pt x="5539" y="5864"/>
                    </a:lnTo>
                    <a:cubicBezTo>
                      <a:pt x="5544" y="5877"/>
                      <a:pt x="5539" y="5892"/>
                      <a:pt x="5527" y="5897"/>
                    </a:cubicBezTo>
                    <a:cubicBezTo>
                      <a:pt x="5514" y="5903"/>
                      <a:pt x="5499" y="5898"/>
                      <a:pt x="5493" y="5885"/>
                    </a:cubicBezTo>
                    <a:close/>
                    <a:moveTo>
                      <a:pt x="5451" y="5795"/>
                    </a:moveTo>
                    <a:lnTo>
                      <a:pt x="5451" y="5795"/>
                    </a:lnTo>
                    <a:cubicBezTo>
                      <a:pt x="5445" y="5782"/>
                      <a:pt x="5451" y="5767"/>
                      <a:pt x="5463" y="5761"/>
                    </a:cubicBezTo>
                    <a:cubicBezTo>
                      <a:pt x="5476" y="5755"/>
                      <a:pt x="5491" y="5761"/>
                      <a:pt x="5496" y="5773"/>
                    </a:cubicBezTo>
                    <a:lnTo>
                      <a:pt x="5496" y="5773"/>
                    </a:lnTo>
                    <a:cubicBezTo>
                      <a:pt x="5502" y="5786"/>
                      <a:pt x="5497" y="5801"/>
                      <a:pt x="5484" y="5807"/>
                    </a:cubicBezTo>
                    <a:cubicBezTo>
                      <a:pt x="5472" y="5813"/>
                      <a:pt x="5457" y="5807"/>
                      <a:pt x="5451" y="5795"/>
                    </a:cubicBezTo>
                    <a:close/>
                    <a:moveTo>
                      <a:pt x="5409" y="5704"/>
                    </a:moveTo>
                    <a:lnTo>
                      <a:pt x="5409" y="5704"/>
                    </a:lnTo>
                    <a:cubicBezTo>
                      <a:pt x="5403" y="5691"/>
                      <a:pt x="5408" y="5676"/>
                      <a:pt x="5421" y="5671"/>
                    </a:cubicBezTo>
                    <a:cubicBezTo>
                      <a:pt x="5433" y="5665"/>
                      <a:pt x="5448" y="5670"/>
                      <a:pt x="5454" y="5683"/>
                    </a:cubicBezTo>
                    <a:lnTo>
                      <a:pt x="5454" y="5683"/>
                    </a:lnTo>
                    <a:cubicBezTo>
                      <a:pt x="5460" y="5695"/>
                      <a:pt x="5455" y="5710"/>
                      <a:pt x="5442" y="5716"/>
                    </a:cubicBezTo>
                    <a:cubicBezTo>
                      <a:pt x="5430" y="5722"/>
                      <a:pt x="5415" y="5716"/>
                      <a:pt x="5409" y="5704"/>
                    </a:cubicBezTo>
                    <a:close/>
                    <a:moveTo>
                      <a:pt x="5367" y="5613"/>
                    </a:moveTo>
                    <a:lnTo>
                      <a:pt x="5367" y="5613"/>
                    </a:lnTo>
                    <a:cubicBezTo>
                      <a:pt x="5361" y="5601"/>
                      <a:pt x="5366" y="5586"/>
                      <a:pt x="5379" y="5580"/>
                    </a:cubicBezTo>
                    <a:cubicBezTo>
                      <a:pt x="5391" y="5574"/>
                      <a:pt x="5406" y="5579"/>
                      <a:pt x="5412" y="5592"/>
                    </a:cubicBezTo>
                    <a:lnTo>
                      <a:pt x="5412" y="5592"/>
                    </a:lnTo>
                    <a:cubicBezTo>
                      <a:pt x="5418" y="5604"/>
                      <a:pt x="5413" y="5619"/>
                      <a:pt x="5400" y="5625"/>
                    </a:cubicBezTo>
                    <a:cubicBezTo>
                      <a:pt x="5388" y="5631"/>
                      <a:pt x="5373" y="5626"/>
                      <a:pt x="5367" y="5613"/>
                    </a:cubicBezTo>
                    <a:close/>
                    <a:moveTo>
                      <a:pt x="5325" y="5522"/>
                    </a:moveTo>
                    <a:lnTo>
                      <a:pt x="5325" y="5522"/>
                    </a:lnTo>
                    <a:cubicBezTo>
                      <a:pt x="5319" y="5510"/>
                      <a:pt x="5324" y="5495"/>
                      <a:pt x="5337" y="5489"/>
                    </a:cubicBezTo>
                    <a:cubicBezTo>
                      <a:pt x="5349" y="5483"/>
                      <a:pt x="5364" y="5489"/>
                      <a:pt x="5370" y="5501"/>
                    </a:cubicBezTo>
                    <a:lnTo>
                      <a:pt x="5370" y="5501"/>
                    </a:lnTo>
                    <a:cubicBezTo>
                      <a:pt x="5376" y="5514"/>
                      <a:pt x="5370" y="5529"/>
                      <a:pt x="5358" y="5534"/>
                    </a:cubicBezTo>
                    <a:cubicBezTo>
                      <a:pt x="5345" y="5540"/>
                      <a:pt x="5330" y="5535"/>
                      <a:pt x="5325" y="5522"/>
                    </a:cubicBezTo>
                    <a:close/>
                    <a:moveTo>
                      <a:pt x="5282" y="5432"/>
                    </a:moveTo>
                    <a:lnTo>
                      <a:pt x="5282" y="5432"/>
                    </a:lnTo>
                    <a:cubicBezTo>
                      <a:pt x="5277" y="5419"/>
                      <a:pt x="5282" y="5404"/>
                      <a:pt x="5294" y="5398"/>
                    </a:cubicBezTo>
                    <a:cubicBezTo>
                      <a:pt x="5307" y="5393"/>
                      <a:pt x="5322" y="5398"/>
                      <a:pt x="5328" y="5410"/>
                    </a:cubicBezTo>
                    <a:lnTo>
                      <a:pt x="5328" y="5410"/>
                    </a:lnTo>
                    <a:cubicBezTo>
                      <a:pt x="5334" y="5423"/>
                      <a:pt x="5328" y="5438"/>
                      <a:pt x="5316" y="5444"/>
                    </a:cubicBezTo>
                    <a:cubicBezTo>
                      <a:pt x="5303" y="5450"/>
                      <a:pt x="5288" y="5444"/>
                      <a:pt x="5282" y="5432"/>
                    </a:cubicBezTo>
                    <a:close/>
                    <a:moveTo>
                      <a:pt x="5240" y="5341"/>
                    </a:moveTo>
                    <a:lnTo>
                      <a:pt x="5240" y="5341"/>
                    </a:lnTo>
                    <a:cubicBezTo>
                      <a:pt x="5234" y="5328"/>
                      <a:pt x="5240" y="5314"/>
                      <a:pt x="5252" y="5308"/>
                    </a:cubicBezTo>
                    <a:cubicBezTo>
                      <a:pt x="5265" y="5302"/>
                      <a:pt x="5280" y="5307"/>
                      <a:pt x="5286" y="5320"/>
                    </a:cubicBezTo>
                    <a:lnTo>
                      <a:pt x="5286" y="5320"/>
                    </a:lnTo>
                    <a:cubicBezTo>
                      <a:pt x="5291" y="5332"/>
                      <a:pt x="5286" y="5347"/>
                      <a:pt x="5274" y="5353"/>
                    </a:cubicBezTo>
                    <a:cubicBezTo>
                      <a:pt x="5261" y="5359"/>
                      <a:pt x="5246" y="5353"/>
                      <a:pt x="5240" y="5341"/>
                    </a:cubicBezTo>
                    <a:close/>
                    <a:moveTo>
                      <a:pt x="5198" y="5250"/>
                    </a:moveTo>
                    <a:lnTo>
                      <a:pt x="5198" y="5250"/>
                    </a:lnTo>
                    <a:cubicBezTo>
                      <a:pt x="5192" y="5238"/>
                      <a:pt x="5198" y="5223"/>
                      <a:pt x="5210" y="5217"/>
                    </a:cubicBezTo>
                    <a:cubicBezTo>
                      <a:pt x="5223" y="5211"/>
                      <a:pt x="5238" y="5216"/>
                      <a:pt x="5243" y="5229"/>
                    </a:cubicBezTo>
                    <a:lnTo>
                      <a:pt x="5243" y="5229"/>
                    </a:lnTo>
                    <a:cubicBezTo>
                      <a:pt x="5249" y="5242"/>
                      <a:pt x="5244" y="5256"/>
                      <a:pt x="5231" y="5262"/>
                    </a:cubicBezTo>
                    <a:cubicBezTo>
                      <a:pt x="5219" y="5268"/>
                      <a:pt x="5204" y="5263"/>
                      <a:pt x="5198" y="5250"/>
                    </a:cubicBezTo>
                    <a:close/>
                    <a:moveTo>
                      <a:pt x="5156" y="5159"/>
                    </a:moveTo>
                    <a:lnTo>
                      <a:pt x="5156" y="5159"/>
                    </a:lnTo>
                    <a:cubicBezTo>
                      <a:pt x="5150" y="5147"/>
                      <a:pt x="5155" y="5132"/>
                      <a:pt x="5168" y="5126"/>
                    </a:cubicBezTo>
                    <a:cubicBezTo>
                      <a:pt x="5180" y="5120"/>
                      <a:pt x="5195" y="5126"/>
                      <a:pt x="5201" y="5138"/>
                    </a:cubicBezTo>
                    <a:lnTo>
                      <a:pt x="5201" y="5138"/>
                    </a:lnTo>
                    <a:cubicBezTo>
                      <a:pt x="5207" y="5151"/>
                      <a:pt x="5202" y="5166"/>
                      <a:pt x="5189" y="5172"/>
                    </a:cubicBezTo>
                    <a:cubicBezTo>
                      <a:pt x="5177" y="5177"/>
                      <a:pt x="5162" y="5172"/>
                      <a:pt x="5156" y="5159"/>
                    </a:cubicBezTo>
                    <a:close/>
                    <a:moveTo>
                      <a:pt x="5114" y="5069"/>
                    </a:moveTo>
                    <a:lnTo>
                      <a:pt x="5114" y="5069"/>
                    </a:lnTo>
                    <a:cubicBezTo>
                      <a:pt x="5108" y="5056"/>
                      <a:pt x="5113" y="5041"/>
                      <a:pt x="5126" y="5035"/>
                    </a:cubicBezTo>
                    <a:cubicBezTo>
                      <a:pt x="5138" y="5030"/>
                      <a:pt x="5153" y="5035"/>
                      <a:pt x="5159" y="5048"/>
                    </a:cubicBezTo>
                    <a:lnTo>
                      <a:pt x="5159" y="5048"/>
                    </a:lnTo>
                    <a:cubicBezTo>
                      <a:pt x="5165" y="5060"/>
                      <a:pt x="5160" y="5075"/>
                      <a:pt x="5147" y="5081"/>
                    </a:cubicBezTo>
                    <a:cubicBezTo>
                      <a:pt x="5135" y="5087"/>
                      <a:pt x="5120" y="5081"/>
                      <a:pt x="5114" y="5069"/>
                    </a:cubicBezTo>
                    <a:close/>
                    <a:moveTo>
                      <a:pt x="5072" y="4978"/>
                    </a:moveTo>
                    <a:lnTo>
                      <a:pt x="5072" y="4978"/>
                    </a:lnTo>
                    <a:cubicBezTo>
                      <a:pt x="5066" y="4965"/>
                      <a:pt x="5071" y="4951"/>
                      <a:pt x="5084" y="4945"/>
                    </a:cubicBezTo>
                    <a:cubicBezTo>
                      <a:pt x="5096" y="4939"/>
                      <a:pt x="5111" y="4944"/>
                      <a:pt x="5117" y="4957"/>
                    </a:cubicBezTo>
                    <a:lnTo>
                      <a:pt x="5117" y="4957"/>
                    </a:lnTo>
                    <a:cubicBezTo>
                      <a:pt x="5123" y="4969"/>
                      <a:pt x="5117" y="4984"/>
                      <a:pt x="5105" y="4990"/>
                    </a:cubicBezTo>
                    <a:cubicBezTo>
                      <a:pt x="5092" y="4996"/>
                      <a:pt x="5077" y="4991"/>
                      <a:pt x="5072" y="4978"/>
                    </a:cubicBezTo>
                    <a:close/>
                    <a:moveTo>
                      <a:pt x="5029" y="4887"/>
                    </a:moveTo>
                    <a:lnTo>
                      <a:pt x="5029" y="4887"/>
                    </a:lnTo>
                    <a:cubicBezTo>
                      <a:pt x="5024" y="4875"/>
                      <a:pt x="5029" y="4860"/>
                      <a:pt x="5041" y="4854"/>
                    </a:cubicBezTo>
                    <a:cubicBezTo>
                      <a:pt x="5054" y="4848"/>
                      <a:pt x="5069" y="4854"/>
                      <a:pt x="5075" y="4866"/>
                    </a:cubicBezTo>
                    <a:lnTo>
                      <a:pt x="5075" y="4866"/>
                    </a:lnTo>
                    <a:cubicBezTo>
                      <a:pt x="5081" y="4879"/>
                      <a:pt x="5075" y="4893"/>
                      <a:pt x="5063" y="4899"/>
                    </a:cubicBezTo>
                    <a:cubicBezTo>
                      <a:pt x="5050" y="4905"/>
                      <a:pt x="5035" y="4900"/>
                      <a:pt x="5029" y="4887"/>
                    </a:cubicBezTo>
                    <a:close/>
                    <a:moveTo>
                      <a:pt x="4987" y="4797"/>
                    </a:moveTo>
                    <a:lnTo>
                      <a:pt x="4987" y="4797"/>
                    </a:lnTo>
                    <a:cubicBezTo>
                      <a:pt x="4981" y="4784"/>
                      <a:pt x="4987" y="4769"/>
                      <a:pt x="4999" y="4763"/>
                    </a:cubicBezTo>
                    <a:cubicBezTo>
                      <a:pt x="5012" y="4757"/>
                      <a:pt x="5027" y="4763"/>
                      <a:pt x="5033" y="4775"/>
                    </a:cubicBezTo>
                    <a:lnTo>
                      <a:pt x="5033" y="4775"/>
                    </a:lnTo>
                    <a:cubicBezTo>
                      <a:pt x="5038" y="4788"/>
                      <a:pt x="5033" y="4803"/>
                      <a:pt x="5021" y="4809"/>
                    </a:cubicBezTo>
                    <a:cubicBezTo>
                      <a:pt x="5008" y="4814"/>
                      <a:pt x="4993" y="4809"/>
                      <a:pt x="4987" y="4797"/>
                    </a:cubicBezTo>
                    <a:close/>
                    <a:moveTo>
                      <a:pt x="4945" y="4706"/>
                    </a:moveTo>
                    <a:lnTo>
                      <a:pt x="4945" y="4706"/>
                    </a:lnTo>
                    <a:cubicBezTo>
                      <a:pt x="4939" y="4693"/>
                      <a:pt x="4945" y="4678"/>
                      <a:pt x="4957" y="4673"/>
                    </a:cubicBezTo>
                    <a:cubicBezTo>
                      <a:pt x="4970" y="4667"/>
                      <a:pt x="4985" y="4672"/>
                      <a:pt x="4990" y="4685"/>
                    </a:cubicBezTo>
                    <a:lnTo>
                      <a:pt x="4990" y="4685"/>
                    </a:lnTo>
                    <a:cubicBezTo>
                      <a:pt x="4996" y="4697"/>
                      <a:pt x="4991" y="4712"/>
                      <a:pt x="4978" y="4718"/>
                    </a:cubicBezTo>
                    <a:cubicBezTo>
                      <a:pt x="4966" y="4724"/>
                      <a:pt x="4951" y="4718"/>
                      <a:pt x="4945" y="4706"/>
                    </a:cubicBezTo>
                    <a:close/>
                    <a:moveTo>
                      <a:pt x="4903" y="4615"/>
                    </a:moveTo>
                    <a:lnTo>
                      <a:pt x="4903" y="4615"/>
                    </a:lnTo>
                    <a:cubicBezTo>
                      <a:pt x="4897" y="4603"/>
                      <a:pt x="4902" y="4588"/>
                      <a:pt x="4915" y="4582"/>
                    </a:cubicBezTo>
                    <a:cubicBezTo>
                      <a:pt x="4927" y="4576"/>
                      <a:pt x="4942" y="4581"/>
                      <a:pt x="4948" y="4594"/>
                    </a:cubicBezTo>
                    <a:lnTo>
                      <a:pt x="4948" y="4594"/>
                    </a:lnTo>
                    <a:cubicBezTo>
                      <a:pt x="4954" y="4606"/>
                      <a:pt x="4949" y="4621"/>
                      <a:pt x="4936" y="4627"/>
                    </a:cubicBezTo>
                    <a:cubicBezTo>
                      <a:pt x="4924" y="4633"/>
                      <a:pt x="4909" y="4628"/>
                      <a:pt x="4903" y="4615"/>
                    </a:cubicBezTo>
                    <a:close/>
                    <a:moveTo>
                      <a:pt x="4861" y="4524"/>
                    </a:moveTo>
                    <a:lnTo>
                      <a:pt x="4861" y="4524"/>
                    </a:lnTo>
                    <a:cubicBezTo>
                      <a:pt x="4855" y="4512"/>
                      <a:pt x="4860" y="4497"/>
                      <a:pt x="4873" y="4491"/>
                    </a:cubicBezTo>
                    <a:cubicBezTo>
                      <a:pt x="4885" y="4485"/>
                      <a:pt x="4900" y="4491"/>
                      <a:pt x="4906" y="4503"/>
                    </a:cubicBezTo>
                    <a:lnTo>
                      <a:pt x="4906" y="4503"/>
                    </a:lnTo>
                    <a:cubicBezTo>
                      <a:pt x="4912" y="4516"/>
                      <a:pt x="4907" y="4531"/>
                      <a:pt x="4894" y="4536"/>
                    </a:cubicBezTo>
                    <a:cubicBezTo>
                      <a:pt x="4882" y="4542"/>
                      <a:pt x="4867" y="4537"/>
                      <a:pt x="4861" y="4524"/>
                    </a:cubicBezTo>
                    <a:close/>
                    <a:moveTo>
                      <a:pt x="4819" y="4434"/>
                    </a:moveTo>
                    <a:lnTo>
                      <a:pt x="4819" y="4434"/>
                    </a:lnTo>
                    <a:cubicBezTo>
                      <a:pt x="4813" y="4421"/>
                      <a:pt x="4818" y="4406"/>
                      <a:pt x="4831" y="4400"/>
                    </a:cubicBezTo>
                    <a:cubicBezTo>
                      <a:pt x="4843" y="4395"/>
                      <a:pt x="4858" y="4400"/>
                      <a:pt x="4864" y="4412"/>
                    </a:cubicBezTo>
                    <a:lnTo>
                      <a:pt x="4864" y="4412"/>
                    </a:lnTo>
                    <a:cubicBezTo>
                      <a:pt x="4870" y="4425"/>
                      <a:pt x="4864" y="4440"/>
                      <a:pt x="4852" y="4446"/>
                    </a:cubicBezTo>
                    <a:cubicBezTo>
                      <a:pt x="4839" y="4452"/>
                      <a:pt x="4824" y="4446"/>
                      <a:pt x="4819" y="4434"/>
                    </a:cubicBezTo>
                    <a:close/>
                    <a:moveTo>
                      <a:pt x="4776" y="4343"/>
                    </a:moveTo>
                    <a:lnTo>
                      <a:pt x="4776" y="4343"/>
                    </a:lnTo>
                    <a:cubicBezTo>
                      <a:pt x="4771" y="4330"/>
                      <a:pt x="4776" y="4315"/>
                      <a:pt x="4788" y="4310"/>
                    </a:cubicBezTo>
                    <a:cubicBezTo>
                      <a:pt x="4801" y="4304"/>
                      <a:pt x="4816" y="4309"/>
                      <a:pt x="4822" y="4322"/>
                    </a:cubicBezTo>
                    <a:lnTo>
                      <a:pt x="4822" y="4322"/>
                    </a:lnTo>
                    <a:cubicBezTo>
                      <a:pt x="4828" y="4334"/>
                      <a:pt x="4822" y="4349"/>
                      <a:pt x="4810" y="4355"/>
                    </a:cubicBezTo>
                    <a:cubicBezTo>
                      <a:pt x="4797" y="4361"/>
                      <a:pt x="4782" y="4355"/>
                      <a:pt x="4776" y="4343"/>
                    </a:cubicBezTo>
                    <a:close/>
                    <a:moveTo>
                      <a:pt x="4734" y="4252"/>
                    </a:moveTo>
                    <a:lnTo>
                      <a:pt x="4734" y="4252"/>
                    </a:lnTo>
                    <a:cubicBezTo>
                      <a:pt x="4728" y="4240"/>
                      <a:pt x="4734" y="4225"/>
                      <a:pt x="4746" y="4219"/>
                    </a:cubicBezTo>
                    <a:cubicBezTo>
                      <a:pt x="4759" y="4213"/>
                      <a:pt x="4774" y="4218"/>
                      <a:pt x="4780" y="4231"/>
                    </a:cubicBezTo>
                    <a:lnTo>
                      <a:pt x="4780" y="4231"/>
                    </a:lnTo>
                    <a:cubicBezTo>
                      <a:pt x="4785" y="4243"/>
                      <a:pt x="4780" y="4258"/>
                      <a:pt x="4768" y="4264"/>
                    </a:cubicBezTo>
                    <a:cubicBezTo>
                      <a:pt x="4755" y="4270"/>
                      <a:pt x="4740" y="4265"/>
                      <a:pt x="4734" y="4252"/>
                    </a:cubicBezTo>
                    <a:close/>
                    <a:moveTo>
                      <a:pt x="4692" y="4161"/>
                    </a:moveTo>
                    <a:lnTo>
                      <a:pt x="4692" y="4161"/>
                    </a:lnTo>
                    <a:cubicBezTo>
                      <a:pt x="4686" y="4149"/>
                      <a:pt x="4692" y="4134"/>
                      <a:pt x="4704" y="4128"/>
                    </a:cubicBezTo>
                    <a:cubicBezTo>
                      <a:pt x="4717" y="4122"/>
                      <a:pt x="4732" y="4128"/>
                      <a:pt x="4737" y="4140"/>
                    </a:cubicBezTo>
                    <a:lnTo>
                      <a:pt x="4737" y="4140"/>
                    </a:lnTo>
                    <a:cubicBezTo>
                      <a:pt x="4743" y="4153"/>
                      <a:pt x="4738" y="4168"/>
                      <a:pt x="4725" y="4173"/>
                    </a:cubicBezTo>
                    <a:cubicBezTo>
                      <a:pt x="4713" y="4179"/>
                      <a:pt x="4698" y="4174"/>
                      <a:pt x="4692" y="4161"/>
                    </a:cubicBezTo>
                    <a:close/>
                    <a:moveTo>
                      <a:pt x="4650" y="4071"/>
                    </a:moveTo>
                    <a:lnTo>
                      <a:pt x="4650" y="4071"/>
                    </a:lnTo>
                    <a:cubicBezTo>
                      <a:pt x="4644" y="4058"/>
                      <a:pt x="4649" y="4043"/>
                      <a:pt x="4662" y="4037"/>
                    </a:cubicBezTo>
                    <a:cubicBezTo>
                      <a:pt x="4674" y="4032"/>
                      <a:pt x="4689" y="4037"/>
                      <a:pt x="4695" y="4049"/>
                    </a:cubicBezTo>
                    <a:lnTo>
                      <a:pt x="4695" y="4050"/>
                    </a:lnTo>
                    <a:cubicBezTo>
                      <a:pt x="4701" y="4062"/>
                      <a:pt x="4696" y="4077"/>
                      <a:pt x="4683" y="4083"/>
                    </a:cubicBezTo>
                    <a:cubicBezTo>
                      <a:pt x="4671" y="4089"/>
                      <a:pt x="4656" y="4083"/>
                      <a:pt x="4650" y="4071"/>
                    </a:cubicBezTo>
                    <a:close/>
                    <a:moveTo>
                      <a:pt x="4608" y="3980"/>
                    </a:moveTo>
                    <a:lnTo>
                      <a:pt x="4608" y="3980"/>
                    </a:lnTo>
                    <a:cubicBezTo>
                      <a:pt x="4602" y="3967"/>
                      <a:pt x="4607" y="3953"/>
                      <a:pt x="4620" y="3947"/>
                    </a:cubicBezTo>
                    <a:cubicBezTo>
                      <a:pt x="4632" y="3941"/>
                      <a:pt x="4647" y="3946"/>
                      <a:pt x="4653" y="3959"/>
                    </a:cubicBezTo>
                    <a:lnTo>
                      <a:pt x="4653" y="3959"/>
                    </a:lnTo>
                    <a:cubicBezTo>
                      <a:pt x="4659" y="3971"/>
                      <a:pt x="4654" y="3986"/>
                      <a:pt x="4641" y="3992"/>
                    </a:cubicBezTo>
                    <a:cubicBezTo>
                      <a:pt x="4629" y="3998"/>
                      <a:pt x="4614" y="3992"/>
                      <a:pt x="4608" y="3980"/>
                    </a:cubicBezTo>
                    <a:close/>
                    <a:moveTo>
                      <a:pt x="4566" y="3889"/>
                    </a:moveTo>
                    <a:lnTo>
                      <a:pt x="4566" y="3889"/>
                    </a:lnTo>
                    <a:cubicBezTo>
                      <a:pt x="4560" y="3877"/>
                      <a:pt x="4565" y="3862"/>
                      <a:pt x="4578" y="3856"/>
                    </a:cubicBezTo>
                    <a:cubicBezTo>
                      <a:pt x="4590" y="3850"/>
                      <a:pt x="4605" y="3856"/>
                      <a:pt x="4611" y="3868"/>
                    </a:cubicBezTo>
                    <a:lnTo>
                      <a:pt x="4611" y="3868"/>
                    </a:lnTo>
                    <a:cubicBezTo>
                      <a:pt x="4617" y="3881"/>
                      <a:pt x="4611" y="3895"/>
                      <a:pt x="4599" y="3901"/>
                    </a:cubicBezTo>
                    <a:cubicBezTo>
                      <a:pt x="4586" y="3907"/>
                      <a:pt x="4571" y="3902"/>
                      <a:pt x="4566" y="3889"/>
                    </a:cubicBezTo>
                    <a:close/>
                    <a:moveTo>
                      <a:pt x="4523" y="3799"/>
                    </a:moveTo>
                    <a:lnTo>
                      <a:pt x="4523" y="3798"/>
                    </a:lnTo>
                    <a:cubicBezTo>
                      <a:pt x="4518" y="3786"/>
                      <a:pt x="4523" y="3771"/>
                      <a:pt x="4535" y="3765"/>
                    </a:cubicBezTo>
                    <a:cubicBezTo>
                      <a:pt x="4548" y="3759"/>
                      <a:pt x="4563" y="3765"/>
                      <a:pt x="4569" y="3777"/>
                    </a:cubicBezTo>
                    <a:lnTo>
                      <a:pt x="4569" y="3777"/>
                    </a:lnTo>
                    <a:cubicBezTo>
                      <a:pt x="4575" y="3790"/>
                      <a:pt x="4569" y="3805"/>
                      <a:pt x="4557" y="3811"/>
                    </a:cubicBezTo>
                    <a:cubicBezTo>
                      <a:pt x="4544" y="3816"/>
                      <a:pt x="4529" y="3811"/>
                      <a:pt x="4523" y="3799"/>
                    </a:cubicBezTo>
                    <a:close/>
                    <a:moveTo>
                      <a:pt x="4481" y="3708"/>
                    </a:moveTo>
                    <a:lnTo>
                      <a:pt x="4481" y="3708"/>
                    </a:lnTo>
                    <a:cubicBezTo>
                      <a:pt x="4475" y="3695"/>
                      <a:pt x="4481" y="3680"/>
                      <a:pt x="4493" y="3675"/>
                    </a:cubicBezTo>
                    <a:cubicBezTo>
                      <a:pt x="4506" y="3669"/>
                      <a:pt x="4521" y="3674"/>
                      <a:pt x="4527" y="3687"/>
                    </a:cubicBezTo>
                    <a:lnTo>
                      <a:pt x="4527" y="3687"/>
                    </a:lnTo>
                    <a:cubicBezTo>
                      <a:pt x="4532" y="3699"/>
                      <a:pt x="4527" y="3714"/>
                      <a:pt x="4515" y="3720"/>
                    </a:cubicBezTo>
                    <a:cubicBezTo>
                      <a:pt x="4502" y="3726"/>
                      <a:pt x="4487" y="3720"/>
                      <a:pt x="4481" y="3708"/>
                    </a:cubicBezTo>
                    <a:close/>
                    <a:moveTo>
                      <a:pt x="4439" y="3617"/>
                    </a:moveTo>
                    <a:lnTo>
                      <a:pt x="4439" y="3617"/>
                    </a:lnTo>
                    <a:cubicBezTo>
                      <a:pt x="4433" y="3605"/>
                      <a:pt x="4439" y="3590"/>
                      <a:pt x="4451" y="3584"/>
                    </a:cubicBezTo>
                    <a:cubicBezTo>
                      <a:pt x="4464" y="3578"/>
                      <a:pt x="4479" y="3583"/>
                      <a:pt x="4484" y="3596"/>
                    </a:cubicBezTo>
                    <a:lnTo>
                      <a:pt x="4484" y="3596"/>
                    </a:lnTo>
                    <a:cubicBezTo>
                      <a:pt x="4490" y="3608"/>
                      <a:pt x="4485" y="3623"/>
                      <a:pt x="4472" y="3629"/>
                    </a:cubicBezTo>
                    <a:cubicBezTo>
                      <a:pt x="4460" y="3635"/>
                      <a:pt x="4445" y="3630"/>
                      <a:pt x="4439" y="3617"/>
                    </a:cubicBezTo>
                    <a:close/>
                    <a:moveTo>
                      <a:pt x="4397" y="3526"/>
                    </a:moveTo>
                    <a:lnTo>
                      <a:pt x="4397" y="3526"/>
                    </a:lnTo>
                    <a:cubicBezTo>
                      <a:pt x="4391" y="3514"/>
                      <a:pt x="4396" y="3499"/>
                      <a:pt x="4409" y="3493"/>
                    </a:cubicBezTo>
                    <a:cubicBezTo>
                      <a:pt x="4421" y="3487"/>
                      <a:pt x="4436" y="3493"/>
                      <a:pt x="4442" y="3505"/>
                    </a:cubicBezTo>
                    <a:lnTo>
                      <a:pt x="4442" y="3505"/>
                    </a:lnTo>
                    <a:cubicBezTo>
                      <a:pt x="4448" y="3518"/>
                      <a:pt x="4443" y="3533"/>
                      <a:pt x="4430" y="3538"/>
                    </a:cubicBezTo>
                    <a:cubicBezTo>
                      <a:pt x="4418" y="3544"/>
                      <a:pt x="4403" y="3539"/>
                      <a:pt x="4397" y="3526"/>
                    </a:cubicBezTo>
                    <a:close/>
                    <a:moveTo>
                      <a:pt x="4355" y="3436"/>
                    </a:moveTo>
                    <a:lnTo>
                      <a:pt x="4355" y="3436"/>
                    </a:lnTo>
                    <a:cubicBezTo>
                      <a:pt x="4349" y="3423"/>
                      <a:pt x="4354" y="3408"/>
                      <a:pt x="4367" y="3402"/>
                    </a:cubicBezTo>
                    <a:cubicBezTo>
                      <a:pt x="4379" y="3396"/>
                      <a:pt x="4394" y="3402"/>
                      <a:pt x="4400" y="3414"/>
                    </a:cubicBezTo>
                    <a:lnTo>
                      <a:pt x="4400" y="3414"/>
                    </a:lnTo>
                    <a:cubicBezTo>
                      <a:pt x="4406" y="3427"/>
                      <a:pt x="4401" y="3442"/>
                      <a:pt x="4388" y="3448"/>
                    </a:cubicBezTo>
                    <a:cubicBezTo>
                      <a:pt x="4376" y="3453"/>
                      <a:pt x="4361" y="3448"/>
                      <a:pt x="4355" y="3436"/>
                    </a:cubicBezTo>
                    <a:close/>
                    <a:moveTo>
                      <a:pt x="4313" y="3345"/>
                    </a:moveTo>
                    <a:lnTo>
                      <a:pt x="4313" y="3345"/>
                    </a:lnTo>
                    <a:cubicBezTo>
                      <a:pt x="4307" y="3332"/>
                      <a:pt x="4312" y="3317"/>
                      <a:pt x="4325" y="3312"/>
                    </a:cubicBezTo>
                    <a:cubicBezTo>
                      <a:pt x="4337" y="3306"/>
                      <a:pt x="4352" y="3311"/>
                      <a:pt x="4358" y="3324"/>
                    </a:cubicBezTo>
                    <a:lnTo>
                      <a:pt x="4358" y="3324"/>
                    </a:lnTo>
                    <a:cubicBezTo>
                      <a:pt x="4364" y="3336"/>
                      <a:pt x="4358" y="3351"/>
                      <a:pt x="4346" y="3357"/>
                    </a:cubicBezTo>
                    <a:cubicBezTo>
                      <a:pt x="4333" y="3363"/>
                      <a:pt x="4318" y="3357"/>
                      <a:pt x="4313" y="3345"/>
                    </a:cubicBezTo>
                    <a:close/>
                    <a:moveTo>
                      <a:pt x="4270" y="3254"/>
                    </a:moveTo>
                    <a:lnTo>
                      <a:pt x="4270" y="3254"/>
                    </a:lnTo>
                    <a:cubicBezTo>
                      <a:pt x="4265" y="3242"/>
                      <a:pt x="4270" y="3227"/>
                      <a:pt x="4282" y="3221"/>
                    </a:cubicBezTo>
                    <a:cubicBezTo>
                      <a:pt x="4295" y="3215"/>
                      <a:pt x="4310" y="3220"/>
                      <a:pt x="4316" y="3233"/>
                    </a:cubicBezTo>
                    <a:lnTo>
                      <a:pt x="4316" y="3233"/>
                    </a:lnTo>
                    <a:cubicBezTo>
                      <a:pt x="4322" y="3245"/>
                      <a:pt x="4316" y="3260"/>
                      <a:pt x="4304" y="3266"/>
                    </a:cubicBezTo>
                    <a:cubicBezTo>
                      <a:pt x="4291" y="3272"/>
                      <a:pt x="4276" y="3267"/>
                      <a:pt x="4270" y="3254"/>
                    </a:cubicBezTo>
                    <a:close/>
                    <a:moveTo>
                      <a:pt x="4228" y="3163"/>
                    </a:moveTo>
                    <a:lnTo>
                      <a:pt x="4228" y="3163"/>
                    </a:lnTo>
                    <a:cubicBezTo>
                      <a:pt x="4222" y="3151"/>
                      <a:pt x="4228" y="3136"/>
                      <a:pt x="4240" y="3130"/>
                    </a:cubicBezTo>
                    <a:cubicBezTo>
                      <a:pt x="4253" y="3124"/>
                      <a:pt x="4268" y="3130"/>
                      <a:pt x="4274" y="3142"/>
                    </a:cubicBezTo>
                    <a:lnTo>
                      <a:pt x="4274" y="3142"/>
                    </a:lnTo>
                    <a:cubicBezTo>
                      <a:pt x="4279" y="3155"/>
                      <a:pt x="4274" y="3170"/>
                      <a:pt x="4262" y="3175"/>
                    </a:cubicBezTo>
                    <a:cubicBezTo>
                      <a:pt x="4249" y="3181"/>
                      <a:pt x="4234" y="3176"/>
                      <a:pt x="4228" y="3163"/>
                    </a:cubicBezTo>
                    <a:close/>
                    <a:moveTo>
                      <a:pt x="4186" y="3073"/>
                    </a:moveTo>
                    <a:lnTo>
                      <a:pt x="4186" y="3073"/>
                    </a:lnTo>
                    <a:cubicBezTo>
                      <a:pt x="4180" y="3060"/>
                      <a:pt x="4186" y="3045"/>
                      <a:pt x="4198" y="3039"/>
                    </a:cubicBezTo>
                    <a:cubicBezTo>
                      <a:pt x="4211" y="3034"/>
                      <a:pt x="4226" y="3039"/>
                      <a:pt x="4231" y="3051"/>
                    </a:cubicBezTo>
                    <a:lnTo>
                      <a:pt x="4231" y="3051"/>
                    </a:lnTo>
                    <a:cubicBezTo>
                      <a:pt x="4237" y="3064"/>
                      <a:pt x="4232" y="3079"/>
                      <a:pt x="4219" y="3085"/>
                    </a:cubicBezTo>
                    <a:cubicBezTo>
                      <a:pt x="4207" y="3091"/>
                      <a:pt x="4192" y="3085"/>
                      <a:pt x="4186" y="3073"/>
                    </a:cubicBezTo>
                    <a:close/>
                    <a:moveTo>
                      <a:pt x="4144" y="2982"/>
                    </a:moveTo>
                    <a:lnTo>
                      <a:pt x="4144" y="2982"/>
                    </a:lnTo>
                    <a:cubicBezTo>
                      <a:pt x="4138" y="2969"/>
                      <a:pt x="4143" y="2955"/>
                      <a:pt x="4156" y="2949"/>
                    </a:cubicBezTo>
                    <a:cubicBezTo>
                      <a:pt x="4168" y="2943"/>
                      <a:pt x="4183" y="2948"/>
                      <a:pt x="4189" y="2961"/>
                    </a:cubicBezTo>
                    <a:lnTo>
                      <a:pt x="4189" y="2961"/>
                    </a:lnTo>
                    <a:cubicBezTo>
                      <a:pt x="4195" y="2973"/>
                      <a:pt x="4190" y="2988"/>
                      <a:pt x="4177" y="2994"/>
                    </a:cubicBezTo>
                    <a:cubicBezTo>
                      <a:pt x="4165" y="3000"/>
                      <a:pt x="4150" y="2994"/>
                      <a:pt x="4144" y="2982"/>
                    </a:cubicBezTo>
                    <a:close/>
                    <a:moveTo>
                      <a:pt x="4102" y="2891"/>
                    </a:moveTo>
                    <a:lnTo>
                      <a:pt x="4102" y="2891"/>
                    </a:lnTo>
                    <a:cubicBezTo>
                      <a:pt x="4096" y="2879"/>
                      <a:pt x="4101" y="2864"/>
                      <a:pt x="4114" y="2858"/>
                    </a:cubicBezTo>
                    <a:cubicBezTo>
                      <a:pt x="4126" y="2852"/>
                      <a:pt x="4141" y="2857"/>
                      <a:pt x="4147" y="2870"/>
                    </a:cubicBezTo>
                    <a:lnTo>
                      <a:pt x="4147" y="2870"/>
                    </a:lnTo>
                    <a:cubicBezTo>
                      <a:pt x="4153" y="2883"/>
                      <a:pt x="4148" y="2897"/>
                      <a:pt x="4135" y="2903"/>
                    </a:cubicBezTo>
                    <a:cubicBezTo>
                      <a:pt x="4123" y="2909"/>
                      <a:pt x="4108" y="2904"/>
                      <a:pt x="4102" y="2891"/>
                    </a:cubicBezTo>
                    <a:close/>
                    <a:moveTo>
                      <a:pt x="4060" y="2800"/>
                    </a:moveTo>
                    <a:lnTo>
                      <a:pt x="4060" y="2800"/>
                    </a:lnTo>
                    <a:cubicBezTo>
                      <a:pt x="4054" y="2788"/>
                      <a:pt x="4059" y="2773"/>
                      <a:pt x="4072" y="2767"/>
                    </a:cubicBezTo>
                    <a:cubicBezTo>
                      <a:pt x="4084" y="2761"/>
                      <a:pt x="4099" y="2767"/>
                      <a:pt x="4105" y="2779"/>
                    </a:cubicBezTo>
                    <a:lnTo>
                      <a:pt x="4105" y="2779"/>
                    </a:lnTo>
                    <a:cubicBezTo>
                      <a:pt x="4111" y="2792"/>
                      <a:pt x="4105" y="2807"/>
                      <a:pt x="4093" y="2813"/>
                    </a:cubicBezTo>
                    <a:cubicBezTo>
                      <a:pt x="4080" y="2818"/>
                      <a:pt x="4065" y="2813"/>
                      <a:pt x="4060" y="2800"/>
                    </a:cubicBezTo>
                    <a:close/>
                    <a:moveTo>
                      <a:pt x="4017" y="2710"/>
                    </a:moveTo>
                    <a:lnTo>
                      <a:pt x="4017" y="2710"/>
                    </a:lnTo>
                    <a:cubicBezTo>
                      <a:pt x="4012" y="2697"/>
                      <a:pt x="4017" y="2682"/>
                      <a:pt x="4029" y="2676"/>
                    </a:cubicBezTo>
                    <a:cubicBezTo>
                      <a:pt x="4042" y="2671"/>
                      <a:pt x="4057" y="2676"/>
                      <a:pt x="4063" y="2689"/>
                    </a:cubicBezTo>
                    <a:lnTo>
                      <a:pt x="4063" y="2689"/>
                    </a:lnTo>
                    <a:cubicBezTo>
                      <a:pt x="4069" y="2701"/>
                      <a:pt x="4063" y="2716"/>
                      <a:pt x="4051" y="2722"/>
                    </a:cubicBezTo>
                    <a:cubicBezTo>
                      <a:pt x="4038" y="2728"/>
                      <a:pt x="4023" y="2722"/>
                      <a:pt x="4017" y="2710"/>
                    </a:cubicBezTo>
                    <a:close/>
                    <a:moveTo>
                      <a:pt x="3975" y="2619"/>
                    </a:moveTo>
                    <a:lnTo>
                      <a:pt x="3975" y="2619"/>
                    </a:lnTo>
                    <a:cubicBezTo>
                      <a:pt x="3969" y="2606"/>
                      <a:pt x="3975" y="2592"/>
                      <a:pt x="3987" y="2586"/>
                    </a:cubicBezTo>
                    <a:cubicBezTo>
                      <a:pt x="4000" y="2580"/>
                      <a:pt x="4015" y="2585"/>
                      <a:pt x="4021" y="2598"/>
                    </a:cubicBezTo>
                    <a:lnTo>
                      <a:pt x="4021" y="2598"/>
                    </a:lnTo>
                    <a:cubicBezTo>
                      <a:pt x="4026" y="2610"/>
                      <a:pt x="4021" y="2625"/>
                      <a:pt x="4009" y="2631"/>
                    </a:cubicBezTo>
                    <a:cubicBezTo>
                      <a:pt x="3996" y="2637"/>
                      <a:pt x="3981" y="2632"/>
                      <a:pt x="3975" y="2619"/>
                    </a:cubicBezTo>
                    <a:close/>
                    <a:moveTo>
                      <a:pt x="3933" y="2528"/>
                    </a:moveTo>
                    <a:lnTo>
                      <a:pt x="3933" y="2528"/>
                    </a:lnTo>
                    <a:cubicBezTo>
                      <a:pt x="3927" y="2516"/>
                      <a:pt x="3933" y="2501"/>
                      <a:pt x="3945" y="2495"/>
                    </a:cubicBezTo>
                    <a:cubicBezTo>
                      <a:pt x="3958" y="2489"/>
                      <a:pt x="3973" y="2495"/>
                      <a:pt x="3978" y="2507"/>
                    </a:cubicBezTo>
                    <a:lnTo>
                      <a:pt x="3978" y="2507"/>
                    </a:lnTo>
                    <a:cubicBezTo>
                      <a:pt x="3984" y="2520"/>
                      <a:pt x="3979" y="2534"/>
                      <a:pt x="3966" y="2540"/>
                    </a:cubicBezTo>
                    <a:cubicBezTo>
                      <a:pt x="3954" y="2546"/>
                      <a:pt x="3939" y="2541"/>
                      <a:pt x="3933" y="2528"/>
                    </a:cubicBezTo>
                    <a:close/>
                    <a:moveTo>
                      <a:pt x="3891" y="2438"/>
                    </a:moveTo>
                    <a:lnTo>
                      <a:pt x="3891" y="2438"/>
                    </a:lnTo>
                    <a:cubicBezTo>
                      <a:pt x="3885" y="2425"/>
                      <a:pt x="3890" y="2410"/>
                      <a:pt x="3903" y="2404"/>
                    </a:cubicBezTo>
                    <a:cubicBezTo>
                      <a:pt x="3915" y="2398"/>
                      <a:pt x="3930" y="2404"/>
                      <a:pt x="3936" y="2416"/>
                    </a:cubicBezTo>
                    <a:lnTo>
                      <a:pt x="3936" y="2416"/>
                    </a:lnTo>
                    <a:cubicBezTo>
                      <a:pt x="3942" y="2429"/>
                      <a:pt x="3937" y="2444"/>
                      <a:pt x="3924" y="2450"/>
                    </a:cubicBezTo>
                    <a:cubicBezTo>
                      <a:pt x="3912" y="2455"/>
                      <a:pt x="3897" y="2450"/>
                      <a:pt x="3891" y="2438"/>
                    </a:cubicBezTo>
                    <a:close/>
                    <a:moveTo>
                      <a:pt x="3849" y="2347"/>
                    </a:moveTo>
                    <a:lnTo>
                      <a:pt x="3849" y="2347"/>
                    </a:lnTo>
                    <a:cubicBezTo>
                      <a:pt x="3843" y="2334"/>
                      <a:pt x="3848" y="2319"/>
                      <a:pt x="3861" y="2314"/>
                    </a:cubicBezTo>
                    <a:cubicBezTo>
                      <a:pt x="3873" y="2308"/>
                      <a:pt x="3888" y="2313"/>
                      <a:pt x="3894" y="2326"/>
                    </a:cubicBezTo>
                    <a:lnTo>
                      <a:pt x="3894" y="2326"/>
                    </a:lnTo>
                    <a:cubicBezTo>
                      <a:pt x="3900" y="2338"/>
                      <a:pt x="3895" y="2353"/>
                      <a:pt x="3882" y="2359"/>
                    </a:cubicBezTo>
                    <a:cubicBezTo>
                      <a:pt x="3870" y="2365"/>
                      <a:pt x="3855" y="2359"/>
                      <a:pt x="3849" y="2347"/>
                    </a:cubicBezTo>
                    <a:close/>
                    <a:moveTo>
                      <a:pt x="3807" y="2256"/>
                    </a:moveTo>
                    <a:lnTo>
                      <a:pt x="3807" y="2256"/>
                    </a:lnTo>
                    <a:cubicBezTo>
                      <a:pt x="3801" y="2244"/>
                      <a:pt x="3806" y="2229"/>
                      <a:pt x="3819" y="2223"/>
                    </a:cubicBezTo>
                    <a:cubicBezTo>
                      <a:pt x="3831" y="2217"/>
                      <a:pt x="3846" y="2222"/>
                      <a:pt x="3852" y="2235"/>
                    </a:cubicBezTo>
                    <a:lnTo>
                      <a:pt x="3852" y="2235"/>
                    </a:lnTo>
                    <a:cubicBezTo>
                      <a:pt x="3858" y="2247"/>
                      <a:pt x="3852" y="2262"/>
                      <a:pt x="3840" y="2268"/>
                    </a:cubicBezTo>
                    <a:cubicBezTo>
                      <a:pt x="3827" y="2274"/>
                      <a:pt x="3812" y="2269"/>
                      <a:pt x="3807" y="2256"/>
                    </a:cubicBezTo>
                    <a:close/>
                    <a:moveTo>
                      <a:pt x="3764" y="2165"/>
                    </a:moveTo>
                    <a:lnTo>
                      <a:pt x="3764" y="2165"/>
                    </a:lnTo>
                    <a:cubicBezTo>
                      <a:pt x="3759" y="2153"/>
                      <a:pt x="3764" y="2138"/>
                      <a:pt x="3776" y="2132"/>
                    </a:cubicBezTo>
                    <a:cubicBezTo>
                      <a:pt x="3789" y="2126"/>
                      <a:pt x="3804" y="2132"/>
                      <a:pt x="3810" y="2144"/>
                    </a:cubicBezTo>
                    <a:lnTo>
                      <a:pt x="3810" y="2144"/>
                    </a:lnTo>
                    <a:cubicBezTo>
                      <a:pt x="3816" y="2157"/>
                      <a:pt x="3810" y="2172"/>
                      <a:pt x="3798" y="2177"/>
                    </a:cubicBezTo>
                    <a:cubicBezTo>
                      <a:pt x="3785" y="2183"/>
                      <a:pt x="3770" y="2178"/>
                      <a:pt x="3764" y="2165"/>
                    </a:cubicBezTo>
                    <a:close/>
                    <a:moveTo>
                      <a:pt x="3722" y="2075"/>
                    </a:moveTo>
                    <a:lnTo>
                      <a:pt x="3722" y="2075"/>
                    </a:lnTo>
                    <a:cubicBezTo>
                      <a:pt x="3716" y="2062"/>
                      <a:pt x="3722" y="2047"/>
                      <a:pt x="3734" y="2041"/>
                    </a:cubicBezTo>
                    <a:cubicBezTo>
                      <a:pt x="3747" y="2035"/>
                      <a:pt x="3762" y="2041"/>
                      <a:pt x="3768" y="2053"/>
                    </a:cubicBezTo>
                    <a:lnTo>
                      <a:pt x="3768" y="2053"/>
                    </a:lnTo>
                    <a:cubicBezTo>
                      <a:pt x="3773" y="2066"/>
                      <a:pt x="3768" y="2081"/>
                      <a:pt x="3756" y="2087"/>
                    </a:cubicBezTo>
                    <a:cubicBezTo>
                      <a:pt x="3743" y="2093"/>
                      <a:pt x="3728" y="2087"/>
                      <a:pt x="3722" y="2075"/>
                    </a:cubicBezTo>
                    <a:close/>
                    <a:moveTo>
                      <a:pt x="3680" y="1984"/>
                    </a:moveTo>
                    <a:lnTo>
                      <a:pt x="3680" y="1984"/>
                    </a:lnTo>
                    <a:cubicBezTo>
                      <a:pt x="3674" y="1971"/>
                      <a:pt x="3680" y="1956"/>
                      <a:pt x="3692" y="1951"/>
                    </a:cubicBezTo>
                    <a:cubicBezTo>
                      <a:pt x="3705" y="1945"/>
                      <a:pt x="3720" y="1950"/>
                      <a:pt x="3725" y="1963"/>
                    </a:cubicBezTo>
                    <a:lnTo>
                      <a:pt x="3725" y="1963"/>
                    </a:lnTo>
                    <a:cubicBezTo>
                      <a:pt x="3731" y="1975"/>
                      <a:pt x="3726" y="1990"/>
                      <a:pt x="3713" y="1996"/>
                    </a:cubicBezTo>
                    <a:cubicBezTo>
                      <a:pt x="3701" y="2002"/>
                      <a:pt x="3686" y="1996"/>
                      <a:pt x="3680" y="1984"/>
                    </a:cubicBezTo>
                    <a:close/>
                    <a:moveTo>
                      <a:pt x="3638" y="1893"/>
                    </a:moveTo>
                    <a:lnTo>
                      <a:pt x="3638" y="1893"/>
                    </a:lnTo>
                    <a:cubicBezTo>
                      <a:pt x="3632" y="1881"/>
                      <a:pt x="3637" y="1866"/>
                      <a:pt x="3650" y="1860"/>
                    </a:cubicBezTo>
                    <a:cubicBezTo>
                      <a:pt x="3662" y="1854"/>
                      <a:pt x="3677" y="1859"/>
                      <a:pt x="3683" y="1872"/>
                    </a:cubicBezTo>
                    <a:lnTo>
                      <a:pt x="3683" y="1872"/>
                    </a:lnTo>
                    <a:cubicBezTo>
                      <a:pt x="3689" y="1884"/>
                      <a:pt x="3684" y="1899"/>
                      <a:pt x="3671" y="1905"/>
                    </a:cubicBezTo>
                    <a:cubicBezTo>
                      <a:pt x="3659" y="1911"/>
                      <a:pt x="3644" y="1906"/>
                      <a:pt x="3638" y="1893"/>
                    </a:cubicBezTo>
                    <a:close/>
                    <a:moveTo>
                      <a:pt x="3596" y="1802"/>
                    </a:moveTo>
                    <a:lnTo>
                      <a:pt x="3596" y="1802"/>
                    </a:lnTo>
                    <a:cubicBezTo>
                      <a:pt x="3590" y="1790"/>
                      <a:pt x="3595" y="1775"/>
                      <a:pt x="3608" y="1769"/>
                    </a:cubicBezTo>
                    <a:cubicBezTo>
                      <a:pt x="3620" y="1763"/>
                      <a:pt x="3635" y="1769"/>
                      <a:pt x="3641" y="1781"/>
                    </a:cubicBezTo>
                    <a:lnTo>
                      <a:pt x="3641" y="1781"/>
                    </a:lnTo>
                    <a:cubicBezTo>
                      <a:pt x="3647" y="1794"/>
                      <a:pt x="3642" y="1809"/>
                      <a:pt x="3629" y="1814"/>
                    </a:cubicBezTo>
                    <a:cubicBezTo>
                      <a:pt x="3617" y="1820"/>
                      <a:pt x="3602" y="1815"/>
                      <a:pt x="3596" y="1802"/>
                    </a:cubicBezTo>
                    <a:close/>
                    <a:moveTo>
                      <a:pt x="3554" y="1712"/>
                    </a:moveTo>
                    <a:lnTo>
                      <a:pt x="3554" y="1712"/>
                    </a:lnTo>
                    <a:cubicBezTo>
                      <a:pt x="3548" y="1699"/>
                      <a:pt x="3553" y="1684"/>
                      <a:pt x="3566" y="1678"/>
                    </a:cubicBezTo>
                    <a:cubicBezTo>
                      <a:pt x="3578" y="1673"/>
                      <a:pt x="3593" y="1678"/>
                      <a:pt x="3599" y="1690"/>
                    </a:cubicBezTo>
                    <a:lnTo>
                      <a:pt x="3599" y="1691"/>
                    </a:lnTo>
                    <a:cubicBezTo>
                      <a:pt x="3605" y="1703"/>
                      <a:pt x="3599" y="1718"/>
                      <a:pt x="3587" y="1724"/>
                    </a:cubicBezTo>
                    <a:cubicBezTo>
                      <a:pt x="3574" y="1730"/>
                      <a:pt x="3559" y="1724"/>
                      <a:pt x="3554" y="1712"/>
                    </a:cubicBezTo>
                    <a:close/>
                    <a:moveTo>
                      <a:pt x="3511" y="1621"/>
                    </a:moveTo>
                    <a:lnTo>
                      <a:pt x="3511" y="1621"/>
                    </a:lnTo>
                    <a:cubicBezTo>
                      <a:pt x="3506" y="1608"/>
                      <a:pt x="3511" y="1594"/>
                      <a:pt x="3523" y="1588"/>
                    </a:cubicBezTo>
                    <a:cubicBezTo>
                      <a:pt x="3536" y="1582"/>
                      <a:pt x="3551" y="1587"/>
                      <a:pt x="3557" y="1600"/>
                    </a:cubicBezTo>
                    <a:lnTo>
                      <a:pt x="3557" y="1600"/>
                    </a:lnTo>
                    <a:cubicBezTo>
                      <a:pt x="3563" y="1612"/>
                      <a:pt x="3557" y="1627"/>
                      <a:pt x="3545" y="1633"/>
                    </a:cubicBezTo>
                    <a:cubicBezTo>
                      <a:pt x="3532" y="1639"/>
                      <a:pt x="3517" y="1633"/>
                      <a:pt x="3511" y="1621"/>
                    </a:cubicBezTo>
                    <a:close/>
                    <a:moveTo>
                      <a:pt x="3469" y="1530"/>
                    </a:moveTo>
                    <a:lnTo>
                      <a:pt x="3469" y="1530"/>
                    </a:lnTo>
                    <a:cubicBezTo>
                      <a:pt x="3463" y="1518"/>
                      <a:pt x="3469" y="1503"/>
                      <a:pt x="3481" y="1497"/>
                    </a:cubicBezTo>
                    <a:cubicBezTo>
                      <a:pt x="3494" y="1491"/>
                      <a:pt x="3509" y="1497"/>
                      <a:pt x="3515" y="1509"/>
                    </a:cubicBezTo>
                    <a:lnTo>
                      <a:pt x="3515" y="1509"/>
                    </a:lnTo>
                    <a:cubicBezTo>
                      <a:pt x="3520" y="1522"/>
                      <a:pt x="3515" y="1536"/>
                      <a:pt x="3503" y="1542"/>
                    </a:cubicBezTo>
                    <a:cubicBezTo>
                      <a:pt x="3490" y="1548"/>
                      <a:pt x="3475" y="1543"/>
                      <a:pt x="3469" y="1530"/>
                    </a:cubicBezTo>
                    <a:close/>
                    <a:moveTo>
                      <a:pt x="3427" y="1440"/>
                    </a:moveTo>
                    <a:lnTo>
                      <a:pt x="3427" y="1439"/>
                    </a:lnTo>
                    <a:cubicBezTo>
                      <a:pt x="3421" y="1427"/>
                      <a:pt x="3427" y="1412"/>
                      <a:pt x="3439" y="1406"/>
                    </a:cubicBezTo>
                    <a:cubicBezTo>
                      <a:pt x="3452" y="1400"/>
                      <a:pt x="3467" y="1406"/>
                      <a:pt x="3472" y="1418"/>
                    </a:cubicBezTo>
                    <a:lnTo>
                      <a:pt x="3472" y="1418"/>
                    </a:lnTo>
                    <a:cubicBezTo>
                      <a:pt x="3478" y="1431"/>
                      <a:pt x="3473" y="1446"/>
                      <a:pt x="3460" y="1452"/>
                    </a:cubicBezTo>
                    <a:cubicBezTo>
                      <a:pt x="3448" y="1457"/>
                      <a:pt x="3433" y="1452"/>
                      <a:pt x="3427" y="1440"/>
                    </a:cubicBezTo>
                    <a:close/>
                    <a:moveTo>
                      <a:pt x="3385" y="1349"/>
                    </a:moveTo>
                    <a:lnTo>
                      <a:pt x="3385" y="1349"/>
                    </a:lnTo>
                    <a:cubicBezTo>
                      <a:pt x="3379" y="1336"/>
                      <a:pt x="3385" y="1321"/>
                      <a:pt x="3397" y="1316"/>
                    </a:cubicBezTo>
                    <a:cubicBezTo>
                      <a:pt x="3410" y="1310"/>
                      <a:pt x="3424" y="1315"/>
                      <a:pt x="3430" y="1328"/>
                    </a:cubicBezTo>
                    <a:lnTo>
                      <a:pt x="3430" y="1328"/>
                    </a:lnTo>
                    <a:cubicBezTo>
                      <a:pt x="3436" y="1340"/>
                      <a:pt x="3431" y="1355"/>
                      <a:pt x="3418" y="1361"/>
                    </a:cubicBezTo>
                    <a:cubicBezTo>
                      <a:pt x="3406" y="1367"/>
                      <a:pt x="3391" y="1361"/>
                      <a:pt x="3385" y="1349"/>
                    </a:cubicBezTo>
                    <a:close/>
                    <a:moveTo>
                      <a:pt x="3343" y="1258"/>
                    </a:moveTo>
                    <a:lnTo>
                      <a:pt x="3343" y="1258"/>
                    </a:lnTo>
                    <a:cubicBezTo>
                      <a:pt x="3337" y="1246"/>
                      <a:pt x="3342" y="1231"/>
                      <a:pt x="3355" y="1225"/>
                    </a:cubicBezTo>
                    <a:cubicBezTo>
                      <a:pt x="3367" y="1219"/>
                      <a:pt x="3382" y="1224"/>
                      <a:pt x="3388" y="1237"/>
                    </a:cubicBezTo>
                    <a:lnTo>
                      <a:pt x="3388" y="1237"/>
                    </a:lnTo>
                    <a:cubicBezTo>
                      <a:pt x="3394" y="1249"/>
                      <a:pt x="3389" y="1264"/>
                      <a:pt x="3376" y="1270"/>
                    </a:cubicBezTo>
                    <a:cubicBezTo>
                      <a:pt x="3364" y="1276"/>
                      <a:pt x="3349" y="1271"/>
                      <a:pt x="3343" y="1258"/>
                    </a:cubicBezTo>
                    <a:close/>
                    <a:moveTo>
                      <a:pt x="3301" y="1167"/>
                    </a:moveTo>
                    <a:lnTo>
                      <a:pt x="3301" y="1167"/>
                    </a:lnTo>
                    <a:cubicBezTo>
                      <a:pt x="3295" y="1155"/>
                      <a:pt x="3300" y="1140"/>
                      <a:pt x="3313" y="1134"/>
                    </a:cubicBezTo>
                    <a:cubicBezTo>
                      <a:pt x="3325" y="1128"/>
                      <a:pt x="3340" y="1134"/>
                      <a:pt x="3346" y="1146"/>
                    </a:cubicBezTo>
                    <a:lnTo>
                      <a:pt x="3346" y="1146"/>
                    </a:lnTo>
                    <a:cubicBezTo>
                      <a:pt x="3352" y="1159"/>
                      <a:pt x="3346" y="1174"/>
                      <a:pt x="3334" y="1179"/>
                    </a:cubicBezTo>
                    <a:cubicBezTo>
                      <a:pt x="3321" y="1185"/>
                      <a:pt x="3307" y="1180"/>
                      <a:pt x="3301" y="1167"/>
                    </a:cubicBezTo>
                    <a:close/>
                    <a:moveTo>
                      <a:pt x="3258" y="1077"/>
                    </a:moveTo>
                    <a:lnTo>
                      <a:pt x="3258" y="1077"/>
                    </a:lnTo>
                    <a:cubicBezTo>
                      <a:pt x="3253" y="1064"/>
                      <a:pt x="3258" y="1049"/>
                      <a:pt x="3271" y="1043"/>
                    </a:cubicBezTo>
                    <a:cubicBezTo>
                      <a:pt x="3283" y="1037"/>
                      <a:pt x="3298" y="1043"/>
                      <a:pt x="3304" y="1055"/>
                    </a:cubicBezTo>
                    <a:lnTo>
                      <a:pt x="3304" y="1055"/>
                    </a:lnTo>
                    <a:cubicBezTo>
                      <a:pt x="3310" y="1068"/>
                      <a:pt x="3304" y="1083"/>
                      <a:pt x="3292" y="1089"/>
                    </a:cubicBezTo>
                    <a:cubicBezTo>
                      <a:pt x="3279" y="1094"/>
                      <a:pt x="3264" y="1089"/>
                      <a:pt x="3258" y="1077"/>
                    </a:cubicBezTo>
                    <a:close/>
                    <a:moveTo>
                      <a:pt x="3216" y="986"/>
                    </a:moveTo>
                    <a:lnTo>
                      <a:pt x="3216" y="986"/>
                    </a:lnTo>
                    <a:cubicBezTo>
                      <a:pt x="3210" y="973"/>
                      <a:pt x="3216" y="958"/>
                      <a:pt x="3228" y="953"/>
                    </a:cubicBezTo>
                    <a:cubicBezTo>
                      <a:pt x="3241" y="947"/>
                      <a:pt x="3256" y="952"/>
                      <a:pt x="3262" y="965"/>
                    </a:cubicBezTo>
                    <a:lnTo>
                      <a:pt x="3262" y="965"/>
                    </a:lnTo>
                    <a:cubicBezTo>
                      <a:pt x="3267" y="977"/>
                      <a:pt x="3262" y="992"/>
                      <a:pt x="3250" y="998"/>
                    </a:cubicBezTo>
                    <a:cubicBezTo>
                      <a:pt x="3237" y="1004"/>
                      <a:pt x="3222" y="998"/>
                      <a:pt x="3216" y="986"/>
                    </a:cubicBezTo>
                    <a:close/>
                    <a:moveTo>
                      <a:pt x="3174" y="895"/>
                    </a:moveTo>
                    <a:lnTo>
                      <a:pt x="3174" y="895"/>
                    </a:lnTo>
                    <a:cubicBezTo>
                      <a:pt x="3168" y="883"/>
                      <a:pt x="3174" y="868"/>
                      <a:pt x="3186" y="862"/>
                    </a:cubicBezTo>
                    <a:cubicBezTo>
                      <a:pt x="3199" y="856"/>
                      <a:pt x="3214" y="861"/>
                      <a:pt x="3219" y="874"/>
                    </a:cubicBezTo>
                    <a:lnTo>
                      <a:pt x="3219" y="874"/>
                    </a:lnTo>
                    <a:cubicBezTo>
                      <a:pt x="3225" y="886"/>
                      <a:pt x="3220" y="901"/>
                      <a:pt x="3207" y="907"/>
                    </a:cubicBezTo>
                    <a:cubicBezTo>
                      <a:pt x="3195" y="913"/>
                      <a:pt x="3180" y="908"/>
                      <a:pt x="3174" y="895"/>
                    </a:cubicBezTo>
                    <a:close/>
                    <a:moveTo>
                      <a:pt x="3132" y="804"/>
                    </a:moveTo>
                    <a:lnTo>
                      <a:pt x="3132" y="804"/>
                    </a:lnTo>
                    <a:cubicBezTo>
                      <a:pt x="3126" y="792"/>
                      <a:pt x="3132" y="777"/>
                      <a:pt x="3144" y="771"/>
                    </a:cubicBezTo>
                    <a:cubicBezTo>
                      <a:pt x="3157" y="765"/>
                      <a:pt x="3171" y="771"/>
                      <a:pt x="3177" y="783"/>
                    </a:cubicBezTo>
                    <a:lnTo>
                      <a:pt x="3177" y="783"/>
                    </a:lnTo>
                    <a:cubicBezTo>
                      <a:pt x="3183" y="796"/>
                      <a:pt x="3178" y="811"/>
                      <a:pt x="3165" y="816"/>
                    </a:cubicBezTo>
                    <a:cubicBezTo>
                      <a:pt x="3153" y="822"/>
                      <a:pt x="3138" y="817"/>
                      <a:pt x="3132" y="804"/>
                    </a:cubicBezTo>
                    <a:close/>
                    <a:moveTo>
                      <a:pt x="3090" y="714"/>
                    </a:moveTo>
                    <a:lnTo>
                      <a:pt x="3090" y="714"/>
                    </a:lnTo>
                    <a:cubicBezTo>
                      <a:pt x="3084" y="701"/>
                      <a:pt x="3089" y="686"/>
                      <a:pt x="3102" y="680"/>
                    </a:cubicBezTo>
                    <a:cubicBezTo>
                      <a:pt x="3114" y="675"/>
                      <a:pt x="3129" y="680"/>
                      <a:pt x="3135" y="692"/>
                    </a:cubicBezTo>
                    <a:lnTo>
                      <a:pt x="3135" y="692"/>
                    </a:lnTo>
                    <a:cubicBezTo>
                      <a:pt x="3141" y="705"/>
                      <a:pt x="3136" y="720"/>
                      <a:pt x="3123" y="726"/>
                    </a:cubicBezTo>
                    <a:cubicBezTo>
                      <a:pt x="3111" y="732"/>
                      <a:pt x="3096" y="726"/>
                      <a:pt x="3090" y="714"/>
                    </a:cubicBezTo>
                    <a:close/>
                    <a:moveTo>
                      <a:pt x="3048" y="623"/>
                    </a:moveTo>
                    <a:lnTo>
                      <a:pt x="3048" y="623"/>
                    </a:lnTo>
                    <a:cubicBezTo>
                      <a:pt x="3042" y="610"/>
                      <a:pt x="3047" y="596"/>
                      <a:pt x="3060" y="590"/>
                    </a:cubicBezTo>
                    <a:cubicBezTo>
                      <a:pt x="3072" y="584"/>
                      <a:pt x="3087" y="589"/>
                      <a:pt x="3093" y="602"/>
                    </a:cubicBezTo>
                    <a:lnTo>
                      <a:pt x="3093" y="602"/>
                    </a:lnTo>
                    <a:cubicBezTo>
                      <a:pt x="3099" y="614"/>
                      <a:pt x="3093" y="629"/>
                      <a:pt x="3081" y="635"/>
                    </a:cubicBezTo>
                    <a:cubicBezTo>
                      <a:pt x="3068" y="641"/>
                      <a:pt x="3054" y="635"/>
                      <a:pt x="3048" y="623"/>
                    </a:cubicBezTo>
                    <a:close/>
                    <a:moveTo>
                      <a:pt x="3006" y="532"/>
                    </a:moveTo>
                    <a:lnTo>
                      <a:pt x="3005" y="532"/>
                    </a:lnTo>
                    <a:cubicBezTo>
                      <a:pt x="3000" y="520"/>
                      <a:pt x="3005" y="505"/>
                      <a:pt x="3018" y="499"/>
                    </a:cubicBezTo>
                    <a:cubicBezTo>
                      <a:pt x="3030" y="493"/>
                      <a:pt x="3045" y="498"/>
                      <a:pt x="3051" y="511"/>
                    </a:cubicBezTo>
                    <a:lnTo>
                      <a:pt x="3051" y="511"/>
                    </a:lnTo>
                    <a:cubicBezTo>
                      <a:pt x="3057" y="524"/>
                      <a:pt x="3051" y="538"/>
                      <a:pt x="3039" y="544"/>
                    </a:cubicBezTo>
                    <a:cubicBezTo>
                      <a:pt x="3026" y="550"/>
                      <a:pt x="3011" y="545"/>
                      <a:pt x="3006" y="532"/>
                    </a:cubicBezTo>
                    <a:close/>
                    <a:moveTo>
                      <a:pt x="2963" y="441"/>
                    </a:moveTo>
                    <a:lnTo>
                      <a:pt x="2963" y="441"/>
                    </a:lnTo>
                    <a:cubicBezTo>
                      <a:pt x="2957" y="429"/>
                      <a:pt x="2963" y="414"/>
                      <a:pt x="2975" y="408"/>
                    </a:cubicBezTo>
                    <a:cubicBezTo>
                      <a:pt x="2988" y="402"/>
                      <a:pt x="3003" y="408"/>
                      <a:pt x="3009" y="420"/>
                    </a:cubicBezTo>
                    <a:lnTo>
                      <a:pt x="3009" y="420"/>
                    </a:lnTo>
                    <a:cubicBezTo>
                      <a:pt x="3014" y="433"/>
                      <a:pt x="3009" y="448"/>
                      <a:pt x="2997" y="454"/>
                    </a:cubicBezTo>
                    <a:cubicBezTo>
                      <a:pt x="2984" y="459"/>
                      <a:pt x="2969" y="454"/>
                      <a:pt x="2963" y="441"/>
                    </a:cubicBezTo>
                    <a:close/>
                    <a:moveTo>
                      <a:pt x="2921" y="351"/>
                    </a:moveTo>
                    <a:lnTo>
                      <a:pt x="2921" y="351"/>
                    </a:lnTo>
                    <a:cubicBezTo>
                      <a:pt x="2915" y="338"/>
                      <a:pt x="2921" y="323"/>
                      <a:pt x="2933" y="317"/>
                    </a:cubicBezTo>
                    <a:cubicBezTo>
                      <a:pt x="2946" y="312"/>
                      <a:pt x="2961" y="317"/>
                      <a:pt x="2966" y="330"/>
                    </a:cubicBezTo>
                    <a:lnTo>
                      <a:pt x="2966" y="330"/>
                    </a:lnTo>
                    <a:cubicBezTo>
                      <a:pt x="2972" y="342"/>
                      <a:pt x="2967" y="357"/>
                      <a:pt x="2954" y="363"/>
                    </a:cubicBezTo>
                    <a:cubicBezTo>
                      <a:pt x="2942" y="369"/>
                      <a:pt x="2927" y="363"/>
                      <a:pt x="2921" y="351"/>
                    </a:cubicBezTo>
                    <a:close/>
                    <a:moveTo>
                      <a:pt x="2879" y="260"/>
                    </a:moveTo>
                    <a:lnTo>
                      <a:pt x="2879" y="260"/>
                    </a:lnTo>
                    <a:cubicBezTo>
                      <a:pt x="2873" y="247"/>
                      <a:pt x="2879" y="233"/>
                      <a:pt x="2891" y="227"/>
                    </a:cubicBezTo>
                    <a:cubicBezTo>
                      <a:pt x="2904" y="221"/>
                      <a:pt x="2918" y="226"/>
                      <a:pt x="2924" y="239"/>
                    </a:cubicBezTo>
                    <a:lnTo>
                      <a:pt x="2924" y="239"/>
                    </a:lnTo>
                    <a:cubicBezTo>
                      <a:pt x="2930" y="251"/>
                      <a:pt x="2925" y="266"/>
                      <a:pt x="2912" y="272"/>
                    </a:cubicBezTo>
                    <a:cubicBezTo>
                      <a:pt x="2900" y="278"/>
                      <a:pt x="2885" y="273"/>
                      <a:pt x="2879" y="260"/>
                    </a:cubicBezTo>
                    <a:close/>
                    <a:moveTo>
                      <a:pt x="2837" y="169"/>
                    </a:moveTo>
                    <a:lnTo>
                      <a:pt x="2837" y="169"/>
                    </a:lnTo>
                    <a:cubicBezTo>
                      <a:pt x="2831" y="157"/>
                      <a:pt x="2836" y="142"/>
                      <a:pt x="2849" y="136"/>
                    </a:cubicBezTo>
                    <a:cubicBezTo>
                      <a:pt x="2861" y="130"/>
                      <a:pt x="2876" y="136"/>
                      <a:pt x="2882" y="148"/>
                    </a:cubicBezTo>
                    <a:lnTo>
                      <a:pt x="2882" y="148"/>
                    </a:lnTo>
                    <a:cubicBezTo>
                      <a:pt x="2888" y="161"/>
                      <a:pt x="2883" y="175"/>
                      <a:pt x="2870" y="181"/>
                    </a:cubicBezTo>
                    <a:cubicBezTo>
                      <a:pt x="2858" y="187"/>
                      <a:pt x="2843" y="182"/>
                      <a:pt x="2837" y="169"/>
                    </a:cubicBezTo>
                    <a:close/>
                    <a:moveTo>
                      <a:pt x="2795" y="79"/>
                    </a:moveTo>
                    <a:lnTo>
                      <a:pt x="2795" y="79"/>
                    </a:lnTo>
                    <a:cubicBezTo>
                      <a:pt x="2789" y="66"/>
                      <a:pt x="2794" y="51"/>
                      <a:pt x="2807" y="45"/>
                    </a:cubicBezTo>
                    <a:cubicBezTo>
                      <a:pt x="2819" y="39"/>
                      <a:pt x="2834" y="45"/>
                      <a:pt x="2840" y="57"/>
                    </a:cubicBezTo>
                    <a:lnTo>
                      <a:pt x="2840" y="57"/>
                    </a:lnTo>
                    <a:cubicBezTo>
                      <a:pt x="2846" y="70"/>
                      <a:pt x="2840" y="85"/>
                      <a:pt x="2828" y="91"/>
                    </a:cubicBezTo>
                    <a:cubicBezTo>
                      <a:pt x="2815" y="96"/>
                      <a:pt x="2801" y="91"/>
                      <a:pt x="2795" y="79"/>
                    </a:cubicBezTo>
                    <a:close/>
                    <a:moveTo>
                      <a:pt x="2744" y="50"/>
                    </a:moveTo>
                    <a:lnTo>
                      <a:pt x="2744" y="50"/>
                    </a:lnTo>
                    <a:cubicBezTo>
                      <a:pt x="2731" y="50"/>
                      <a:pt x="2719" y="39"/>
                      <a:pt x="2719" y="25"/>
                    </a:cubicBezTo>
                    <a:cubicBezTo>
                      <a:pt x="2719" y="12"/>
                      <a:pt x="2731" y="0"/>
                      <a:pt x="2744" y="0"/>
                    </a:cubicBezTo>
                    <a:lnTo>
                      <a:pt x="2744" y="0"/>
                    </a:lnTo>
                    <a:cubicBezTo>
                      <a:pt x="2758" y="0"/>
                      <a:pt x="2769" y="12"/>
                      <a:pt x="2769" y="25"/>
                    </a:cubicBezTo>
                    <a:cubicBezTo>
                      <a:pt x="2769" y="39"/>
                      <a:pt x="2758" y="50"/>
                      <a:pt x="2744" y="50"/>
                    </a:cubicBezTo>
                    <a:close/>
                    <a:moveTo>
                      <a:pt x="2644" y="50"/>
                    </a:moveTo>
                    <a:lnTo>
                      <a:pt x="2644" y="50"/>
                    </a:lnTo>
                    <a:cubicBezTo>
                      <a:pt x="2631" y="50"/>
                      <a:pt x="2619" y="39"/>
                      <a:pt x="2619" y="25"/>
                    </a:cubicBezTo>
                    <a:cubicBezTo>
                      <a:pt x="2619" y="12"/>
                      <a:pt x="2631" y="0"/>
                      <a:pt x="2644" y="0"/>
                    </a:cubicBezTo>
                    <a:lnTo>
                      <a:pt x="2644" y="0"/>
                    </a:lnTo>
                    <a:cubicBezTo>
                      <a:pt x="2658" y="0"/>
                      <a:pt x="2669" y="12"/>
                      <a:pt x="2669" y="25"/>
                    </a:cubicBezTo>
                    <a:cubicBezTo>
                      <a:pt x="2669" y="39"/>
                      <a:pt x="2658" y="50"/>
                      <a:pt x="2644" y="50"/>
                    </a:cubicBezTo>
                    <a:close/>
                    <a:moveTo>
                      <a:pt x="2544" y="50"/>
                    </a:moveTo>
                    <a:lnTo>
                      <a:pt x="2544" y="50"/>
                    </a:lnTo>
                    <a:cubicBezTo>
                      <a:pt x="2530" y="50"/>
                      <a:pt x="2519" y="39"/>
                      <a:pt x="2519" y="25"/>
                    </a:cubicBezTo>
                    <a:cubicBezTo>
                      <a:pt x="2519" y="12"/>
                      <a:pt x="2530" y="0"/>
                      <a:pt x="2544" y="0"/>
                    </a:cubicBezTo>
                    <a:lnTo>
                      <a:pt x="2544" y="0"/>
                    </a:lnTo>
                    <a:cubicBezTo>
                      <a:pt x="2558" y="0"/>
                      <a:pt x="2569" y="12"/>
                      <a:pt x="2569" y="25"/>
                    </a:cubicBezTo>
                    <a:cubicBezTo>
                      <a:pt x="2569" y="39"/>
                      <a:pt x="2558" y="50"/>
                      <a:pt x="2544" y="50"/>
                    </a:cubicBezTo>
                    <a:close/>
                    <a:moveTo>
                      <a:pt x="2444" y="50"/>
                    </a:moveTo>
                    <a:lnTo>
                      <a:pt x="2444" y="50"/>
                    </a:lnTo>
                    <a:cubicBezTo>
                      <a:pt x="2430" y="50"/>
                      <a:pt x="2419" y="39"/>
                      <a:pt x="2419" y="25"/>
                    </a:cubicBezTo>
                    <a:cubicBezTo>
                      <a:pt x="2419" y="12"/>
                      <a:pt x="2430" y="0"/>
                      <a:pt x="2444" y="0"/>
                    </a:cubicBezTo>
                    <a:lnTo>
                      <a:pt x="2444" y="0"/>
                    </a:lnTo>
                    <a:cubicBezTo>
                      <a:pt x="2458" y="0"/>
                      <a:pt x="2469" y="12"/>
                      <a:pt x="2469" y="25"/>
                    </a:cubicBezTo>
                    <a:cubicBezTo>
                      <a:pt x="2469" y="39"/>
                      <a:pt x="2458" y="50"/>
                      <a:pt x="2444" y="50"/>
                    </a:cubicBezTo>
                    <a:close/>
                    <a:moveTo>
                      <a:pt x="2344" y="50"/>
                    </a:moveTo>
                    <a:lnTo>
                      <a:pt x="2344" y="50"/>
                    </a:lnTo>
                    <a:cubicBezTo>
                      <a:pt x="2330" y="50"/>
                      <a:pt x="2319" y="39"/>
                      <a:pt x="2319" y="25"/>
                    </a:cubicBezTo>
                    <a:cubicBezTo>
                      <a:pt x="2319" y="12"/>
                      <a:pt x="2330" y="0"/>
                      <a:pt x="2344" y="0"/>
                    </a:cubicBezTo>
                    <a:lnTo>
                      <a:pt x="2344" y="0"/>
                    </a:lnTo>
                    <a:cubicBezTo>
                      <a:pt x="2358" y="0"/>
                      <a:pt x="2369" y="12"/>
                      <a:pt x="2369" y="25"/>
                    </a:cubicBezTo>
                    <a:cubicBezTo>
                      <a:pt x="2369" y="39"/>
                      <a:pt x="2358" y="50"/>
                      <a:pt x="2344" y="50"/>
                    </a:cubicBezTo>
                    <a:close/>
                    <a:moveTo>
                      <a:pt x="2244" y="50"/>
                    </a:moveTo>
                    <a:lnTo>
                      <a:pt x="2244" y="50"/>
                    </a:lnTo>
                    <a:cubicBezTo>
                      <a:pt x="2230" y="50"/>
                      <a:pt x="2219" y="39"/>
                      <a:pt x="2219" y="25"/>
                    </a:cubicBezTo>
                    <a:cubicBezTo>
                      <a:pt x="2219" y="12"/>
                      <a:pt x="2230" y="0"/>
                      <a:pt x="2244" y="0"/>
                    </a:cubicBezTo>
                    <a:lnTo>
                      <a:pt x="2244" y="0"/>
                    </a:lnTo>
                    <a:cubicBezTo>
                      <a:pt x="2258" y="0"/>
                      <a:pt x="2269" y="12"/>
                      <a:pt x="2269" y="25"/>
                    </a:cubicBezTo>
                    <a:cubicBezTo>
                      <a:pt x="2269" y="39"/>
                      <a:pt x="2258" y="50"/>
                      <a:pt x="2244" y="50"/>
                    </a:cubicBezTo>
                    <a:close/>
                    <a:moveTo>
                      <a:pt x="2144" y="50"/>
                    </a:moveTo>
                    <a:lnTo>
                      <a:pt x="2144" y="50"/>
                    </a:lnTo>
                    <a:cubicBezTo>
                      <a:pt x="2130" y="50"/>
                      <a:pt x="2119" y="39"/>
                      <a:pt x="2119" y="25"/>
                    </a:cubicBezTo>
                    <a:cubicBezTo>
                      <a:pt x="2119" y="12"/>
                      <a:pt x="2130" y="0"/>
                      <a:pt x="2144" y="0"/>
                    </a:cubicBezTo>
                    <a:lnTo>
                      <a:pt x="2144" y="0"/>
                    </a:lnTo>
                    <a:cubicBezTo>
                      <a:pt x="2158" y="0"/>
                      <a:pt x="2169" y="12"/>
                      <a:pt x="2169" y="25"/>
                    </a:cubicBezTo>
                    <a:cubicBezTo>
                      <a:pt x="2169" y="39"/>
                      <a:pt x="2158" y="50"/>
                      <a:pt x="2144" y="50"/>
                    </a:cubicBezTo>
                    <a:close/>
                    <a:moveTo>
                      <a:pt x="2044" y="50"/>
                    </a:moveTo>
                    <a:lnTo>
                      <a:pt x="2044" y="50"/>
                    </a:lnTo>
                    <a:cubicBezTo>
                      <a:pt x="2030" y="50"/>
                      <a:pt x="2019" y="39"/>
                      <a:pt x="2019" y="25"/>
                    </a:cubicBezTo>
                    <a:cubicBezTo>
                      <a:pt x="2019" y="12"/>
                      <a:pt x="2030" y="0"/>
                      <a:pt x="2044" y="0"/>
                    </a:cubicBezTo>
                    <a:lnTo>
                      <a:pt x="2044" y="0"/>
                    </a:lnTo>
                    <a:cubicBezTo>
                      <a:pt x="2058" y="0"/>
                      <a:pt x="2069" y="12"/>
                      <a:pt x="2069" y="25"/>
                    </a:cubicBezTo>
                    <a:cubicBezTo>
                      <a:pt x="2069" y="39"/>
                      <a:pt x="2058" y="50"/>
                      <a:pt x="2044" y="50"/>
                    </a:cubicBezTo>
                    <a:close/>
                    <a:moveTo>
                      <a:pt x="1944" y="50"/>
                    </a:moveTo>
                    <a:lnTo>
                      <a:pt x="1944" y="50"/>
                    </a:lnTo>
                    <a:cubicBezTo>
                      <a:pt x="1930" y="50"/>
                      <a:pt x="1919" y="39"/>
                      <a:pt x="1919" y="25"/>
                    </a:cubicBezTo>
                    <a:cubicBezTo>
                      <a:pt x="1919" y="12"/>
                      <a:pt x="1930" y="0"/>
                      <a:pt x="1944" y="0"/>
                    </a:cubicBezTo>
                    <a:lnTo>
                      <a:pt x="1944" y="0"/>
                    </a:lnTo>
                    <a:cubicBezTo>
                      <a:pt x="1958" y="0"/>
                      <a:pt x="1969" y="12"/>
                      <a:pt x="1969" y="25"/>
                    </a:cubicBezTo>
                    <a:cubicBezTo>
                      <a:pt x="1969" y="39"/>
                      <a:pt x="1958" y="50"/>
                      <a:pt x="1944" y="50"/>
                    </a:cubicBezTo>
                    <a:close/>
                    <a:moveTo>
                      <a:pt x="1844" y="50"/>
                    </a:moveTo>
                    <a:lnTo>
                      <a:pt x="1844" y="50"/>
                    </a:lnTo>
                    <a:cubicBezTo>
                      <a:pt x="1830" y="50"/>
                      <a:pt x="1819" y="39"/>
                      <a:pt x="1819" y="25"/>
                    </a:cubicBezTo>
                    <a:cubicBezTo>
                      <a:pt x="1819" y="12"/>
                      <a:pt x="1830" y="0"/>
                      <a:pt x="1844" y="0"/>
                    </a:cubicBezTo>
                    <a:lnTo>
                      <a:pt x="1844" y="0"/>
                    </a:lnTo>
                    <a:cubicBezTo>
                      <a:pt x="1858" y="0"/>
                      <a:pt x="1869" y="12"/>
                      <a:pt x="1869" y="25"/>
                    </a:cubicBezTo>
                    <a:cubicBezTo>
                      <a:pt x="1869" y="39"/>
                      <a:pt x="1858" y="50"/>
                      <a:pt x="1844" y="50"/>
                    </a:cubicBezTo>
                    <a:close/>
                    <a:moveTo>
                      <a:pt x="1744" y="50"/>
                    </a:moveTo>
                    <a:lnTo>
                      <a:pt x="1744" y="50"/>
                    </a:lnTo>
                    <a:cubicBezTo>
                      <a:pt x="1730" y="50"/>
                      <a:pt x="1719" y="39"/>
                      <a:pt x="1719" y="25"/>
                    </a:cubicBezTo>
                    <a:cubicBezTo>
                      <a:pt x="1719" y="12"/>
                      <a:pt x="1730" y="0"/>
                      <a:pt x="1744" y="0"/>
                    </a:cubicBezTo>
                    <a:lnTo>
                      <a:pt x="1744" y="0"/>
                    </a:lnTo>
                    <a:cubicBezTo>
                      <a:pt x="1758" y="0"/>
                      <a:pt x="1769" y="12"/>
                      <a:pt x="1769" y="25"/>
                    </a:cubicBezTo>
                    <a:cubicBezTo>
                      <a:pt x="1769" y="39"/>
                      <a:pt x="1758" y="50"/>
                      <a:pt x="1744" y="50"/>
                    </a:cubicBezTo>
                    <a:close/>
                    <a:moveTo>
                      <a:pt x="1644" y="50"/>
                    </a:moveTo>
                    <a:lnTo>
                      <a:pt x="1644" y="50"/>
                    </a:lnTo>
                    <a:cubicBezTo>
                      <a:pt x="1630" y="50"/>
                      <a:pt x="1619" y="39"/>
                      <a:pt x="1619" y="25"/>
                    </a:cubicBezTo>
                    <a:cubicBezTo>
                      <a:pt x="1619" y="12"/>
                      <a:pt x="1630" y="0"/>
                      <a:pt x="1644" y="0"/>
                    </a:cubicBezTo>
                    <a:lnTo>
                      <a:pt x="1644" y="0"/>
                    </a:lnTo>
                    <a:cubicBezTo>
                      <a:pt x="1658" y="0"/>
                      <a:pt x="1669" y="12"/>
                      <a:pt x="1669" y="25"/>
                    </a:cubicBezTo>
                    <a:cubicBezTo>
                      <a:pt x="1669" y="39"/>
                      <a:pt x="1658" y="50"/>
                      <a:pt x="1644" y="50"/>
                    </a:cubicBezTo>
                    <a:close/>
                    <a:moveTo>
                      <a:pt x="1544" y="50"/>
                    </a:moveTo>
                    <a:lnTo>
                      <a:pt x="1544" y="50"/>
                    </a:lnTo>
                    <a:cubicBezTo>
                      <a:pt x="1530" y="50"/>
                      <a:pt x="1519" y="39"/>
                      <a:pt x="1519" y="25"/>
                    </a:cubicBezTo>
                    <a:cubicBezTo>
                      <a:pt x="1519" y="12"/>
                      <a:pt x="1530" y="0"/>
                      <a:pt x="1544" y="0"/>
                    </a:cubicBezTo>
                    <a:lnTo>
                      <a:pt x="1544" y="0"/>
                    </a:lnTo>
                    <a:cubicBezTo>
                      <a:pt x="1558" y="0"/>
                      <a:pt x="1569" y="12"/>
                      <a:pt x="1569" y="25"/>
                    </a:cubicBezTo>
                    <a:cubicBezTo>
                      <a:pt x="1569" y="39"/>
                      <a:pt x="1558" y="50"/>
                      <a:pt x="1544" y="50"/>
                    </a:cubicBezTo>
                    <a:close/>
                    <a:moveTo>
                      <a:pt x="1444" y="50"/>
                    </a:moveTo>
                    <a:lnTo>
                      <a:pt x="1444" y="50"/>
                    </a:lnTo>
                    <a:cubicBezTo>
                      <a:pt x="1430" y="50"/>
                      <a:pt x="1419" y="39"/>
                      <a:pt x="1419" y="25"/>
                    </a:cubicBezTo>
                    <a:cubicBezTo>
                      <a:pt x="1419" y="12"/>
                      <a:pt x="1430" y="0"/>
                      <a:pt x="1444" y="0"/>
                    </a:cubicBezTo>
                    <a:lnTo>
                      <a:pt x="1444" y="0"/>
                    </a:lnTo>
                    <a:cubicBezTo>
                      <a:pt x="1458" y="0"/>
                      <a:pt x="1469" y="12"/>
                      <a:pt x="1469" y="25"/>
                    </a:cubicBezTo>
                    <a:cubicBezTo>
                      <a:pt x="1469" y="39"/>
                      <a:pt x="1458" y="50"/>
                      <a:pt x="1444" y="50"/>
                    </a:cubicBezTo>
                    <a:close/>
                    <a:moveTo>
                      <a:pt x="1344" y="50"/>
                    </a:moveTo>
                    <a:lnTo>
                      <a:pt x="1344" y="50"/>
                    </a:lnTo>
                    <a:cubicBezTo>
                      <a:pt x="1330" y="50"/>
                      <a:pt x="1319" y="39"/>
                      <a:pt x="1319" y="25"/>
                    </a:cubicBezTo>
                    <a:cubicBezTo>
                      <a:pt x="1319" y="12"/>
                      <a:pt x="1330" y="0"/>
                      <a:pt x="1344" y="0"/>
                    </a:cubicBezTo>
                    <a:lnTo>
                      <a:pt x="1344" y="0"/>
                    </a:lnTo>
                    <a:cubicBezTo>
                      <a:pt x="1358" y="0"/>
                      <a:pt x="1369" y="12"/>
                      <a:pt x="1369" y="25"/>
                    </a:cubicBezTo>
                    <a:cubicBezTo>
                      <a:pt x="1369" y="39"/>
                      <a:pt x="1358" y="50"/>
                      <a:pt x="1344" y="50"/>
                    </a:cubicBezTo>
                    <a:close/>
                    <a:moveTo>
                      <a:pt x="1244" y="50"/>
                    </a:moveTo>
                    <a:lnTo>
                      <a:pt x="1244" y="50"/>
                    </a:lnTo>
                    <a:cubicBezTo>
                      <a:pt x="1230" y="50"/>
                      <a:pt x="1219" y="39"/>
                      <a:pt x="1219" y="25"/>
                    </a:cubicBezTo>
                    <a:cubicBezTo>
                      <a:pt x="1219" y="12"/>
                      <a:pt x="1230" y="0"/>
                      <a:pt x="1244" y="0"/>
                    </a:cubicBezTo>
                    <a:lnTo>
                      <a:pt x="1244" y="0"/>
                    </a:lnTo>
                    <a:cubicBezTo>
                      <a:pt x="1257" y="0"/>
                      <a:pt x="1269" y="12"/>
                      <a:pt x="1269" y="25"/>
                    </a:cubicBezTo>
                    <a:cubicBezTo>
                      <a:pt x="1269" y="39"/>
                      <a:pt x="1257" y="50"/>
                      <a:pt x="1244" y="50"/>
                    </a:cubicBezTo>
                    <a:close/>
                    <a:moveTo>
                      <a:pt x="1144" y="50"/>
                    </a:moveTo>
                    <a:lnTo>
                      <a:pt x="1144" y="50"/>
                    </a:lnTo>
                    <a:cubicBezTo>
                      <a:pt x="1130" y="50"/>
                      <a:pt x="1119" y="39"/>
                      <a:pt x="1119" y="25"/>
                    </a:cubicBezTo>
                    <a:cubicBezTo>
                      <a:pt x="1119" y="12"/>
                      <a:pt x="1130" y="0"/>
                      <a:pt x="1144" y="0"/>
                    </a:cubicBezTo>
                    <a:lnTo>
                      <a:pt x="1144" y="0"/>
                    </a:lnTo>
                    <a:cubicBezTo>
                      <a:pt x="1157" y="0"/>
                      <a:pt x="1169" y="12"/>
                      <a:pt x="1169" y="25"/>
                    </a:cubicBezTo>
                    <a:cubicBezTo>
                      <a:pt x="1169" y="39"/>
                      <a:pt x="1157" y="50"/>
                      <a:pt x="1144" y="50"/>
                    </a:cubicBezTo>
                    <a:close/>
                    <a:moveTo>
                      <a:pt x="1044" y="50"/>
                    </a:moveTo>
                    <a:lnTo>
                      <a:pt x="1044" y="50"/>
                    </a:lnTo>
                    <a:cubicBezTo>
                      <a:pt x="1030" y="50"/>
                      <a:pt x="1019" y="39"/>
                      <a:pt x="1019" y="25"/>
                    </a:cubicBezTo>
                    <a:cubicBezTo>
                      <a:pt x="1019" y="12"/>
                      <a:pt x="1030" y="0"/>
                      <a:pt x="1044" y="0"/>
                    </a:cubicBezTo>
                    <a:lnTo>
                      <a:pt x="1044" y="0"/>
                    </a:lnTo>
                    <a:cubicBezTo>
                      <a:pt x="1057" y="0"/>
                      <a:pt x="1069" y="12"/>
                      <a:pt x="1069" y="25"/>
                    </a:cubicBezTo>
                    <a:cubicBezTo>
                      <a:pt x="1069" y="39"/>
                      <a:pt x="1057" y="50"/>
                      <a:pt x="1044" y="50"/>
                    </a:cubicBezTo>
                    <a:close/>
                    <a:moveTo>
                      <a:pt x="944" y="50"/>
                    </a:moveTo>
                    <a:lnTo>
                      <a:pt x="943" y="50"/>
                    </a:lnTo>
                    <a:cubicBezTo>
                      <a:pt x="930" y="50"/>
                      <a:pt x="918" y="39"/>
                      <a:pt x="918" y="25"/>
                    </a:cubicBezTo>
                    <a:cubicBezTo>
                      <a:pt x="918" y="12"/>
                      <a:pt x="930" y="0"/>
                      <a:pt x="943" y="0"/>
                    </a:cubicBezTo>
                    <a:lnTo>
                      <a:pt x="944" y="0"/>
                    </a:lnTo>
                    <a:cubicBezTo>
                      <a:pt x="957" y="0"/>
                      <a:pt x="969" y="12"/>
                      <a:pt x="969" y="25"/>
                    </a:cubicBezTo>
                    <a:cubicBezTo>
                      <a:pt x="969" y="39"/>
                      <a:pt x="957" y="50"/>
                      <a:pt x="944" y="50"/>
                    </a:cubicBezTo>
                    <a:close/>
                    <a:moveTo>
                      <a:pt x="843" y="50"/>
                    </a:moveTo>
                    <a:lnTo>
                      <a:pt x="843" y="50"/>
                    </a:lnTo>
                    <a:cubicBezTo>
                      <a:pt x="830" y="50"/>
                      <a:pt x="818" y="39"/>
                      <a:pt x="818" y="25"/>
                    </a:cubicBezTo>
                    <a:cubicBezTo>
                      <a:pt x="818" y="12"/>
                      <a:pt x="830" y="0"/>
                      <a:pt x="843" y="0"/>
                    </a:cubicBezTo>
                    <a:lnTo>
                      <a:pt x="843" y="0"/>
                    </a:lnTo>
                    <a:cubicBezTo>
                      <a:pt x="857" y="0"/>
                      <a:pt x="868" y="12"/>
                      <a:pt x="868" y="25"/>
                    </a:cubicBezTo>
                    <a:cubicBezTo>
                      <a:pt x="868" y="39"/>
                      <a:pt x="857" y="50"/>
                      <a:pt x="843" y="50"/>
                    </a:cubicBezTo>
                    <a:close/>
                    <a:moveTo>
                      <a:pt x="743" y="50"/>
                    </a:moveTo>
                    <a:lnTo>
                      <a:pt x="743" y="50"/>
                    </a:lnTo>
                    <a:cubicBezTo>
                      <a:pt x="730" y="50"/>
                      <a:pt x="718" y="39"/>
                      <a:pt x="718" y="25"/>
                    </a:cubicBezTo>
                    <a:cubicBezTo>
                      <a:pt x="718" y="12"/>
                      <a:pt x="730" y="0"/>
                      <a:pt x="743" y="0"/>
                    </a:cubicBezTo>
                    <a:lnTo>
                      <a:pt x="743" y="0"/>
                    </a:lnTo>
                    <a:cubicBezTo>
                      <a:pt x="757" y="0"/>
                      <a:pt x="768" y="12"/>
                      <a:pt x="768" y="25"/>
                    </a:cubicBezTo>
                    <a:cubicBezTo>
                      <a:pt x="768" y="39"/>
                      <a:pt x="757" y="50"/>
                      <a:pt x="743" y="50"/>
                    </a:cubicBezTo>
                    <a:close/>
                    <a:moveTo>
                      <a:pt x="643" y="50"/>
                    </a:moveTo>
                    <a:lnTo>
                      <a:pt x="643" y="50"/>
                    </a:lnTo>
                    <a:cubicBezTo>
                      <a:pt x="629" y="50"/>
                      <a:pt x="618" y="39"/>
                      <a:pt x="618" y="25"/>
                    </a:cubicBezTo>
                    <a:cubicBezTo>
                      <a:pt x="618" y="12"/>
                      <a:pt x="629" y="0"/>
                      <a:pt x="643" y="0"/>
                    </a:cubicBezTo>
                    <a:lnTo>
                      <a:pt x="643" y="0"/>
                    </a:lnTo>
                    <a:cubicBezTo>
                      <a:pt x="657" y="0"/>
                      <a:pt x="668" y="12"/>
                      <a:pt x="668" y="25"/>
                    </a:cubicBezTo>
                    <a:cubicBezTo>
                      <a:pt x="668" y="39"/>
                      <a:pt x="657" y="50"/>
                      <a:pt x="643" y="50"/>
                    </a:cubicBezTo>
                    <a:close/>
                    <a:moveTo>
                      <a:pt x="543" y="50"/>
                    </a:moveTo>
                    <a:lnTo>
                      <a:pt x="543" y="50"/>
                    </a:lnTo>
                    <a:cubicBezTo>
                      <a:pt x="529" y="50"/>
                      <a:pt x="518" y="39"/>
                      <a:pt x="518" y="25"/>
                    </a:cubicBezTo>
                    <a:cubicBezTo>
                      <a:pt x="518" y="12"/>
                      <a:pt x="529" y="0"/>
                      <a:pt x="543" y="0"/>
                    </a:cubicBezTo>
                    <a:lnTo>
                      <a:pt x="543" y="0"/>
                    </a:lnTo>
                    <a:cubicBezTo>
                      <a:pt x="557" y="0"/>
                      <a:pt x="568" y="12"/>
                      <a:pt x="568" y="25"/>
                    </a:cubicBezTo>
                    <a:cubicBezTo>
                      <a:pt x="568" y="39"/>
                      <a:pt x="557" y="50"/>
                      <a:pt x="543" y="50"/>
                    </a:cubicBezTo>
                    <a:close/>
                    <a:moveTo>
                      <a:pt x="443" y="50"/>
                    </a:moveTo>
                    <a:lnTo>
                      <a:pt x="443" y="50"/>
                    </a:lnTo>
                    <a:cubicBezTo>
                      <a:pt x="429" y="50"/>
                      <a:pt x="418" y="39"/>
                      <a:pt x="418" y="25"/>
                    </a:cubicBezTo>
                    <a:cubicBezTo>
                      <a:pt x="418" y="12"/>
                      <a:pt x="429" y="0"/>
                      <a:pt x="443" y="0"/>
                    </a:cubicBezTo>
                    <a:lnTo>
                      <a:pt x="443" y="0"/>
                    </a:lnTo>
                    <a:cubicBezTo>
                      <a:pt x="457" y="0"/>
                      <a:pt x="468" y="12"/>
                      <a:pt x="468" y="25"/>
                    </a:cubicBezTo>
                    <a:cubicBezTo>
                      <a:pt x="468" y="39"/>
                      <a:pt x="457" y="50"/>
                      <a:pt x="443" y="50"/>
                    </a:cubicBezTo>
                    <a:close/>
                    <a:moveTo>
                      <a:pt x="343" y="50"/>
                    </a:moveTo>
                    <a:lnTo>
                      <a:pt x="343" y="50"/>
                    </a:lnTo>
                    <a:cubicBezTo>
                      <a:pt x="329" y="50"/>
                      <a:pt x="318" y="39"/>
                      <a:pt x="318" y="25"/>
                    </a:cubicBezTo>
                    <a:cubicBezTo>
                      <a:pt x="318" y="12"/>
                      <a:pt x="329" y="0"/>
                      <a:pt x="343" y="0"/>
                    </a:cubicBezTo>
                    <a:lnTo>
                      <a:pt x="343" y="0"/>
                    </a:lnTo>
                    <a:cubicBezTo>
                      <a:pt x="357" y="0"/>
                      <a:pt x="368" y="12"/>
                      <a:pt x="368" y="25"/>
                    </a:cubicBezTo>
                    <a:cubicBezTo>
                      <a:pt x="368" y="39"/>
                      <a:pt x="357" y="50"/>
                      <a:pt x="343" y="50"/>
                    </a:cubicBezTo>
                    <a:close/>
                    <a:moveTo>
                      <a:pt x="243" y="50"/>
                    </a:moveTo>
                    <a:lnTo>
                      <a:pt x="243" y="50"/>
                    </a:lnTo>
                    <a:cubicBezTo>
                      <a:pt x="229" y="50"/>
                      <a:pt x="218" y="39"/>
                      <a:pt x="218" y="25"/>
                    </a:cubicBezTo>
                    <a:cubicBezTo>
                      <a:pt x="218" y="12"/>
                      <a:pt x="229" y="0"/>
                      <a:pt x="243" y="0"/>
                    </a:cubicBezTo>
                    <a:lnTo>
                      <a:pt x="243" y="0"/>
                    </a:lnTo>
                    <a:cubicBezTo>
                      <a:pt x="257" y="0"/>
                      <a:pt x="268" y="12"/>
                      <a:pt x="268" y="25"/>
                    </a:cubicBezTo>
                    <a:cubicBezTo>
                      <a:pt x="268" y="39"/>
                      <a:pt x="257" y="50"/>
                      <a:pt x="243" y="50"/>
                    </a:cubicBezTo>
                    <a:close/>
                    <a:moveTo>
                      <a:pt x="143" y="50"/>
                    </a:moveTo>
                    <a:lnTo>
                      <a:pt x="143" y="50"/>
                    </a:lnTo>
                    <a:cubicBezTo>
                      <a:pt x="129" y="50"/>
                      <a:pt x="118" y="39"/>
                      <a:pt x="118" y="25"/>
                    </a:cubicBezTo>
                    <a:cubicBezTo>
                      <a:pt x="118" y="12"/>
                      <a:pt x="129" y="0"/>
                      <a:pt x="143" y="0"/>
                    </a:cubicBezTo>
                    <a:lnTo>
                      <a:pt x="143" y="0"/>
                    </a:lnTo>
                    <a:cubicBezTo>
                      <a:pt x="157" y="0"/>
                      <a:pt x="168" y="12"/>
                      <a:pt x="168" y="25"/>
                    </a:cubicBezTo>
                    <a:cubicBezTo>
                      <a:pt x="168" y="39"/>
                      <a:pt x="157" y="50"/>
                      <a:pt x="143" y="50"/>
                    </a:cubicBezTo>
                    <a:close/>
                    <a:moveTo>
                      <a:pt x="43" y="50"/>
                    </a:moveTo>
                    <a:lnTo>
                      <a:pt x="43" y="50"/>
                    </a:lnTo>
                    <a:cubicBezTo>
                      <a:pt x="29" y="50"/>
                      <a:pt x="18" y="39"/>
                      <a:pt x="18" y="25"/>
                    </a:cubicBezTo>
                    <a:cubicBezTo>
                      <a:pt x="18" y="12"/>
                      <a:pt x="29" y="0"/>
                      <a:pt x="43" y="0"/>
                    </a:cubicBezTo>
                    <a:lnTo>
                      <a:pt x="43" y="0"/>
                    </a:lnTo>
                    <a:cubicBezTo>
                      <a:pt x="57" y="0"/>
                      <a:pt x="68" y="12"/>
                      <a:pt x="68" y="25"/>
                    </a:cubicBezTo>
                    <a:cubicBezTo>
                      <a:pt x="68" y="39"/>
                      <a:pt x="57" y="50"/>
                      <a:pt x="43" y="50"/>
                    </a:cubicBezTo>
                    <a:close/>
                    <a:moveTo>
                      <a:pt x="79" y="88"/>
                    </a:moveTo>
                    <a:lnTo>
                      <a:pt x="79" y="88"/>
                    </a:lnTo>
                    <a:cubicBezTo>
                      <a:pt x="84" y="100"/>
                      <a:pt x="79" y="115"/>
                      <a:pt x="66" y="120"/>
                    </a:cubicBezTo>
                    <a:cubicBezTo>
                      <a:pt x="53" y="126"/>
                      <a:pt x="39" y="120"/>
                      <a:pt x="33" y="108"/>
                    </a:cubicBezTo>
                    <a:lnTo>
                      <a:pt x="33" y="107"/>
                    </a:lnTo>
                    <a:cubicBezTo>
                      <a:pt x="28" y="95"/>
                      <a:pt x="33" y="80"/>
                      <a:pt x="46" y="75"/>
                    </a:cubicBezTo>
                    <a:cubicBezTo>
                      <a:pt x="59" y="69"/>
                      <a:pt x="73" y="75"/>
                      <a:pt x="79" y="88"/>
                    </a:cubicBezTo>
                    <a:close/>
                    <a:moveTo>
                      <a:pt x="121" y="178"/>
                    </a:moveTo>
                    <a:lnTo>
                      <a:pt x="121" y="178"/>
                    </a:lnTo>
                    <a:cubicBezTo>
                      <a:pt x="127" y="191"/>
                      <a:pt x="121" y="206"/>
                      <a:pt x="108" y="211"/>
                    </a:cubicBezTo>
                    <a:cubicBezTo>
                      <a:pt x="95" y="217"/>
                      <a:pt x="81" y="211"/>
                      <a:pt x="75" y="198"/>
                    </a:cubicBezTo>
                    <a:lnTo>
                      <a:pt x="75" y="198"/>
                    </a:lnTo>
                    <a:cubicBezTo>
                      <a:pt x="70" y="186"/>
                      <a:pt x="75" y="171"/>
                      <a:pt x="88" y="165"/>
                    </a:cubicBezTo>
                    <a:cubicBezTo>
                      <a:pt x="101" y="160"/>
                      <a:pt x="116" y="166"/>
                      <a:pt x="121" y="178"/>
                    </a:cubicBezTo>
                    <a:close/>
                    <a:moveTo>
                      <a:pt x="163" y="269"/>
                    </a:moveTo>
                    <a:lnTo>
                      <a:pt x="163" y="269"/>
                    </a:lnTo>
                    <a:cubicBezTo>
                      <a:pt x="169" y="282"/>
                      <a:pt x="163" y="296"/>
                      <a:pt x="150" y="302"/>
                    </a:cubicBezTo>
                    <a:cubicBezTo>
                      <a:pt x="138" y="307"/>
                      <a:pt x="123" y="302"/>
                      <a:pt x="117" y="289"/>
                    </a:cubicBezTo>
                    <a:lnTo>
                      <a:pt x="117" y="289"/>
                    </a:lnTo>
                    <a:cubicBezTo>
                      <a:pt x="112" y="276"/>
                      <a:pt x="118" y="262"/>
                      <a:pt x="130" y="256"/>
                    </a:cubicBezTo>
                    <a:cubicBezTo>
                      <a:pt x="143" y="251"/>
                      <a:pt x="158" y="256"/>
                      <a:pt x="163" y="269"/>
                    </a:cubicBezTo>
                    <a:close/>
                    <a:moveTo>
                      <a:pt x="205" y="360"/>
                    </a:moveTo>
                    <a:lnTo>
                      <a:pt x="205" y="360"/>
                    </a:lnTo>
                    <a:cubicBezTo>
                      <a:pt x="211" y="372"/>
                      <a:pt x="205" y="387"/>
                      <a:pt x="192" y="393"/>
                    </a:cubicBezTo>
                    <a:cubicBezTo>
                      <a:pt x="180" y="398"/>
                      <a:pt x="165" y="392"/>
                      <a:pt x="160" y="380"/>
                    </a:cubicBezTo>
                    <a:lnTo>
                      <a:pt x="160" y="380"/>
                    </a:lnTo>
                    <a:cubicBezTo>
                      <a:pt x="154" y="367"/>
                      <a:pt x="160" y="352"/>
                      <a:pt x="172" y="347"/>
                    </a:cubicBezTo>
                    <a:cubicBezTo>
                      <a:pt x="185" y="341"/>
                      <a:pt x="200" y="347"/>
                      <a:pt x="205" y="360"/>
                    </a:cubicBezTo>
                    <a:close/>
                    <a:moveTo>
                      <a:pt x="248" y="450"/>
                    </a:moveTo>
                    <a:lnTo>
                      <a:pt x="248" y="451"/>
                    </a:lnTo>
                    <a:cubicBezTo>
                      <a:pt x="253" y="463"/>
                      <a:pt x="247" y="478"/>
                      <a:pt x="235" y="483"/>
                    </a:cubicBezTo>
                    <a:cubicBezTo>
                      <a:pt x="222" y="489"/>
                      <a:pt x="207" y="483"/>
                      <a:pt x="202" y="470"/>
                    </a:cubicBezTo>
                    <a:lnTo>
                      <a:pt x="202" y="470"/>
                    </a:lnTo>
                    <a:cubicBezTo>
                      <a:pt x="196" y="458"/>
                      <a:pt x="202" y="443"/>
                      <a:pt x="215" y="438"/>
                    </a:cubicBezTo>
                    <a:cubicBezTo>
                      <a:pt x="227" y="432"/>
                      <a:pt x="242" y="438"/>
                      <a:pt x="248" y="450"/>
                    </a:cubicBezTo>
                    <a:close/>
                    <a:moveTo>
                      <a:pt x="290" y="541"/>
                    </a:moveTo>
                    <a:lnTo>
                      <a:pt x="290" y="541"/>
                    </a:lnTo>
                    <a:cubicBezTo>
                      <a:pt x="295" y="554"/>
                      <a:pt x="289" y="569"/>
                      <a:pt x="277" y="574"/>
                    </a:cubicBezTo>
                    <a:cubicBezTo>
                      <a:pt x="264" y="580"/>
                      <a:pt x="249" y="574"/>
                      <a:pt x="244" y="561"/>
                    </a:cubicBezTo>
                    <a:lnTo>
                      <a:pt x="244" y="561"/>
                    </a:lnTo>
                    <a:cubicBezTo>
                      <a:pt x="238" y="548"/>
                      <a:pt x="244" y="534"/>
                      <a:pt x="257" y="528"/>
                    </a:cubicBezTo>
                    <a:cubicBezTo>
                      <a:pt x="269" y="523"/>
                      <a:pt x="284" y="529"/>
                      <a:pt x="290" y="541"/>
                    </a:cubicBezTo>
                    <a:close/>
                    <a:moveTo>
                      <a:pt x="332" y="632"/>
                    </a:moveTo>
                    <a:lnTo>
                      <a:pt x="332" y="632"/>
                    </a:lnTo>
                    <a:cubicBezTo>
                      <a:pt x="337" y="645"/>
                      <a:pt x="332" y="659"/>
                      <a:pt x="319" y="665"/>
                    </a:cubicBezTo>
                    <a:cubicBezTo>
                      <a:pt x="306" y="670"/>
                      <a:pt x="292" y="665"/>
                      <a:pt x="286" y="652"/>
                    </a:cubicBezTo>
                    <a:lnTo>
                      <a:pt x="286" y="652"/>
                    </a:lnTo>
                    <a:cubicBezTo>
                      <a:pt x="280" y="639"/>
                      <a:pt x="286" y="624"/>
                      <a:pt x="299" y="619"/>
                    </a:cubicBezTo>
                    <a:cubicBezTo>
                      <a:pt x="312" y="613"/>
                      <a:pt x="326" y="619"/>
                      <a:pt x="332" y="632"/>
                    </a:cubicBezTo>
                    <a:close/>
                    <a:moveTo>
                      <a:pt x="374" y="723"/>
                    </a:moveTo>
                    <a:lnTo>
                      <a:pt x="374" y="723"/>
                    </a:lnTo>
                    <a:cubicBezTo>
                      <a:pt x="380" y="735"/>
                      <a:pt x="374" y="750"/>
                      <a:pt x="361" y="756"/>
                    </a:cubicBezTo>
                    <a:cubicBezTo>
                      <a:pt x="348" y="761"/>
                      <a:pt x="334" y="755"/>
                      <a:pt x="328" y="743"/>
                    </a:cubicBezTo>
                    <a:lnTo>
                      <a:pt x="328" y="743"/>
                    </a:lnTo>
                    <a:cubicBezTo>
                      <a:pt x="323" y="730"/>
                      <a:pt x="328" y="715"/>
                      <a:pt x="341" y="710"/>
                    </a:cubicBezTo>
                    <a:cubicBezTo>
                      <a:pt x="354" y="704"/>
                      <a:pt x="369" y="710"/>
                      <a:pt x="374" y="723"/>
                    </a:cubicBezTo>
                    <a:close/>
                    <a:moveTo>
                      <a:pt x="416" y="813"/>
                    </a:moveTo>
                    <a:lnTo>
                      <a:pt x="416" y="813"/>
                    </a:lnTo>
                    <a:cubicBezTo>
                      <a:pt x="422" y="826"/>
                      <a:pt x="416" y="841"/>
                      <a:pt x="403" y="846"/>
                    </a:cubicBezTo>
                    <a:cubicBezTo>
                      <a:pt x="391" y="852"/>
                      <a:pt x="376" y="846"/>
                      <a:pt x="370" y="833"/>
                    </a:cubicBezTo>
                    <a:lnTo>
                      <a:pt x="370" y="833"/>
                    </a:lnTo>
                    <a:cubicBezTo>
                      <a:pt x="365" y="821"/>
                      <a:pt x="371" y="806"/>
                      <a:pt x="383" y="800"/>
                    </a:cubicBezTo>
                    <a:cubicBezTo>
                      <a:pt x="396" y="795"/>
                      <a:pt x="411" y="801"/>
                      <a:pt x="416" y="813"/>
                    </a:cubicBezTo>
                    <a:close/>
                    <a:moveTo>
                      <a:pt x="458" y="904"/>
                    </a:moveTo>
                    <a:lnTo>
                      <a:pt x="458" y="904"/>
                    </a:lnTo>
                    <a:cubicBezTo>
                      <a:pt x="464" y="917"/>
                      <a:pt x="458" y="932"/>
                      <a:pt x="445" y="937"/>
                    </a:cubicBezTo>
                    <a:cubicBezTo>
                      <a:pt x="433" y="943"/>
                      <a:pt x="418" y="937"/>
                      <a:pt x="413" y="924"/>
                    </a:cubicBezTo>
                    <a:lnTo>
                      <a:pt x="412" y="924"/>
                    </a:lnTo>
                    <a:cubicBezTo>
                      <a:pt x="407" y="911"/>
                      <a:pt x="413" y="897"/>
                      <a:pt x="425" y="891"/>
                    </a:cubicBezTo>
                    <a:cubicBezTo>
                      <a:pt x="438" y="886"/>
                      <a:pt x="453" y="891"/>
                      <a:pt x="458" y="904"/>
                    </a:cubicBezTo>
                    <a:close/>
                    <a:moveTo>
                      <a:pt x="501" y="995"/>
                    </a:moveTo>
                    <a:lnTo>
                      <a:pt x="501" y="995"/>
                    </a:lnTo>
                    <a:cubicBezTo>
                      <a:pt x="506" y="1008"/>
                      <a:pt x="500" y="1022"/>
                      <a:pt x="488" y="1028"/>
                    </a:cubicBezTo>
                    <a:cubicBezTo>
                      <a:pt x="475" y="1033"/>
                      <a:pt x="460" y="1028"/>
                      <a:pt x="455" y="1015"/>
                    </a:cubicBezTo>
                    <a:lnTo>
                      <a:pt x="455" y="1015"/>
                    </a:lnTo>
                    <a:cubicBezTo>
                      <a:pt x="449" y="1002"/>
                      <a:pt x="455" y="987"/>
                      <a:pt x="468" y="982"/>
                    </a:cubicBezTo>
                    <a:cubicBezTo>
                      <a:pt x="480" y="976"/>
                      <a:pt x="495" y="982"/>
                      <a:pt x="501" y="995"/>
                    </a:cubicBezTo>
                    <a:close/>
                    <a:moveTo>
                      <a:pt x="543" y="1086"/>
                    </a:moveTo>
                    <a:lnTo>
                      <a:pt x="543" y="1086"/>
                    </a:lnTo>
                    <a:cubicBezTo>
                      <a:pt x="548" y="1098"/>
                      <a:pt x="542" y="1113"/>
                      <a:pt x="530" y="1119"/>
                    </a:cubicBezTo>
                    <a:cubicBezTo>
                      <a:pt x="517" y="1124"/>
                      <a:pt x="502" y="1118"/>
                      <a:pt x="497" y="1106"/>
                    </a:cubicBezTo>
                    <a:lnTo>
                      <a:pt x="497" y="1106"/>
                    </a:lnTo>
                    <a:cubicBezTo>
                      <a:pt x="491" y="1093"/>
                      <a:pt x="497" y="1078"/>
                      <a:pt x="510" y="1073"/>
                    </a:cubicBezTo>
                    <a:cubicBezTo>
                      <a:pt x="522" y="1067"/>
                      <a:pt x="537" y="1073"/>
                      <a:pt x="543" y="1086"/>
                    </a:cubicBezTo>
                    <a:close/>
                    <a:moveTo>
                      <a:pt x="585" y="1176"/>
                    </a:moveTo>
                    <a:lnTo>
                      <a:pt x="585" y="1176"/>
                    </a:lnTo>
                    <a:cubicBezTo>
                      <a:pt x="590" y="1189"/>
                      <a:pt x="585" y="1204"/>
                      <a:pt x="572" y="1209"/>
                    </a:cubicBezTo>
                    <a:cubicBezTo>
                      <a:pt x="559" y="1215"/>
                      <a:pt x="545" y="1209"/>
                      <a:pt x="539" y="1196"/>
                    </a:cubicBezTo>
                    <a:lnTo>
                      <a:pt x="539" y="1196"/>
                    </a:lnTo>
                    <a:cubicBezTo>
                      <a:pt x="533" y="1184"/>
                      <a:pt x="539" y="1169"/>
                      <a:pt x="552" y="1163"/>
                    </a:cubicBezTo>
                    <a:cubicBezTo>
                      <a:pt x="565" y="1158"/>
                      <a:pt x="579" y="1164"/>
                      <a:pt x="585" y="1176"/>
                    </a:cubicBezTo>
                    <a:close/>
                    <a:moveTo>
                      <a:pt x="627" y="1267"/>
                    </a:moveTo>
                    <a:lnTo>
                      <a:pt x="627" y="1267"/>
                    </a:lnTo>
                    <a:cubicBezTo>
                      <a:pt x="633" y="1280"/>
                      <a:pt x="627" y="1294"/>
                      <a:pt x="614" y="1300"/>
                    </a:cubicBezTo>
                    <a:cubicBezTo>
                      <a:pt x="601" y="1305"/>
                      <a:pt x="587" y="1300"/>
                      <a:pt x="581" y="1287"/>
                    </a:cubicBezTo>
                    <a:lnTo>
                      <a:pt x="581" y="1287"/>
                    </a:lnTo>
                    <a:cubicBezTo>
                      <a:pt x="576" y="1274"/>
                      <a:pt x="581" y="1260"/>
                      <a:pt x="594" y="1254"/>
                    </a:cubicBezTo>
                    <a:cubicBezTo>
                      <a:pt x="607" y="1249"/>
                      <a:pt x="621" y="1254"/>
                      <a:pt x="627" y="1267"/>
                    </a:cubicBezTo>
                    <a:close/>
                    <a:moveTo>
                      <a:pt x="669" y="1358"/>
                    </a:moveTo>
                    <a:lnTo>
                      <a:pt x="669" y="1358"/>
                    </a:lnTo>
                    <a:cubicBezTo>
                      <a:pt x="675" y="1370"/>
                      <a:pt x="669" y="1385"/>
                      <a:pt x="656" y="1391"/>
                    </a:cubicBezTo>
                    <a:cubicBezTo>
                      <a:pt x="644" y="1396"/>
                      <a:pt x="629" y="1390"/>
                      <a:pt x="623" y="1378"/>
                    </a:cubicBezTo>
                    <a:lnTo>
                      <a:pt x="623" y="1378"/>
                    </a:lnTo>
                    <a:cubicBezTo>
                      <a:pt x="618" y="1365"/>
                      <a:pt x="624" y="1350"/>
                      <a:pt x="636" y="1345"/>
                    </a:cubicBezTo>
                    <a:cubicBezTo>
                      <a:pt x="649" y="1339"/>
                      <a:pt x="664" y="1345"/>
                      <a:pt x="669" y="1358"/>
                    </a:cubicBezTo>
                    <a:close/>
                    <a:moveTo>
                      <a:pt x="711" y="1449"/>
                    </a:moveTo>
                    <a:lnTo>
                      <a:pt x="711" y="1449"/>
                    </a:lnTo>
                    <a:cubicBezTo>
                      <a:pt x="717" y="1461"/>
                      <a:pt x="711" y="1476"/>
                      <a:pt x="698" y="1481"/>
                    </a:cubicBezTo>
                    <a:cubicBezTo>
                      <a:pt x="686" y="1487"/>
                      <a:pt x="671" y="1481"/>
                      <a:pt x="665" y="1468"/>
                    </a:cubicBezTo>
                    <a:lnTo>
                      <a:pt x="665" y="1468"/>
                    </a:lnTo>
                    <a:cubicBezTo>
                      <a:pt x="660" y="1456"/>
                      <a:pt x="666" y="1441"/>
                      <a:pt x="678" y="1436"/>
                    </a:cubicBezTo>
                    <a:cubicBezTo>
                      <a:pt x="691" y="1430"/>
                      <a:pt x="706" y="1436"/>
                      <a:pt x="711" y="1449"/>
                    </a:cubicBezTo>
                    <a:close/>
                    <a:moveTo>
                      <a:pt x="753" y="1539"/>
                    </a:moveTo>
                    <a:lnTo>
                      <a:pt x="754" y="1539"/>
                    </a:lnTo>
                    <a:cubicBezTo>
                      <a:pt x="759" y="1552"/>
                      <a:pt x="753" y="1567"/>
                      <a:pt x="741" y="1572"/>
                    </a:cubicBezTo>
                    <a:cubicBezTo>
                      <a:pt x="728" y="1578"/>
                      <a:pt x="713" y="1572"/>
                      <a:pt x="708" y="1559"/>
                    </a:cubicBezTo>
                    <a:lnTo>
                      <a:pt x="708" y="1559"/>
                    </a:lnTo>
                    <a:cubicBezTo>
                      <a:pt x="702" y="1547"/>
                      <a:pt x="708" y="1532"/>
                      <a:pt x="721" y="1526"/>
                    </a:cubicBezTo>
                    <a:cubicBezTo>
                      <a:pt x="733" y="1521"/>
                      <a:pt x="748" y="1527"/>
                      <a:pt x="753" y="1539"/>
                    </a:cubicBezTo>
                    <a:close/>
                    <a:moveTo>
                      <a:pt x="796" y="1630"/>
                    </a:moveTo>
                    <a:lnTo>
                      <a:pt x="796" y="1630"/>
                    </a:lnTo>
                    <a:cubicBezTo>
                      <a:pt x="801" y="1643"/>
                      <a:pt x="795" y="1657"/>
                      <a:pt x="783" y="1663"/>
                    </a:cubicBezTo>
                    <a:cubicBezTo>
                      <a:pt x="770" y="1668"/>
                      <a:pt x="755" y="1663"/>
                      <a:pt x="750" y="1650"/>
                    </a:cubicBezTo>
                    <a:lnTo>
                      <a:pt x="750" y="1650"/>
                    </a:lnTo>
                    <a:cubicBezTo>
                      <a:pt x="744" y="1637"/>
                      <a:pt x="750" y="1623"/>
                      <a:pt x="763" y="1617"/>
                    </a:cubicBezTo>
                    <a:cubicBezTo>
                      <a:pt x="775" y="1612"/>
                      <a:pt x="790" y="1617"/>
                      <a:pt x="796" y="1630"/>
                    </a:cubicBezTo>
                    <a:close/>
                    <a:moveTo>
                      <a:pt x="838" y="1721"/>
                    </a:moveTo>
                    <a:lnTo>
                      <a:pt x="838" y="1721"/>
                    </a:lnTo>
                    <a:cubicBezTo>
                      <a:pt x="843" y="1733"/>
                      <a:pt x="838" y="1748"/>
                      <a:pt x="825" y="1754"/>
                    </a:cubicBezTo>
                    <a:cubicBezTo>
                      <a:pt x="812" y="1759"/>
                      <a:pt x="797" y="1753"/>
                      <a:pt x="792" y="1741"/>
                    </a:cubicBezTo>
                    <a:lnTo>
                      <a:pt x="792" y="1741"/>
                    </a:lnTo>
                    <a:cubicBezTo>
                      <a:pt x="786" y="1728"/>
                      <a:pt x="792" y="1713"/>
                      <a:pt x="805" y="1708"/>
                    </a:cubicBezTo>
                    <a:cubicBezTo>
                      <a:pt x="818" y="1702"/>
                      <a:pt x="832" y="1708"/>
                      <a:pt x="838" y="1721"/>
                    </a:cubicBezTo>
                    <a:close/>
                    <a:moveTo>
                      <a:pt x="880" y="1811"/>
                    </a:moveTo>
                    <a:lnTo>
                      <a:pt x="880" y="1811"/>
                    </a:lnTo>
                    <a:cubicBezTo>
                      <a:pt x="886" y="1824"/>
                      <a:pt x="880" y="1839"/>
                      <a:pt x="867" y="1844"/>
                    </a:cubicBezTo>
                    <a:cubicBezTo>
                      <a:pt x="854" y="1850"/>
                      <a:pt x="840" y="1844"/>
                      <a:pt x="834" y="1831"/>
                    </a:cubicBezTo>
                    <a:lnTo>
                      <a:pt x="834" y="1831"/>
                    </a:lnTo>
                    <a:cubicBezTo>
                      <a:pt x="829" y="1819"/>
                      <a:pt x="834" y="1804"/>
                      <a:pt x="847" y="1798"/>
                    </a:cubicBezTo>
                    <a:cubicBezTo>
                      <a:pt x="860" y="1793"/>
                      <a:pt x="874" y="1799"/>
                      <a:pt x="880" y="1811"/>
                    </a:cubicBezTo>
                    <a:close/>
                    <a:moveTo>
                      <a:pt x="922" y="1902"/>
                    </a:moveTo>
                    <a:lnTo>
                      <a:pt x="922" y="1902"/>
                    </a:lnTo>
                    <a:cubicBezTo>
                      <a:pt x="928" y="1915"/>
                      <a:pt x="922" y="1930"/>
                      <a:pt x="909" y="1935"/>
                    </a:cubicBezTo>
                    <a:cubicBezTo>
                      <a:pt x="897" y="1941"/>
                      <a:pt x="882" y="1935"/>
                      <a:pt x="876" y="1922"/>
                    </a:cubicBezTo>
                    <a:lnTo>
                      <a:pt x="876" y="1922"/>
                    </a:lnTo>
                    <a:cubicBezTo>
                      <a:pt x="871" y="1909"/>
                      <a:pt x="877" y="1895"/>
                      <a:pt x="889" y="1889"/>
                    </a:cubicBezTo>
                    <a:cubicBezTo>
                      <a:pt x="902" y="1884"/>
                      <a:pt x="917" y="1890"/>
                      <a:pt x="922" y="1902"/>
                    </a:cubicBezTo>
                    <a:close/>
                    <a:moveTo>
                      <a:pt x="964" y="1993"/>
                    </a:moveTo>
                    <a:lnTo>
                      <a:pt x="964" y="1993"/>
                    </a:lnTo>
                    <a:cubicBezTo>
                      <a:pt x="970" y="2006"/>
                      <a:pt x="964" y="2020"/>
                      <a:pt x="951" y="2026"/>
                    </a:cubicBezTo>
                    <a:cubicBezTo>
                      <a:pt x="939" y="2031"/>
                      <a:pt x="924" y="2026"/>
                      <a:pt x="918" y="2013"/>
                    </a:cubicBezTo>
                    <a:lnTo>
                      <a:pt x="918" y="2013"/>
                    </a:lnTo>
                    <a:cubicBezTo>
                      <a:pt x="913" y="2000"/>
                      <a:pt x="919" y="1985"/>
                      <a:pt x="931" y="1980"/>
                    </a:cubicBezTo>
                    <a:cubicBezTo>
                      <a:pt x="944" y="1974"/>
                      <a:pt x="959" y="1980"/>
                      <a:pt x="964" y="1993"/>
                    </a:cubicBezTo>
                    <a:close/>
                    <a:moveTo>
                      <a:pt x="1006" y="2084"/>
                    </a:moveTo>
                    <a:lnTo>
                      <a:pt x="1006" y="2084"/>
                    </a:lnTo>
                    <a:cubicBezTo>
                      <a:pt x="1012" y="2096"/>
                      <a:pt x="1006" y="2111"/>
                      <a:pt x="994" y="2117"/>
                    </a:cubicBezTo>
                    <a:cubicBezTo>
                      <a:pt x="981" y="2122"/>
                      <a:pt x="966" y="2116"/>
                      <a:pt x="961" y="2104"/>
                    </a:cubicBezTo>
                    <a:lnTo>
                      <a:pt x="961" y="2104"/>
                    </a:lnTo>
                    <a:cubicBezTo>
                      <a:pt x="955" y="2091"/>
                      <a:pt x="961" y="2076"/>
                      <a:pt x="974" y="2071"/>
                    </a:cubicBezTo>
                    <a:cubicBezTo>
                      <a:pt x="986" y="2065"/>
                      <a:pt x="1001" y="2071"/>
                      <a:pt x="1006" y="2084"/>
                    </a:cubicBezTo>
                    <a:close/>
                    <a:moveTo>
                      <a:pt x="1049" y="2174"/>
                    </a:moveTo>
                    <a:lnTo>
                      <a:pt x="1049" y="2174"/>
                    </a:lnTo>
                    <a:cubicBezTo>
                      <a:pt x="1054" y="2187"/>
                      <a:pt x="1048" y="2202"/>
                      <a:pt x="1036" y="2207"/>
                    </a:cubicBezTo>
                    <a:cubicBezTo>
                      <a:pt x="1023" y="2213"/>
                      <a:pt x="1008" y="2207"/>
                      <a:pt x="1003" y="2194"/>
                    </a:cubicBezTo>
                    <a:lnTo>
                      <a:pt x="1003" y="2194"/>
                    </a:lnTo>
                    <a:cubicBezTo>
                      <a:pt x="997" y="2182"/>
                      <a:pt x="1003" y="2167"/>
                      <a:pt x="1016" y="2161"/>
                    </a:cubicBezTo>
                    <a:cubicBezTo>
                      <a:pt x="1028" y="2156"/>
                      <a:pt x="1043" y="2162"/>
                      <a:pt x="1049" y="2174"/>
                    </a:cubicBezTo>
                    <a:close/>
                    <a:moveTo>
                      <a:pt x="1091" y="2265"/>
                    </a:moveTo>
                    <a:lnTo>
                      <a:pt x="1091" y="2265"/>
                    </a:lnTo>
                    <a:cubicBezTo>
                      <a:pt x="1096" y="2278"/>
                      <a:pt x="1091" y="2293"/>
                      <a:pt x="1078" y="2298"/>
                    </a:cubicBezTo>
                    <a:cubicBezTo>
                      <a:pt x="1065" y="2304"/>
                      <a:pt x="1050" y="2298"/>
                      <a:pt x="1045" y="2285"/>
                    </a:cubicBezTo>
                    <a:lnTo>
                      <a:pt x="1045" y="2285"/>
                    </a:lnTo>
                    <a:cubicBezTo>
                      <a:pt x="1039" y="2272"/>
                      <a:pt x="1045" y="2258"/>
                      <a:pt x="1058" y="2252"/>
                    </a:cubicBezTo>
                    <a:cubicBezTo>
                      <a:pt x="1071" y="2247"/>
                      <a:pt x="1085" y="2252"/>
                      <a:pt x="1091" y="2265"/>
                    </a:cubicBezTo>
                    <a:close/>
                    <a:moveTo>
                      <a:pt x="1133" y="2356"/>
                    </a:moveTo>
                    <a:lnTo>
                      <a:pt x="1133" y="2356"/>
                    </a:lnTo>
                    <a:cubicBezTo>
                      <a:pt x="1138" y="2369"/>
                      <a:pt x="1133" y="2383"/>
                      <a:pt x="1120" y="2389"/>
                    </a:cubicBezTo>
                    <a:cubicBezTo>
                      <a:pt x="1107" y="2394"/>
                      <a:pt x="1093" y="2388"/>
                      <a:pt x="1087" y="2376"/>
                    </a:cubicBezTo>
                    <a:lnTo>
                      <a:pt x="1087" y="2376"/>
                    </a:lnTo>
                    <a:cubicBezTo>
                      <a:pt x="1082" y="2363"/>
                      <a:pt x="1087" y="2348"/>
                      <a:pt x="1100" y="2343"/>
                    </a:cubicBezTo>
                    <a:cubicBezTo>
                      <a:pt x="1113" y="2337"/>
                      <a:pt x="1127" y="2343"/>
                      <a:pt x="1133" y="2356"/>
                    </a:cubicBezTo>
                    <a:close/>
                    <a:moveTo>
                      <a:pt x="1175" y="2447"/>
                    </a:moveTo>
                    <a:lnTo>
                      <a:pt x="1175" y="2447"/>
                    </a:lnTo>
                    <a:cubicBezTo>
                      <a:pt x="1181" y="2459"/>
                      <a:pt x="1175" y="2474"/>
                      <a:pt x="1162" y="2479"/>
                    </a:cubicBezTo>
                    <a:cubicBezTo>
                      <a:pt x="1150" y="2485"/>
                      <a:pt x="1135" y="2479"/>
                      <a:pt x="1129" y="2467"/>
                    </a:cubicBezTo>
                    <a:lnTo>
                      <a:pt x="1129" y="2466"/>
                    </a:lnTo>
                    <a:cubicBezTo>
                      <a:pt x="1124" y="2454"/>
                      <a:pt x="1130" y="2439"/>
                      <a:pt x="1142" y="2434"/>
                    </a:cubicBezTo>
                    <a:cubicBezTo>
                      <a:pt x="1155" y="2428"/>
                      <a:pt x="1170" y="2434"/>
                      <a:pt x="1175" y="2447"/>
                    </a:cubicBezTo>
                    <a:close/>
                    <a:moveTo>
                      <a:pt x="1217" y="2537"/>
                    </a:moveTo>
                    <a:lnTo>
                      <a:pt x="1217" y="2537"/>
                    </a:lnTo>
                    <a:cubicBezTo>
                      <a:pt x="1223" y="2550"/>
                      <a:pt x="1217" y="2565"/>
                      <a:pt x="1204" y="2570"/>
                    </a:cubicBezTo>
                    <a:cubicBezTo>
                      <a:pt x="1192" y="2576"/>
                      <a:pt x="1177" y="2570"/>
                      <a:pt x="1171" y="2557"/>
                    </a:cubicBezTo>
                    <a:lnTo>
                      <a:pt x="1171" y="2557"/>
                    </a:lnTo>
                    <a:cubicBezTo>
                      <a:pt x="1166" y="2545"/>
                      <a:pt x="1172" y="2530"/>
                      <a:pt x="1184" y="2524"/>
                    </a:cubicBezTo>
                    <a:cubicBezTo>
                      <a:pt x="1197" y="2519"/>
                      <a:pt x="1212" y="2525"/>
                      <a:pt x="1217" y="2537"/>
                    </a:cubicBezTo>
                    <a:close/>
                    <a:moveTo>
                      <a:pt x="1259" y="2628"/>
                    </a:moveTo>
                    <a:lnTo>
                      <a:pt x="1259" y="2628"/>
                    </a:lnTo>
                    <a:cubicBezTo>
                      <a:pt x="1265" y="2641"/>
                      <a:pt x="1259" y="2655"/>
                      <a:pt x="1247" y="2661"/>
                    </a:cubicBezTo>
                    <a:cubicBezTo>
                      <a:pt x="1234" y="2666"/>
                      <a:pt x="1219" y="2661"/>
                      <a:pt x="1214" y="2648"/>
                    </a:cubicBezTo>
                    <a:lnTo>
                      <a:pt x="1214" y="2648"/>
                    </a:lnTo>
                    <a:cubicBezTo>
                      <a:pt x="1208" y="2635"/>
                      <a:pt x="1214" y="2621"/>
                      <a:pt x="1227" y="2615"/>
                    </a:cubicBezTo>
                    <a:cubicBezTo>
                      <a:pt x="1239" y="2610"/>
                      <a:pt x="1254" y="2615"/>
                      <a:pt x="1259" y="2628"/>
                    </a:cubicBezTo>
                    <a:close/>
                    <a:moveTo>
                      <a:pt x="1302" y="2719"/>
                    </a:moveTo>
                    <a:lnTo>
                      <a:pt x="1302" y="2719"/>
                    </a:lnTo>
                    <a:cubicBezTo>
                      <a:pt x="1307" y="2731"/>
                      <a:pt x="1301" y="2746"/>
                      <a:pt x="1289" y="2752"/>
                    </a:cubicBezTo>
                    <a:cubicBezTo>
                      <a:pt x="1276" y="2757"/>
                      <a:pt x="1261" y="2751"/>
                      <a:pt x="1256" y="2739"/>
                    </a:cubicBezTo>
                    <a:lnTo>
                      <a:pt x="1256" y="2739"/>
                    </a:lnTo>
                    <a:cubicBezTo>
                      <a:pt x="1250" y="2726"/>
                      <a:pt x="1256" y="2711"/>
                      <a:pt x="1269" y="2706"/>
                    </a:cubicBezTo>
                    <a:cubicBezTo>
                      <a:pt x="1281" y="2700"/>
                      <a:pt x="1296" y="2706"/>
                      <a:pt x="1302" y="2719"/>
                    </a:cubicBezTo>
                    <a:close/>
                    <a:moveTo>
                      <a:pt x="1344" y="2809"/>
                    </a:moveTo>
                    <a:lnTo>
                      <a:pt x="1344" y="2810"/>
                    </a:lnTo>
                    <a:cubicBezTo>
                      <a:pt x="1349" y="2822"/>
                      <a:pt x="1344" y="2837"/>
                      <a:pt x="1331" y="2842"/>
                    </a:cubicBezTo>
                    <a:cubicBezTo>
                      <a:pt x="1318" y="2848"/>
                      <a:pt x="1303" y="2842"/>
                      <a:pt x="1298" y="2829"/>
                    </a:cubicBezTo>
                    <a:lnTo>
                      <a:pt x="1298" y="2829"/>
                    </a:lnTo>
                    <a:cubicBezTo>
                      <a:pt x="1292" y="2817"/>
                      <a:pt x="1298" y="2802"/>
                      <a:pt x="1311" y="2797"/>
                    </a:cubicBezTo>
                    <a:cubicBezTo>
                      <a:pt x="1324" y="2791"/>
                      <a:pt x="1338" y="2797"/>
                      <a:pt x="1344" y="2809"/>
                    </a:cubicBezTo>
                    <a:close/>
                    <a:moveTo>
                      <a:pt x="1386" y="2900"/>
                    </a:moveTo>
                    <a:lnTo>
                      <a:pt x="1386" y="2900"/>
                    </a:lnTo>
                    <a:cubicBezTo>
                      <a:pt x="1391" y="2913"/>
                      <a:pt x="1386" y="2928"/>
                      <a:pt x="1373" y="2933"/>
                    </a:cubicBezTo>
                    <a:cubicBezTo>
                      <a:pt x="1360" y="2939"/>
                      <a:pt x="1346" y="2933"/>
                      <a:pt x="1340" y="2920"/>
                    </a:cubicBezTo>
                    <a:lnTo>
                      <a:pt x="1340" y="2920"/>
                    </a:lnTo>
                    <a:cubicBezTo>
                      <a:pt x="1335" y="2907"/>
                      <a:pt x="1340" y="2893"/>
                      <a:pt x="1353" y="2887"/>
                    </a:cubicBezTo>
                    <a:cubicBezTo>
                      <a:pt x="1366" y="2882"/>
                      <a:pt x="1380" y="2888"/>
                      <a:pt x="1386" y="2900"/>
                    </a:cubicBezTo>
                    <a:close/>
                    <a:moveTo>
                      <a:pt x="1428" y="2991"/>
                    </a:moveTo>
                    <a:lnTo>
                      <a:pt x="1428" y="2991"/>
                    </a:lnTo>
                    <a:cubicBezTo>
                      <a:pt x="1434" y="3004"/>
                      <a:pt x="1428" y="3018"/>
                      <a:pt x="1415" y="3024"/>
                    </a:cubicBezTo>
                    <a:cubicBezTo>
                      <a:pt x="1403" y="3029"/>
                      <a:pt x="1388" y="3024"/>
                      <a:pt x="1382" y="3011"/>
                    </a:cubicBezTo>
                    <a:lnTo>
                      <a:pt x="1382" y="3011"/>
                    </a:lnTo>
                    <a:cubicBezTo>
                      <a:pt x="1377" y="2998"/>
                      <a:pt x="1383" y="2983"/>
                      <a:pt x="1395" y="2978"/>
                    </a:cubicBezTo>
                    <a:cubicBezTo>
                      <a:pt x="1408" y="2972"/>
                      <a:pt x="1423" y="2978"/>
                      <a:pt x="1428" y="2991"/>
                    </a:cubicBezTo>
                    <a:close/>
                    <a:moveTo>
                      <a:pt x="1470" y="3082"/>
                    </a:moveTo>
                    <a:lnTo>
                      <a:pt x="1470" y="3082"/>
                    </a:lnTo>
                    <a:cubicBezTo>
                      <a:pt x="1476" y="3094"/>
                      <a:pt x="1470" y="3109"/>
                      <a:pt x="1457" y="3115"/>
                    </a:cubicBezTo>
                    <a:cubicBezTo>
                      <a:pt x="1445" y="3120"/>
                      <a:pt x="1430" y="3114"/>
                      <a:pt x="1424" y="3102"/>
                    </a:cubicBezTo>
                    <a:lnTo>
                      <a:pt x="1424" y="3102"/>
                    </a:lnTo>
                    <a:cubicBezTo>
                      <a:pt x="1419" y="3089"/>
                      <a:pt x="1425" y="3074"/>
                      <a:pt x="1437" y="3069"/>
                    </a:cubicBezTo>
                    <a:cubicBezTo>
                      <a:pt x="1450" y="3063"/>
                      <a:pt x="1465" y="3069"/>
                      <a:pt x="1470" y="3082"/>
                    </a:cubicBezTo>
                    <a:close/>
                    <a:moveTo>
                      <a:pt x="1512" y="3172"/>
                    </a:moveTo>
                    <a:lnTo>
                      <a:pt x="1512" y="3172"/>
                    </a:lnTo>
                    <a:cubicBezTo>
                      <a:pt x="1518" y="3185"/>
                      <a:pt x="1512" y="3200"/>
                      <a:pt x="1500" y="3205"/>
                    </a:cubicBezTo>
                    <a:cubicBezTo>
                      <a:pt x="1487" y="3211"/>
                      <a:pt x="1472" y="3205"/>
                      <a:pt x="1467" y="3192"/>
                    </a:cubicBezTo>
                    <a:lnTo>
                      <a:pt x="1467" y="3192"/>
                    </a:lnTo>
                    <a:cubicBezTo>
                      <a:pt x="1461" y="3180"/>
                      <a:pt x="1467" y="3165"/>
                      <a:pt x="1480" y="3159"/>
                    </a:cubicBezTo>
                    <a:cubicBezTo>
                      <a:pt x="1492" y="3154"/>
                      <a:pt x="1507" y="3160"/>
                      <a:pt x="1512" y="3172"/>
                    </a:cubicBezTo>
                    <a:close/>
                    <a:moveTo>
                      <a:pt x="1555" y="3263"/>
                    </a:moveTo>
                    <a:lnTo>
                      <a:pt x="1555" y="3263"/>
                    </a:lnTo>
                    <a:cubicBezTo>
                      <a:pt x="1560" y="3276"/>
                      <a:pt x="1554" y="3291"/>
                      <a:pt x="1542" y="3296"/>
                    </a:cubicBezTo>
                    <a:cubicBezTo>
                      <a:pt x="1529" y="3302"/>
                      <a:pt x="1514" y="3296"/>
                      <a:pt x="1509" y="3283"/>
                    </a:cubicBezTo>
                    <a:lnTo>
                      <a:pt x="1509" y="3283"/>
                    </a:lnTo>
                    <a:cubicBezTo>
                      <a:pt x="1503" y="3270"/>
                      <a:pt x="1509" y="3256"/>
                      <a:pt x="1522" y="3250"/>
                    </a:cubicBezTo>
                    <a:cubicBezTo>
                      <a:pt x="1534" y="3245"/>
                      <a:pt x="1549" y="3250"/>
                      <a:pt x="1555" y="3263"/>
                    </a:cubicBezTo>
                    <a:close/>
                    <a:moveTo>
                      <a:pt x="1597" y="3354"/>
                    </a:moveTo>
                    <a:lnTo>
                      <a:pt x="1597" y="3354"/>
                    </a:lnTo>
                    <a:cubicBezTo>
                      <a:pt x="1602" y="3367"/>
                      <a:pt x="1596" y="3381"/>
                      <a:pt x="1584" y="3387"/>
                    </a:cubicBezTo>
                    <a:cubicBezTo>
                      <a:pt x="1571" y="3392"/>
                      <a:pt x="1556" y="3386"/>
                      <a:pt x="1551" y="3374"/>
                    </a:cubicBezTo>
                    <a:lnTo>
                      <a:pt x="1551" y="3374"/>
                    </a:lnTo>
                    <a:cubicBezTo>
                      <a:pt x="1545" y="3361"/>
                      <a:pt x="1551" y="3346"/>
                      <a:pt x="1564" y="3341"/>
                    </a:cubicBezTo>
                    <a:cubicBezTo>
                      <a:pt x="1577" y="3335"/>
                      <a:pt x="1591" y="3341"/>
                      <a:pt x="1597" y="3354"/>
                    </a:cubicBezTo>
                    <a:close/>
                    <a:moveTo>
                      <a:pt x="1639" y="3445"/>
                    </a:moveTo>
                    <a:lnTo>
                      <a:pt x="1639" y="3445"/>
                    </a:lnTo>
                    <a:cubicBezTo>
                      <a:pt x="1644" y="3457"/>
                      <a:pt x="1639" y="3472"/>
                      <a:pt x="1626" y="3478"/>
                    </a:cubicBezTo>
                    <a:cubicBezTo>
                      <a:pt x="1613" y="3483"/>
                      <a:pt x="1599" y="3477"/>
                      <a:pt x="1593" y="3465"/>
                    </a:cubicBezTo>
                    <a:lnTo>
                      <a:pt x="1593" y="3465"/>
                    </a:lnTo>
                    <a:cubicBezTo>
                      <a:pt x="1588" y="3452"/>
                      <a:pt x="1593" y="3437"/>
                      <a:pt x="1606" y="3432"/>
                    </a:cubicBezTo>
                    <a:cubicBezTo>
                      <a:pt x="1619" y="3426"/>
                      <a:pt x="1633" y="3432"/>
                      <a:pt x="1639" y="3445"/>
                    </a:cubicBezTo>
                    <a:close/>
                    <a:moveTo>
                      <a:pt x="1681" y="3535"/>
                    </a:moveTo>
                    <a:lnTo>
                      <a:pt x="1681" y="3535"/>
                    </a:lnTo>
                    <a:cubicBezTo>
                      <a:pt x="1687" y="3548"/>
                      <a:pt x="1681" y="3563"/>
                      <a:pt x="1668" y="3568"/>
                    </a:cubicBezTo>
                    <a:cubicBezTo>
                      <a:pt x="1655" y="3574"/>
                      <a:pt x="1641" y="3568"/>
                      <a:pt x="1635" y="3555"/>
                    </a:cubicBezTo>
                    <a:lnTo>
                      <a:pt x="1635" y="3555"/>
                    </a:lnTo>
                    <a:cubicBezTo>
                      <a:pt x="1630" y="3543"/>
                      <a:pt x="1636" y="3528"/>
                      <a:pt x="1648" y="3522"/>
                    </a:cubicBezTo>
                    <a:cubicBezTo>
                      <a:pt x="1661" y="3517"/>
                      <a:pt x="1676" y="3523"/>
                      <a:pt x="1681" y="3535"/>
                    </a:cubicBezTo>
                    <a:close/>
                    <a:moveTo>
                      <a:pt x="1723" y="3626"/>
                    </a:moveTo>
                    <a:lnTo>
                      <a:pt x="1723" y="3626"/>
                    </a:lnTo>
                    <a:cubicBezTo>
                      <a:pt x="1729" y="3639"/>
                      <a:pt x="1723" y="3653"/>
                      <a:pt x="1710" y="3659"/>
                    </a:cubicBezTo>
                    <a:cubicBezTo>
                      <a:pt x="1698" y="3664"/>
                      <a:pt x="1683" y="3659"/>
                      <a:pt x="1677" y="3646"/>
                    </a:cubicBezTo>
                    <a:lnTo>
                      <a:pt x="1677" y="3646"/>
                    </a:lnTo>
                    <a:cubicBezTo>
                      <a:pt x="1672" y="3633"/>
                      <a:pt x="1678" y="3619"/>
                      <a:pt x="1690" y="3613"/>
                    </a:cubicBezTo>
                    <a:cubicBezTo>
                      <a:pt x="1703" y="3608"/>
                      <a:pt x="1718" y="3613"/>
                      <a:pt x="1723" y="3626"/>
                    </a:cubicBezTo>
                    <a:close/>
                    <a:moveTo>
                      <a:pt x="1765" y="3717"/>
                    </a:moveTo>
                    <a:lnTo>
                      <a:pt x="1765" y="3717"/>
                    </a:lnTo>
                    <a:cubicBezTo>
                      <a:pt x="1771" y="3729"/>
                      <a:pt x="1765" y="3744"/>
                      <a:pt x="1752" y="3750"/>
                    </a:cubicBezTo>
                    <a:cubicBezTo>
                      <a:pt x="1740" y="3755"/>
                      <a:pt x="1725" y="3749"/>
                      <a:pt x="1720" y="3737"/>
                    </a:cubicBezTo>
                    <a:lnTo>
                      <a:pt x="1720" y="3737"/>
                    </a:lnTo>
                    <a:cubicBezTo>
                      <a:pt x="1714" y="3724"/>
                      <a:pt x="1720" y="3709"/>
                      <a:pt x="1733" y="3704"/>
                    </a:cubicBezTo>
                    <a:cubicBezTo>
                      <a:pt x="1745" y="3698"/>
                      <a:pt x="1760" y="3704"/>
                      <a:pt x="1765" y="3717"/>
                    </a:cubicBezTo>
                    <a:close/>
                    <a:moveTo>
                      <a:pt x="1808" y="3808"/>
                    </a:moveTo>
                    <a:lnTo>
                      <a:pt x="1808" y="3808"/>
                    </a:lnTo>
                    <a:cubicBezTo>
                      <a:pt x="1813" y="3820"/>
                      <a:pt x="1807" y="3835"/>
                      <a:pt x="1795" y="3840"/>
                    </a:cubicBezTo>
                    <a:cubicBezTo>
                      <a:pt x="1782" y="3846"/>
                      <a:pt x="1767" y="3840"/>
                      <a:pt x="1762" y="3827"/>
                    </a:cubicBezTo>
                    <a:lnTo>
                      <a:pt x="1762" y="3827"/>
                    </a:lnTo>
                    <a:cubicBezTo>
                      <a:pt x="1756" y="3815"/>
                      <a:pt x="1762" y="3800"/>
                      <a:pt x="1775" y="3795"/>
                    </a:cubicBezTo>
                    <a:cubicBezTo>
                      <a:pt x="1787" y="3789"/>
                      <a:pt x="1802" y="3795"/>
                      <a:pt x="1808" y="3808"/>
                    </a:cubicBezTo>
                    <a:close/>
                    <a:moveTo>
                      <a:pt x="1850" y="3898"/>
                    </a:moveTo>
                    <a:lnTo>
                      <a:pt x="1850" y="3898"/>
                    </a:lnTo>
                    <a:cubicBezTo>
                      <a:pt x="1855" y="3911"/>
                      <a:pt x="1849" y="3926"/>
                      <a:pt x="1837" y="3931"/>
                    </a:cubicBezTo>
                    <a:cubicBezTo>
                      <a:pt x="1824" y="3937"/>
                      <a:pt x="1809" y="3931"/>
                      <a:pt x="1804" y="3918"/>
                    </a:cubicBezTo>
                    <a:lnTo>
                      <a:pt x="1804" y="3918"/>
                    </a:lnTo>
                    <a:cubicBezTo>
                      <a:pt x="1798" y="3906"/>
                      <a:pt x="1804" y="3891"/>
                      <a:pt x="1817" y="3885"/>
                    </a:cubicBezTo>
                    <a:cubicBezTo>
                      <a:pt x="1830" y="3880"/>
                      <a:pt x="1844" y="3886"/>
                      <a:pt x="1850" y="3898"/>
                    </a:cubicBezTo>
                    <a:close/>
                    <a:moveTo>
                      <a:pt x="1892" y="3989"/>
                    </a:moveTo>
                    <a:lnTo>
                      <a:pt x="1892" y="3989"/>
                    </a:lnTo>
                    <a:cubicBezTo>
                      <a:pt x="1897" y="4002"/>
                      <a:pt x="1892" y="4016"/>
                      <a:pt x="1879" y="4022"/>
                    </a:cubicBezTo>
                    <a:cubicBezTo>
                      <a:pt x="1866" y="4027"/>
                      <a:pt x="1852" y="4022"/>
                      <a:pt x="1846" y="4009"/>
                    </a:cubicBezTo>
                    <a:lnTo>
                      <a:pt x="1846" y="4009"/>
                    </a:lnTo>
                    <a:cubicBezTo>
                      <a:pt x="1841" y="3996"/>
                      <a:pt x="1846" y="3982"/>
                      <a:pt x="1859" y="3976"/>
                    </a:cubicBezTo>
                    <a:cubicBezTo>
                      <a:pt x="1872" y="3971"/>
                      <a:pt x="1886" y="3976"/>
                      <a:pt x="1892" y="3989"/>
                    </a:cubicBezTo>
                    <a:close/>
                    <a:moveTo>
                      <a:pt x="1934" y="4080"/>
                    </a:moveTo>
                    <a:lnTo>
                      <a:pt x="1934" y="4080"/>
                    </a:lnTo>
                    <a:cubicBezTo>
                      <a:pt x="1940" y="4092"/>
                      <a:pt x="1934" y="4107"/>
                      <a:pt x="1921" y="4113"/>
                    </a:cubicBezTo>
                    <a:cubicBezTo>
                      <a:pt x="1908" y="4118"/>
                      <a:pt x="1894" y="4112"/>
                      <a:pt x="1888" y="4100"/>
                    </a:cubicBezTo>
                    <a:lnTo>
                      <a:pt x="1888" y="4100"/>
                    </a:lnTo>
                    <a:cubicBezTo>
                      <a:pt x="1883" y="4087"/>
                      <a:pt x="1889" y="4072"/>
                      <a:pt x="1901" y="4067"/>
                    </a:cubicBezTo>
                    <a:cubicBezTo>
                      <a:pt x="1914" y="4061"/>
                      <a:pt x="1929" y="4067"/>
                      <a:pt x="1934" y="4080"/>
                    </a:cubicBezTo>
                    <a:close/>
                    <a:moveTo>
                      <a:pt x="1976" y="4170"/>
                    </a:moveTo>
                    <a:lnTo>
                      <a:pt x="1976" y="4170"/>
                    </a:lnTo>
                    <a:cubicBezTo>
                      <a:pt x="1982" y="4183"/>
                      <a:pt x="1976" y="4198"/>
                      <a:pt x="1963" y="4203"/>
                    </a:cubicBezTo>
                    <a:cubicBezTo>
                      <a:pt x="1951" y="4209"/>
                      <a:pt x="1936" y="4203"/>
                      <a:pt x="1930" y="4190"/>
                    </a:cubicBezTo>
                    <a:lnTo>
                      <a:pt x="1930" y="4190"/>
                    </a:lnTo>
                    <a:cubicBezTo>
                      <a:pt x="1925" y="4178"/>
                      <a:pt x="1931" y="4163"/>
                      <a:pt x="1943" y="4157"/>
                    </a:cubicBezTo>
                    <a:cubicBezTo>
                      <a:pt x="1956" y="4152"/>
                      <a:pt x="1971" y="4158"/>
                      <a:pt x="1976" y="4170"/>
                    </a:cubicBezTo>
                    <a:close/>
                    <a:moveTo>
                      <a:pt x="2018" y="4261"/>
                    </a:moveTo>
                    <a:lnTo>
                      <a:pt x="2018" y="4261"/>
                    </a:lnTo>
                    <a:cubicBezTo>
                      <a:pt x="2024" y="4274"/>
                      <a:pt x="2018" y="4289"/>
                      <a:pt x="2005" y="4294"/>
                    </a:cubicBezTo>
                    <a:cubicBezTo>
                      <a:pt x="1993" y="4300"/>
                      <a:pt x="1978" y="4294"/>
                      <a:pt x="1973" y="4281"/>
                    </a:cubicBezTo>
                    <a:lnTo>
                      <a:pt x="1973" y="4281"/>
                    </a:lnTo>
                    <a:cubicBezTo>
                      <a:pt x="1967" y="4268"/>
                      <a:pt x="1973" y="4254"/>
                      <a:pt x="1986" y="4248"/>
                    </a:cubicBezTo>
                    <a:cubicBezTo>
                      <a:pt x="1998" y="4243"/>
                      <a:pt x="2013" y="4248"/>
                      <a:pt x="2018" y="4261"/>
                    </a:cubicBezTo>
                    <a:close/>
                    <a:moveTo>
                      <a:pt x="2061" y="4352"/>
                    </a:moveTo>
                    <a:lnTo>
                      <a:pt x="2061" y="4352"/>
                    </a:lnTo>
                    <a:cubicBezTo>
                      <a:pt x="2066" y="4365"/>
                      <a:pt x="2060" y="4379"/>
                      <a:pt x="2048" y="4385"/>
                    </a:cubicBezTo>
                    <a:cubicBezTo>
                      <a:pt x="2035" y="4390"/>
                      <a:pt x="2020" y="4385"/>
                      <a:pt x="2015" y="4372"/>
                    </a:cubicBezTo>
                    <a:lnTo>
                      <a:pt x="2015" y="4372"/>
                    </a:lnTo>
                    <a:cubicBezTo>
                      <a:pt x="2009" y="4359"/>
                      <a:pt x="2015" y="4344"/>
                      <a:pt x="2028" y="4339"/>
                    </a:cubicBezTo>
                    <a:cubicBezTo>
                      <a:pt x="2040" y="4333"/>
                      <a:pt x="2055" y="4339"/>
                      <a:pt x="2061" y="4352"/>
                    </a:cubicBezTo>
                    <a:close/>
                    <a:moveTo>
                      <a:pt x="2103" y="4443"/>
                    </a:moveTo>
                    <a:lnTo>
                      <a:pt x="2103" y="4443"/>
                    </a:lnTo>
                    <a:cubicBezTo>
                      <a:pt x="2108" y="4455"/>
                      <a:pt x="2102" y="4470"/>
                      <a:pt x="2090" y="4476"/>
                    </a:cubicBezTo>
                    <a:cubicBezTo>
                      <a:pt x="2077" y="4481"/>
                      <a:pt x="2062" y="4475"/>
                      <a:pt x="2057" y="4463"/>
                    </a:cubicBezTo>
                    <a:lnTo>
                      <a:pt x="2057" y="4463"/>
                    </a:lnTo>
                    <a:cubicBezTo>
                      <a:pt x="2051" y="4450"/>
                      <a:pt x="2057" y="4435"/>
                      <a:pt x="2070" y="4430"/>
                    </a:cubicBezTo>
                    <a:cubicBezTo>
                      <a:pt x="2083" y="4424"/>
                      <a:pt x="2097" y="4430"/>
                      <a:pt x="2103" y="4443"/>
                    </a:cubicBezTo>
                    <a:close/>
                    <a:moveTo>
                      <a:pt x="2145" y="4533"/>
                    </a:moveTo>
                    <a:lnTo>
                      <a:pt x="2145" y="4533"/>
                    </a:lnTo>
                    <a:cubicBezTo>
                      <a:pt x="2150" y="4546"/>
                      <a:pt x="2145" y="4561"/>
                      <a:pt x="2132" y="4566"/>
                    </a:cubicBezTo>
                    <a:cubicBezTo>
                      <a:pt x="2119" y="4572"/>
                      <a:pt x="2105" y="4566"/>
                      <a:pt x="2099" y="4553"/>
                    </a:cubicBezTo>
                    <a:lnTo>
                      <a:pt x="2099" y="4553"/>
                    </a:lnTo>
                    <a:cubicBezTo>
                      <a:pt x="2094" y="4541"/>
                      <a:pt x="2099" y="4526"/>
                      <a:pt x="2112" y="4520"/>
                    </a:cubicBezTo>
                    <a:cubicBezTo>
                      <a:pt x="2125" y="4515"/>
                      <a:pt x="2139" y="4521"/>
                      <a:pt x="2145" y="4533"/>
                    </a:cubicBezTo>
                    <a:close/>
                    <a:moveTo>
                      <a:pt x="2187" y="4624"/>
                    </a:moveTo>
                    <a:lnTo>
                      <a:pt x="2187" y="4624"/>
                    </a:lnTo>
                    <a:cubicBezTo>
                      <a:pt x="2193" y="4637"/>
                      <a:pt x="2187" y="4652"/>
                      <a:pt x="2174" y="4657"/>
                    </a:cubicBezTo>
                    <a:cubicBezTo>
                      <a:pt x="2161" y="4663"/>
                      <a:pt x="2147" y="4657"/>
                      <a:pt x="2141" y="4644"/>
                    </a:cubicBezTo>
                    <a:lnTo>
                      <a:pt x="2141" y="4644"/>
                    </a:lnTo>
                    <a:cubicBezTo>
                      <a:pt x="2136" y="4631"/>
                      <a:pt x="2142" y="4617"/>
                      <a:pt x="2154" y="4611"/>
                    </a:cubicBezTo>
                    <a:cubicBezTo>
                      <a:pt x="2167" y="4606"/>
                      <a:pt x="2182" y="4611"/>
                      <a:pt x="2187" y="4624"/>
                    </a:cubicBezTo>
                    <a:close/>
                    <a:moveTo>
                      <a:pt x="2229" y="4715"/>
                    </a:moveTo>
                    <a:lnTo>
                      <a:pt x="2229" y="4715"/>
                    </a:lnTo>
                    <a:cubicBezTo>
                      <a:pt x="2235" y="4728"/>
                      <a:pt x="2229" y="4742"/>
                      <a:pt x="2216" y="4748"/>
                    </a:cubicBezTo>
                    <a:cubicBezTo>
                      <a:pt x="2204" y="4753"/>
                      <a:pt x="2189" y="4747"/>
                      <a:pt x="2183" y="4735"/>
                    </a:cubicBezTo>
                    <a:lnTo>
                      <a:pt x="2183" y="4735"/>
                    </a:lnTo>
                    <a:cubicBezTo>
                      <a:pt x="2178" y="4722"/>
                      <a:pt x="2184" y="4707"/>
                      <a:pt x="2196" y="4702"/>
                    </a:cubicBezTo>
                    <a:cubicBezTo>
                      <a:pt x="2209" y="4696"/>
                      <a:pt x="2224" y="4702"/>
                      <a:pt x="2229" y="4715"/>
                    </a:cubicBezTo>
                    <a:close/>
                    <a:moveTo>
                      <a:pt x="2271" y="4806"/>
                    </a:moveTo>
                    <a:lnTo>
                      <a:pt x="2271" y="4806"/>
                    </a:lnTo>
                    <a:cubicBezTo>
                      <a:pt x="2277" y="4818"/>
                      <a:pt x="2271" y="4833"/>
                      <a:pt x="2258" y="4838"/>
                    </a:cubicBezTo>
                    <a:cubicBezTo>
                      <a:pt x="2246" y="4844"/>
                      <a:pt x="2231" y="4838"/>
                      <a:pt x="2226" y="4826"/>
                    </a:cubicBezTo>
                    <a:lnTo>
                      <a:pt x="2226" y="4825"/>
                    </a:lnTo>
                    <a:cubicBezTo>
                      <a:pt x="2220" y="4813"/>
                      <a:pt x="2226" y="4798"/>
                      <a:pt x="2239" y="4793"/>
                    </a:cubicBezTo>
                    <a:cubicBezTo>
                      <a:pt x="2251" y="4787"/>
                      <a:pt x="2266" y="4793"/>
                      <a:pt x="2271" y="4806"/>
                    </a:cubicBezTo>
                    <a:close/>
                    <a:moveTo>
                      <a:pt x="2314" y="4896"/>
                    </a:moveTo>
                    <a:lnTo>
                      <a:pt x="2314" y="4896"/>
                    </a:lnTo>
                    <a:cubicBezTo>
                      <a:pt x="2319" y="4909"/>
                      <a:pt x="2313" y="4924"/>
                      <a:pt x="2301" y="4929"/>
                    </a:cubicBezTo>
                    <a:cubicBezTo>
                      <a:pt x="2288" y="4935"/>
                      <a:pt x="2273" y="4929"/>
                      <a:pt x="2268" y="4916"/>
                    </a:cubicBezTo>
                    <a:lnTo>
                      <a:pt x="2268" y="4916"/>
                    </a:lnTo>
                    <a:cubicBezTo>
                      <a:pt x="2262" y="4904"/>
                      <a:pt x="2268" y="4889"/>
                      <a:pt x="2281" y="4883"/>
                    </a:cubicBezTo>
                    <a:cubicBezTo>
                      <a:pt x="2293" y="4878"/>
                      <a:pt x="2308" y="4884"/>
                      <a:pt x="2314" y="4896"/>
                    </a:cubicBezTo>
                    <a:close/>
                    <a:moveTo>
                      <a:pt x="2356" y="4987"/>
                    </a:moveTo>
                    <a:lnTo>
                      <a:pt x="2356" y="4987"/>
                    </a:lnTo>
                    <a:cubicBezTo>
                      <a:pt x="2361" y="5000"/>
                      <a:pt x="2355" y="5014"/>
                      <a:pt x="2343" y="5020"/>
                    </a:cubicBezTo>
                    <a:cubicBezTo>
                      <a:pt x="2330" y="5025"/>
                      <a:pt x="2315" y="5020"/>
                      <a:pt x="2310" y="5007"/>
                    </a:cubicBezTo>
                    <a:lnTo>
                      <a:pt x="2310" y="5007"/>
                    </a:lnTo>
                    <a:cubicBezTo>
                      <a:pt x="2304" y="4994"/>
                      <a:pt x="2310" y="4980"/>
                      <a:pt x="2323" y="4974"/>
                    </a:cubicBezTo>
                    <a:cubicBezTo>
                      <a:pt x="2336" y="4969"/>
                      <a:pt x="2350" y="4974"/>
                      <a:pt x="2356" y="4987"/>
                    </a:cubicBezTo>
                    <a:close/>
                    <a:moveTo>
                      <a:pt x="2398" y="5078"/>
                    </a:moveTo>
                    <a:lnTo>
                      <a:pt x="2398" y="5078"/>
                    </a:lnTo>
                    <a:cubicBezTo>
                      <a:pt x="2403" y="5090"/>
                      <a:pt x="2398" y="5105"/>
                      <a:pt x="2385" y="5111"/>
                    </a:cubicBezTo>
                    <a:cubicBezTo>
                      <a:pt x="2372" y="5116"/>
                      <a:pt x="2358" y="5110"/>
                      <a:pt x="2352" y="5098"/>
                    </a:cubicBezTo>
                    <a:lnTo>
                      <a:pt x="2352" y="5098"/>
                    </a:lnTo>
                    <a:cubicBezTo>
                      <a:pt x="2347" y="5085"/>
                      <a:pt x="2352" y="5070"/>
                      <a:pt x="2365" y="5065"/>
                    </a:cubicBezTo>
                    <a:cubicBezTo>
                      <a:pt x="2378" y="5059"/>
                      <a:pt x="2392" y="5065"/>
                      <a:pt x="2398" y="5078"/>
                    </a:cubicBezTo>
                    <a:close/>
                    <a:moveTo>
                      <a:pt x="2440" y="5168"/>
                    </a:moveTo>
                    <a:lnTo>
                      <a:pt x="2440" y="5169"/>
                    </a:lnTo>
                    <a:cubicBezTo>
                      <a:pt x="2446" y="5181"/>
                      <a:pt x="2440" y="5196"/>
                      <a:pt x="2427" y="5201"/>
                    </a:cubicBezTo>
                    <a:cubicBezTo>
                      <a:pt x="2414" y="5207"/>
                      <a:pt x="2400" y="5201"/>
                      <a:pt x="2394" y="5188"/>
                    </a:cubicBezTo>
                    <a:lnTo>
                      <a:pt x="2394" y="5188"/>
                    </a:lnTo>
                    <a:cubicBezTo>
                      <a:pt x="2389" y="5176"/>
                      <a:pt x="2395" y="5161"/>
                      <a:pt x="2407" y="5156"/>
                    </a:cubicBezTo>
                    <a:cubicBezTo>
                      <a:pt x="2420" y="5150"/>
                      <a:pt x="2435" y="5156"/>
                      <a:pt x="2440" y="5168"/>
                    </a:cubicBezTo>
                    <a:close/>
                    <a:moveTo>
                      <a:pt x="2482" y="5259"/>
                    </a:moveTo>
                    <a:lnTo>
                      <a:pt x="2482" y="5259"/>
                    </a:lnTo>
                    <a:cubicBezTo>
                      <a:pt x="2488" y="5272"/>
                      <a:pt x="2482" y="5287"/>
                      <a:pt x="2469" y="5292"/>
                    </a:cubicBezTo>
                    <a:cubicBezTo>
                      <a:pt x="2457" y="5298"/>
                      <a:pt x="2442" y="5292"/>
                      <a:pt x="2436" y="5279"/>
                    </a:cubicBezTo>
                    <a:lnTo>
                      <a:pt x="2436" y="5279"/>
                    </a:lnTo>
                    <a:cubicBezTo>
                      <a:pt x="2431" y="5266"/>
                      <a:pt x="2437" y="5252"/>
                      <a:pt x="2449" y="5246"/>
                    </a:cubicBezTo>
                    <a:cubicBezTo>
                      <a:pt x="2462" y="5241"/>
                      <a:pt x="2477" y="5247"/>
                      <a:pt x="2482" y="5259"/>
                    </a:cubicBezTo>
                    <a:close/>
                    <a:moveTo>
                      <a:pt x="2524" y="5350"/>
                    </a:moveTo>
                    <a:lnTo>
                      <a:pt x="2524" y="5350"/>
                    </a:lnTo>
                    <a:cubicBezTo>
                      <a:pt x="2530" y="5363"/>
                      <a:pt x="2524" y="5377"/>
                      <a:pt x="2511" y="5383"/>
                    </a:cubicBezTo>
                    <a:cubicBezTo>
                      <a:pt x="2499" y="5388"/>
                      <a:pt x="2484" y="5383"/>
                      <a:pt x="2479" y="5370"/>
                    </a:cubicBezTo>
                    <a:lnTo>
                      <a:pt x="2479" y="5370"/>
                    </a:lnTo>
                    <a:cubicBezTo>
                      <a:pt x="2473" y="5357"/>
                      <a:pt x="2479" y="5342"/>
                      <a:pt x="2492" y="5337"/>
                    </a:cubicBezTo>
                    <a:cubicBezTo>
                      <a:pt x="2504" y="5331"/>
                      <a:pt x="2519" y="5337"/>
                      <a:pt x="2524" y="5350"/>
                    </a:cubicBezTo>
                    <a:close/>
                    <a:moveTo>
                      <a:pt x="2567" y="5441"/>
                    </a:moveTo>
                    <a:lnTo>
                      <a:pt x="2567" y="5441"/>
                    </a:lnTo>
                    <a:cubicBezTo>
                      <a:pt x="2572" y="5453"/>
                      <a:pt x="2566" y="5468"/>
                      <a:pt x="2554" y="5474"/>
                    </a:cubicBezTo>
                    <a:cubicBezTo>
                      <a:pt x="2541" y="5479"/>
                      <a:pt x="2526" y="5473"/>
                      <a:pt x="2521" y="5461"/>
                    </a:cubicBezTo>
                    <a:lnTo>
                      <a:pt x="2521" y="5461"/>
                    </a:lnTo>
                    <a:cubicBezTo>
                      <a:pt x="2515" y="5448"/>
                      <a:pt x="2521" y="5433"/>
                      <a:pt x="2534" y="5428"/>
                    </a:cubicBezTo>
                    <a:cubicBezTo>
                      <a:pt x="2546" y="5422"/>
                      <a:pt x="2561" y="5428"/>
                      <a:pt x="2567" y="5441"/>
                    </a:cubicBezTo>
                    <a:close/>
                    <a:moveTo>
                      <a:pt x="2609" y="5531"/>
                    </a:moveTo>
                    <a:lnTo>
                      <a:pt x="2609" y="5531"/>
                    </a:lnTo>
                    <a:cubicBezTo>
                      <a:pt x="2614" y="5544"/>
                      <a:pt x="2608" y="5559"/>
                      <a:pt x="2596" y="5564"/>
                    </a:cubicBezTo>
                    <a:cubicBezTo>
                      <a:pt x="2583" y="5570"/>
                      <a:pt x="2568" y="5564"/>
                      <a:pt x="2563" y="5551"/>
                    </a:cubicBezTo>
                    <a:lnTo>
                      <a:pt x="2563" y="5551"/>
                    </a:lnTo>
                    <a:cubicBezTo>
                      <a:pt x="2557" y="5539"/>
                      <a:pt x="2563" y="5524"/>
                      <a:pt x="2576" y="5518"/>
                    </a:cubicBezTo>
                    <a:cubicBezTo>
                      <a:pt x="2588" y="5513"/>
                      <a:pt x="2603" y="5519"/>
                      <a:pt x="2609" y="5531"/>
                    </a:cubicBezTo>
                    <a:close/>
                    <a:moveTo>
                      <a:pt x="2651" y="5622"/>
                    </a:moveTo>
                    <a:lnTo>
                      <a:pt x="2651" y="5622"/>
                    </a:lnTo>
                    <a:cubicBezTo>
                      <a:pt x="2656" y="5635"/>
                      <a:pt x="2651" y="5650"/>
                      <a:pt x="2638" y="5655"/>
                    </a:cubicBezTo>
                    <a:cubicBezTo>
                      <a:pt x="2625" y="5661"/>
                      <a:pt x="2611" y="5655"/>
                      <a:pt x="2605" y="5642"/>
                    </a:cubicBezTo>
                    <a:lnTo>
                      <a:pt x="2605" y="5642"/>
                    </a:lnTo>
                    <a:cubicBezTo>
                      <a:pt x="2600" y="5629"/>
                      <a:pt x="2605" y="5615"/>
                      <a:pt x="2618" y="5609"/>
                    </a:cubicBezTo>
                    <a:cubicBezTo>
                      <a:pt x="2631" y="5604"/>
                      <a:pt x="2645" y="5609"/>
                      <a:pt x="2651" y="5622"/>
                    </a:cubicBezTo>
                    <a:close/>
                    <a:moveTo>
                      <a:pt x="2693" y="5713"/>
                    </a:moveTo>
                    <a:lnTo>
                      <a:pt x="2693" y="5713"/>
                    </a:lnTo>
                    <a:cubicBezTo>
                      <a:pt x="2699" y="5726"/>
                      <a:pt x="2693" y="5740"/>
                      <a:pt x="2680" y="5746"/>
                    </a:cubicBezTo>
                    <a:cubicBezTo>
                      <a:pt x="2667" y="5751"/>
                      <a:pt x="2653" y="5745"/>
                      <a:pt x="2647" y="5733"/>
                    </a:cubicBezTo>
                    <a:lnTo>
                      <a:pt x="2647" y="5733"/>
                    </a:lnTo>
                    <a:cubicBezTo>
                      <a:pt x="2642" y="5720"/>
                      <a:pt x="2648" y="5705"/>
                      <a:pt x="2660" y="5700"/>
                    </a:cubicBezTo>
                    <a:cubicBezTo>
                      <a:pt x="2673" y="5694"/>
                      <a:pt x="2688" y="5700"/>
                      <a:pt x="2693" y="5713"/>
                    </a:cubicBezTo>
                    <a:close/>
                    <a:moveTo>
                      <a:pt x="2735" y="5804"/>
                    </a:moveTo>
                    <a:lnTo>
                      <a:pt x="2735" y="5804"/>
                    </a:lnTo>
                    <a:cubicBezTo>
                      <a:pt x="2741" y="5816"/>
                      <a:pt x="2735" y="5831"/>
                      <a:pt x="2722" y="5837"/>
                    </a:cubicBezTo>
                    <a:cubicBezTo>
                      <a:pt x="2710" y="5842"/>
                      <a:pt x="2695" y="5836"/>
                      <a:pt x="2689" y="5824"/>
                    </a:cubicBezTo>
                    <a:lnTo>
                      <a:pt x="2689" y="5824"/>
                    </a:lnTo>
                    <a:cubicBezTo>
                      <a:pt x="2684" y="5811"/>
                      <a:pt x="2690" y="5796"/>
                      <a:pt x="2702" y="5791"/>
                    </a:cubicBezTo>
                    <a:cubicBezTo>
                      <a:pt x="2715" y="5785"/>
                      <a:pt x="2730" y="5791"/>
                      <a:pt x="2735" y="5804"/>
                    </a:cubicBezTo>
                    <a:close/>
                    <a:moveTo>
                      <a:pt x="2777" y="5894"/>
                    </a:moveTo>
                    <a:lnTo>
                      <a:pt x="2777" y="5894"/>
                    </a:lnTo>
                    <a:cubicBezTo>
                      <a:pt x="2783" y="5907"/>
                      <a:pt x="2777" y="5922"/>
                      <a:pt x="2764" y="5927"/>
                    </a:cubicBezTo>
                    <a:cubicBezTo>
                      <a:pt x="2752" y="5933"/>
                      <a:pt x="2737" y="5927"/>
                      <a:pt x="2732" y="5914"/>
                    </a:cubicBezTo>
                    <a:lnTo>
                      <a:pt x="2732" y="5914"/>
                    </a:lnTo>
                    <a:cubicBezTo>
                      <a:pt x="2726" y="5902"/>
                      <a:pt x="2732" y="5887"/>
                      <a:pt x="2745" y="5881"/>
                    </a:cubicBezTo>
                    <a:cubicBezTo>
                      <a:pt x="2757" y="5876"/>
                      <a:pt x="2772" y="5882"/>
                      <a:pt x="2777" y="5894"/>
                    </a:cubicBezTo>
                    <a:close/>
                    <a:moveTo>
                      <a:pt x="2820" y="5985"/>
                    </a:moveTo>
                    <a:lnTo>
                      <a:pt x="2820" y="5985"/>
                    </a:lnTo>
                    <a:cubicBezTo>
                      <a:pt x="2825" y="5998"/>
                      <a:pt x="2819" y="6012"/>
                      <a:pt x="2807" y="6018"/>
                    </a:cubicBezTo>
                    <a:cubicBezTo>
                      <a:pt x="2794" y="6023"/>
                      <a:pt x="2779" y="6018"/>
                      <a:pt x="2774" y="6005"/>
                    </a:cubicBezTo>
                    <a:lnTo>
                      <a:pt x="2774" y="6005"/>
                    </a:lnTo>
                    <a:cubicBezTo>
                      <a:pt x="2768" y="5992"/>
                      <a:pt x="2774" y="5978"/>
                      <a:pt x="2787" y="5972"/>
                    </a:cubicBezTo>
                    <a:cubicBezTo>
                      <a:pt x="2799" y="5967"/>
                      <a:pt x="2814" y="5972"/>
                      <a:pt x="2820" y="5985"/>
                    </a:cubicBezTo>
                    <a:close/>
                    <a:moveTo>
                      <a:pt x="2862" y="6076"/>
                    </a:moveTo>
                    <a:lnTo>
                      <a:pt x="2862" y="6076"/>
                    </a:lnTo>
                    <a:cubicBezTo>
                      <a:pt x="2867" y="6088"/>
                      <a:pt x="2861" y="6103"/>
                      <a:pt x="2849" y="6109"/>
                    </a:cubicBezTo>
                    <a:cubicBezTo>
                      <a:pt x="2836" y="6114"/>
                      <a:pt x="2821" y="6108"/>
                      <a:pt x="2816" y="6096"/>
                    </a:cubicBezTo>
                    <a:lnTo>
                      <a:pt x="2816" y="6096"/>
                    </a:lnTo>
                    <a:cubicBezTo>
                      <a:pt x="2810" y="6083"/>
                      <a:pt x="2816" y="6068"/>
                      <a:pt x="2829" y="6063"/>
                    </a:cubicBezTo>
                    <a:cubicBezTo>
                      <a:pt x="2841" y="6057"/>
                      <a:pt x="2856" y="6063"/>
                      <a:pt x="2862" y="6076"/>
                    </a:cubicBezTo>
                    <a:close/>
                    <a:moveTo>
                      <a:pt x="2904" y="6167"/>
                    </a:moveTo>
                    <a:lnTo>
                      <a:pt x="2904" y="6167"/>
                    </a:lnTo>
                    <a:cubicBezTo>
                      <a:pt x="2909" y="6179"/>
                      <a:pt x="2904" y="6194"/>
                      <a:pt x="2891" y="6199"/>
                    </a:cubicBezTo>
                    <a:cubicBezTo>
                      <a:pt x="2878" y="6205"/>
                      <a:pt x="2864" y="6199"/>
                      <a:pt x="2858" y="6186"/>
                    </a:cubicBezTo>
                    <a:lnTo>
                      <a:pt x="2858" y="6186"/>
                    </a:lnTo>
                    <a:cubicBezTo>
                      <a:pt x="2853" y="6174"/>
                      <a:pt x="2858" y="6159"/>
                      <a:pt x="2871" y="6154"/>
                    </a:cubicBezTo>
                    <a:cubicBezTo>
                      <a:pt x="2884" y="6148"/>
                      <a:pt x="2898" y="6154"/>
                      <a:pt x="2904" y="6167"/>
                    </a:cubicBezTo>
                    <a:close/>
                    <a:moveTo>
                      <a:pt x="2946" y="6257"/>
                    </a:moveTo>
                    <a:lnTo>
                      <a:pt x="2946" y="6257"/>
                    </a:lnTo>
                    <a:cubicBezTo>
                      <a:pt x="2952" y="6270"/>
                      <a:pt x="2946" y="6285"/>
                      <a:pt x="2933" y="6290"/>
                    </a:cubicBezTo>
                    <a:cubicBezTo>
                      <a:pt x="2920" y="6296"/>
                      <a:pt x="2906" y="6290"/>
                      <a:pt x="2900" y="6277"/>
                    </a:cubicBezTo>
                    <a:lnTo>
                      <a:pt x="2900" y="6277"/>
                    </a:lnTo>
                    <a:cubicBezTo>
                      <a:pt x="2895" y="6265"/>
                      <a:pt x="2901" y="6250"/>
                      <a:pt x="2913" y="6244"/>
                    </a:cubicBezTo>
                    <a:cubicBezTo>
                      <a:pt x="2926" y="6239"/>
                      <a:pt x="2941" y="6245"/>
                      <a:pt x="2946" y="6257"/>
                    </a:cubicBezTo>
                    <a:close/>
                    <a:moveTo>
                      <a:pt x="2988" y="6348"/>
                    </a:moveTo>
                    <a:lnTo>
                      <a:pt x="2988" y="6348"/>
                    </a:lnTo>
                    <a:cubicBezTo>
                      <a:pt x="2994" y="6361"/>
                      <a:pt x="2988" y="6375"/>
                      <a:pt x="2975" y="6381"/>
                    </a:cubicBezTo>
                    <a:cubicBezTo>
                      <a:pt x="2963" y="6386"/>
                      <a:pt x="2948" y="6381"/>
                      <a:pt x="2942" y="6368"/>
                    </a:cubicBezTo>
                    <a:lnTo>
                      <a:pt x="2942" y="6368"/>
                    </a:lnTo>
                    <a:cubicBezTo>
                      <a:pt x="2937" y="6355"/>
                      <a:pt x="2943" y="6341"/>
                      <a:pt x="2955" y="6335"/>
                    </a:cubicBezTo>
                    <a:cubicBezTo>
                      <a:pt x="2968" y="6330"/>
                      <a:pt x="2983" y="6335"/>
                      <a:pt x="2988" y="6348"/>
                    </a:cubicBezTo>
                    <a:close/>
                    <a:moveTo>
                      <a:pt x="3030" y="6439"/>
                    </a:moveTo>
                    <a:lnTo>
                      <a:pt x="3030" y="6439"/>
                    </a:lnTo>
                    <a:cubicBezTo>
                      <a:pt x="3036" y="6451"/>
                      <a:pt x="3030" y="6466"/>
                      <a:pt x="3017" y="6472"/>
                    </a:cubicBezTo>
                    <a:cubicBezTo>
                      <a:pt x="3005" y="6477"/>
                      <a:pt x="2990" y="6471"/>
                      <a:pt x="2985" y="6459"/>
                    </a:cubicBezTo>
                    <a:lnTo>
                      <a:pt x="2985" y="6459"/>
                    </a:lnTo>
                    <a:cubicBezTo>
                      <a:pt x="2979" y="6446"/>
                      <a:pt x="2985" y="6431"/>
                      <a:pt x="2997" y="6426"/>
                    </a:cubicBezTo>
                    <a:cubicBezTo>
                      <a:pt x="3010" y="6420"/>
                      <a:pt x="3025" y="6426"/>
                      <a:pt x="3030" y="6439"/>
                    </a:cubicBezTo>
                    <a:close/>
                    <a:moveTo>
                      <a:pt x="3073" y="6529"/>
                    </a:moveTo>
                    <a:lnTo>
                      <a:pt x="3073" y="6529"/>
                    </a:lnTo>
                    <a:cubicBezTo>
                      <a:pt x="3078" y="6542"/>
                      <a:pt x="3072" y="6557"/>
                      <a:pt x="3060" y="6562"/>
                    </a:cubicBezTo>
                    <a:cubicBezTo>
                      <a:pt x="3047" y="6568"/>
                      <a:pt x="3032" y="6562"/>
                      <a:pt x="3027" y="6549"/>
                    </a:cubicBezTo>
                    <a:lnTo>
                      <a:pt x="3027" y="6549"/>
                    </a:lnTo>
                    <a:cubicBezTo>
                      <a:pt x="3021" y="6537"/>
                      <a:pt x="3027" y="6522"/>
                      <a:pt x="3040" y="6516"/>
                    </a:cubicBezTo>
                    <a:cubicBezTo>
                      <a:pt x="3052" y="6511"/>
                      <a:pt x="3067" y="6517"/>
                      <a:pt x="3073" y="6529"/>
                    </a:cubicBezTo>
                    <a:close/>
                    <a:moveTo>
                      <a:pt x="3115" y="6620"/>
                    </a:moveTo>
                    <a:lnTo>
                      <a:pt x="3115" y="6620"/>
                    </a:lnTo>
                    <a:cubicBezTo>
                      <a:pt x="3120" y="6633"/>
                      <a:pt x="3114" y="6648"/>
                      <a:pt x="3102" y="6653"/>
                    </a:cubicBezTo>
                    <a:cubicBezTo>
                      <a:pt x="3089" y="6659"/>
                      <a:pt x="3074" y="6653"/>
                      <a:pt x="3069" y="6640"/>
                    </a:cubicBezTo>
                    <a:lnTo>
                      <a:pt x="3069" y="6640"/>
                    </a:lnTo>
                    <a:cubicBezTo>
                      <a:pt x="3063" y="6627"/>
                      <a:pt x="3069" y="6613"/>
                      <a:pt x="3082" y="6607"/>
                    </a:cubicBezTo>
                    <a:cubicBezTo>
                      <a:pt x="3094" y="6602"/>
                      <a:pt x="3109" y="6608"/>
                      <a:pt x="3115" y="6620"/>
                    </a:cubicBezTo>
                    <a:close/>
                    <a:moveTo>
                      <a:pt x="3157" y="6711"/>
                    </a:moveTo>
                    <a:lnTo>
                      <a:pt x="3157" y="6711"/>
                    </a:lnTo>
                    <a:cubicBezTo>
                      <a:pt x="3162" y="6724"/>
                      <a:pt x="3157" y="6738"/>
                      <a:pt x="3144" y="6744"/>
                    </a:cubicBezTo>
                    <a:cubicBezTo>
                      <a:pt x="3131" y="6749"/>
                      <a:pt x="3117" y="6744"/>
                      <a:pt x="3111" y="6731"/>
                    </a:cubicBezTo>
                    <a:lnTo>
                      <a:pt x="3111" y="6731"/>
                    </a:lnTo>
                    <a:cubicBezTo>
                      <a:pt x="3106" y="6718"/>
                      <a:pt x="3111" y="6703"/>
                      <a:pt x="3124" y="6698"/>
                    </a:cubicBezTo>
                    <a:cubicBezTo>
                      <a:pt x="3137" y="6692"/>
                      <a:pt x="3151" y="6698"/>
                      <a:pt x="3157" y="6711"/>
                    </a:cubicBezTo>
                    <a:close/>
                    <a:moveTo>
                      <a:pt x="3199" y="6802"/>
                    </a:moveTo>
                    <a:lnTo>
                      <a:pt x="3199" y="6802"/>
                    </a:lnTo>
                    <a:cubicBezTo>
                      <a:pt x="3205" y="6814"/>
                      <a:pt x="3199" y="6829"/>
                      <a:pt x="3186" y="6835"/>
                    </a:cubicBezTo>
                    <a:cubicBezTo>
                      <a:pt x="3173" y="6840"/>
                      <a:pt x="3159" y="6834"/>
                      <a:pt x="3153" y="6822"/>
                    </a:cubicBezTo>
                    <a:lnTo>
                      <a:pt x="3153" y="6822"/>
                    </a:lnTo>
                    <a:cubicBezTo>
                      <a:pt x="3148" y="6809"/>
                      <a:pt x="3154" y="6794"/>
                      <a:pt x="3166" y="6789"/>
                    </a:cubicBezTo>
                    <a:cubicBezTo>
                      <a:pt x="3179" y="6783"/>
                      <a:pt x="3194" y="6789"/>
                      <a:pt x="3199" y="6802"/>
                    </a:cubicBezTo>
                    <a:close/>
                    <a:moveTo>
                      <a:pt x="3241" y="6892"/>
                    </a:moveTo>
                    <a:lnTo>
                      <a:pt x="3241" y="6892"/>
                    </a:lnTo>
                    <a:cubicBezTo>
                      <a:pt x="3247" y="6905"/>
                      <a:pt x="3241" y="6920"/>
                      <a:pt x="3228" y="6925"/>
                    </a:cubicBezTo>
                    <a:cubicBezTo>
                      <a:pt x="3216" y="6931"/>
                      <a:pt x="3201" y="6925"/>
                      <a:pt x="3195" y="6912"/>
                    </a:cubicBezTo>
                    <a:lnTo>
                      <a:pt x="3195" y="6912"/>
                    </a:lnTo>
                    <a:cubicBezTo>
                      <a:pt x="3190" y="6900"/>
                      <a:pt x="3196" y="6885"/>
                      <a:pt x="3208" y="6879"/>
                    </a:cubicBezTo>
                    <a:cubicBezTo>
                      <a:pt x="3221" y="6874"/>
                      <a:pt x="3236" y="6880"/>
                      <a:pt x="3241" y="6892"/>
                    </a:cubicBezTo>
                    <a:close/>
                    <a:moveTo>
                      <a:pt x="3283" y="6983"/>
                    </a:moveTo>
                    <a:lnTo>
                      <a:pt x="3283" y="6983"/>
                    </a:lnTo>
                    <a:cubicBezTo>
                      <a:pt x="3289" y="6996"/>
                      <a:pt x="3283" y="7011"/>
                      <a:pt x="3270" y="7016"/>
                    </a:cubicBezTo>
                    <a:cubicBezTo>
                      <a:pt x="3258" y="7022"/>
                      <a:pt x="3243" y="7016"/>
                      <a:pt x="3238" y="7003"/>
                    </a:cubicBezTo>
                    <a:lnTo>
                      <a:pt x="3238" y="7003"/>
                    </a:lnTo>
                    <a:cubicBezTo>
                      <a:pt x="3232" y="6990"/>
                      <a:pt x="3238" y="6976"/>
                      <a:pt x="3251" y="6970"/>
                    </a:cubicBezTo>
                    <a:cubicBezTo>
                      <a:pt x="3263" y="6965"/>
                      <a:pt x="3278" y="6970"/>
                      <a:pt x="3283" y="6983"/>
                    </a:cubicBezTo>
                    <a:close/>
                    <a:moveTo>
                      <a:pt x="3326" y="7074"/>
                    </a:moveTo>
                    <a:lnTo>
                      <a:pt x="3326" y="7074"/>
                    </a:lnTo>
                    <a:cubicBezTo>
                      <a:pt x="3331" y="7087"/>
                      <a:pt x="3325" y="7101"/>
                      <a:pt x="3313" y="7107"/>
                    </a:cubicBezTo>
                    <a:cubicBezTo>
                      <a:pt x="3300" y="7112"/>
                      <a:pt x="3285" y="7106"/>
                      <a:pt x="3280" y="7094"/>
                    </a:cubicBezTo>
                    <a:lnTo>
                      <a:pt x="3280" y="7094"/>
                    </a:lnTo>
                    <a:cubicBezTo>
                      <a:pt x="3274" y="7081"/>
                      <a:pt x="3280" y="7066"/>
                      <a:pt x="3293" y="7061"/>
                    </a:cubicBezTo>
                    <a:cubicBezTo>
                      <a:pt x="3305" y="7055"/>
                      <a:pt x="3320" y="7061"/>
                      <a:pt x="3326" y="7074"/>
                    </a:cubicBezTo>
                    <a:close/>
                    <a:moveTo>
                      <a:pt x="3368" y="7165"/>
                    </a:moveTo>
                    <a:lnTo>
                      <a:pt x="3368" y="7165"/>
                    </a:lnTo>
                    <a:cubicBezTo>
                      <a:pt x="3373" y="7177"/>
                      <a:pt x="3367" y="7192"/>
                      <a:pt x="3355" y="7198"/>
                    </a:cubicBezTo>
                    <a:cubicBezTo>
                      <a:pt x="3342" y="7203"/>
                      <a:pt x="3327" y="7197"/>
                      <a:pt x="3322" y="7185"/>
                    </a:cubicBezTo>
                    <a:lnTo>
                      <a:pt x="3322" y="7184"/>
                    </a:lnTo>
                    <a:cubicBezTo>
                      <a:pt x="3316" y="7172"/>
                      <a:pt x="3322" y="7157"/>
                      <a:pt x="3335" y="7152"/>
                    </a:cubicBezTo>
                    <a:cubicBezTo>
                      <a:pt x="3348" y="7146"/>
                      <a:pt x="3362" y="7152"/>
                      <a:pt x="3368" y="7165"/>
                    </a:cubicBezTo>
                    <a:close/>
                    <a:moveTo>
                      <a:pt x="3410" y="7255"/>
                    </a:moveTo>
                    <a:lnTo>
                      <a:pt x="3410" y="7255"/>
                    </a:lnTo>
                    <a:cubicBezTo>
                      <a:pt x="3415" y="7268"/>
                      <a:pt x="3410" y="7283"/>
                      <a:pt x="3397" y="7288"/>
                    </a:cubicBezTo>
                    <a:cubicBezTo>
                      <a:pt x="3384" y="7294"/>
                      <a:pt x="3370" y="7288"/>
                      <a:pt x="3364" y="7275"/>
                    </a:cubicBezTo>
                    <a:lnTo>
                      <a:pt x="3364" y="7275"/>
                    </a:lnTo>
                    <a:cubicBezTo>
                      <a:pt x="3359" y="7263"/>
                      <a:pt x="3364" y="7248"/>
                      <a:pt x="3377" y="7242"/>
                    </a:cubicBezTo>
                    <a:cubicBezTo>
                      <a:pt x="3390" y="7237"/>
                      <a:pt x="3404" y="7243"/>
                      <a:pt x="3410" y="7255"/>
                    </a:cubicBezTo>
                    <a:close/>
                    <a:moveTo>
                      <a:pt x="3452" y="7346"/>
                    </a:moveTo>
                    <a:lnTo>
                      <a:pt x="3452" y="7346"/>
                    </a:lnTo>
                    <a:cubicBezTo>
                      <a:pt x="3458" y="7359"/>
                      <a:pt x="3452" y="7373"/>
                      <a:pt x="3439" y="7379"/>
                    </a:cubicBezTo>
                    <a:cubicBezTo>
                      <a:pt x="3426" y="7384"/>
                      <a:pt x="3412" y="7379"/>
                      <a:pt x="3406" y="7366"/>
                    </a:cubicBezTo>
                    <a:lnTo>
                      <a:pt x="3406" y="7366"/>
                    </a:lnTo>
                    <a:cubicBezTo>
                      <a:pt x="3401" y="7353"/>
                      <a:pt x="3407" y="7339"/>
                      <a:pt x="3419" y="7333"/>
                    </a:cubicBezTo>
                    <a:cubicBezTo>
                      <a:pt x="3432" y="7328"/>
                      <a:pt x="3447" y="7333"/>
                      <a:pt x="3452" y="7346"/>
                    </a:cubicBezTo>
                    <a:close/>
                    <a:moveTo>
                      <a:pt x="3494" y="7437"/>
                    </a:moveTo>
                    <a:lnTo>
                      <a:pt x="3494" y="7437"/>
                    </a:lnTo>
                    <a:cubicBezTo>
                      <a:pt x="3500" y="7449"/>
                      <a:pt x="3494" y="7464"/>
                      <a:pt x="3481" y="7470"/>
                    </a:cubicBezTo>
                    <a:cubicBezTo>
                      <a:pt x="3469" y="7475"/>
                      <a:pt x="3454" y="7469"/>
                      <a:pt x="3448" y="7457"/>
                    </a:cubicBezTo>
                    <a:lnTo>
                      <a:pt x="3448" y="7457"/>
                    </a:lnTo>
                    <a:cubicBezTo>
                      <a:pt x="3443" y="7444"/>
                      <a:pt x="3449" y="7429"/>
                      <a:pt x="3461" y="7424"/>
                    </a:cubicBezTo>
                    <a:cubicBezTo>
                      <a:pt x="3474" y="7418"/>
                      <a:pt x="3489" y="7424"/>
                      <a:pt x="3494" y="7437"/>
                    </a:cubicBezTo>
                    <a:close/>
                    <a:moveTo>
                      <a:pt x="3536" y="7527"/>
                    </a:moveTo>
                    <a:lnTo>
                      <a:pt x="3536" y="7528"/>
                    </a:lnTo>
                    <a:cubicBezTo>
                      <a:pt x="3542" y="7540"/>
                      <a:pt x="3536" y="7555"/>
                      <a:pt x="3523" y="7560"/>
                    </a:cubicBezTo>
                    <a:cubicBezTo>
                      <a:pt x="3511" y="7566"/>
                      <a:pt x="3496" y="7560"/>
                      <a:pt x="3491" y="7547"/>
                    </a:cubicBezTo>
                    <a:lnTo>
                      <a:pt x="3491" y="7547"/>
                    </a:lnTo>
                    <a:cubicBezTo>
                      <a:pt x="3485" y="7535"/>
                      <a:pt x="3491" y="7520"/>
                      <a:pt x="3504" y="7515"/>
                    </a:cubicBezTo>
                    <a:cubicBezTo>
                      <a:pt x="3516" y="7509"/>
                      <a:pt x="3531" y="7515"/>
                      <a:pt x="3536" y="7527"/>
                    </a:cubicBezTo>
                    <a:close/>
                    <a:moveTo>
                      <a:pt x="3579" y="7618"/>
                    </a:moveTo>
                    <a:lnTo>
                      <a:pt x="3579" y="7618"/>
                    </a:lnTo>
                    <a:cubicBezTo>
                      <a:pt x="3584" y="7631"/>
                      <a:pt x="3578" y="7646"/>
                      <a:pt x="3566" y="7651"/>
                    </a:cubicBezTo>
                    <a:cubicBezTo>
                      <a:pt x="3553" y="7657"/>
                      <a:pt x="3538" y="7651"/>
                      <a:pt x="3533" y="7638"/>
                    </a:cubicBezTo>
                    <a:lnTo>
                      <a:pt x="3533" y="7638"/>
                    </a:lnTo>
                    <a:cubicBezTo>
                      <a:pt x="3527" y="7625"/>
                      <a:pt x="3533" y="7611"/>
                      <a:pt x="3546" y="7605"/>
                    </a:cubicBezTo>
                    <a:cubicBezTo>
                      <a:pt x="3558" y="7600"/>
                      <a:pt x="3573" y="7606"/>
                      <a:pt x="3579" y="7618"/>
                    </a:cubicBezTo>
                    <a:close/>
                    <a:moveTo>
                      <a:pt x="3621" y="7709"/>
                    </a:moveTo>
                    <a:lnTo>
                      <a:pt x="3621" y="7709"/>
                    </a:lnTo>
                    <a:cubicBezTo>
                      <a:pt x="3626" y="7722"/>
                      <a:pt x="3620" y="7736"/>
                      <a:pt x="3608" y="7742"/>
                    </a:cubicBezTo>
                    <a:cubicBezTo>
                      <a:pt x="3595" y="7747"/>
                      <a:pt x="3580" y="7742"/>
                      <a:pt x="3575" y="7729"/>
                    </a:cubicBezTo>
                    <a:lnTo>
                      <a:pt x="3575" y="7729"/>
                    </a:lnTo>
                    <a:cubicBezTo>
                      <a:pt x="3569" y="7716"/>
                      <a:pt x="3575" y="7702"/>
                      <a:pt x="3588" y="7696"/>
                    </a:cubicBezTo>
                    <a:cubicBezTo>
                      <a:pt x="3601" y="7690"/>
                      <a:pt x="3615" y="7696"/>
                      <a:pt x="3621" y="7709"/>
                    </a:cubicBezTo>
                    <a:close/>
                    <a:moveTo>
                      <a:pt x="3663" y="7800"/>
                    </a:moveTo>
                    <a:lnTo>
                      <a:pt x="3663" y="7800"/>
                    </a:lnTo>
                    <a:cubicBezTo>
                      <a:pt x="3668" y="7812"/>
                      <a:pt x="3663" y="7827"/>
                      <a:pt x="3650" y="7833"/>
                    </a:cubicBezTo>
                    <a:cubicBezTo>
                      <a:pt x="3637" y="7838"/>
                      <a:pt x="3623" y="7832"/>
                      <a:pt x="3617" y="7820"/>
                    </a:cubicBezTo>
                    <a:lnTo>
                      <a:pt x="3617" y="7820"/>
                    </a:lnTo>
                    <a:cubicBezTo>
                      <a:pt x="3612" y="7807"/>
                      <a:pt x="3617" y="7792"/>
                      <a:pt x="3630" y="7787"/>
                    </a:cubicBezTo>
                    <a:cubicBezTo>
                      <a:pt x="3643" y="7781"/>
                      <a:pt x="3657" y="7787"/>
                      <a:pt x="3663" y="7800"/>
                    </a:cubicBezTo>
                    <a:close/>
                    <a:moveTo>
                      <a:pt x="3635" y="7911"/>
                    </a:moveTo>
                    <a:lnTo>
                      <a:pt x="3635" y="7911"/>
                    </a:lnTo>
                    <a:cubicBezTo>
                      <a:pt x="3629" y="7924"/>
                      <a:pt x="3614" y="7929"/>
                      <a:pt x="3602" y="7923"/>
                    </a:cubicBezTo>
                    <a:cubicBezTo>
                      <a:pt x="3589" y="7917"/>
                      <a:pt x="3584" y="7902"/>
                      <a:pt x="3590" y="7890"/>
                    </a:cubicBezTo>
                    <a:lnTo>
                      <a:pt x="3590" y="7890"/>
                    </a:lnTo>
                    <a:cubicBezTo>
                      <a:pt x="3596" y="7877"/>
                      <a:pt x="3611" y="7872"/>
                      <a:pt x="3623" y="7878"/>
                    </a:cubicBezTo>
                    <a:cubicBezTo>
                      <a:pt x="3636" y="7884"/>
                      <a:pt x="3641" y="7899"/>
                      <a:pt x="3635" y="7911"/>
                    </a:cubicBezTo>
                    <a:close/>
                    <a:moveTo>
                      <a:pt x="3593" y="8002"/>
                    </a:moveTo>
                    <a:lnTo>
                      <a:pt x="3593" y="8002"/>
                    </a:lnTo>
                    <a:cubicBezTo>
                      <a:pt x="3587" y="8014"/>
                      <a:pt x="3572" y="8020"/>
                      <a:pt x="3560" y="8014"/>
                    </a:cubicBezTo>
                    <a:cubicBezTo>
                      <a:pt x="3547" y="8008"/>
                      <a:pt x="3542" y="7993"/>
                      <a:pt x="3548" y="7980"/>
                    </a:cubicBezTo>
                    <a:lnTo>
                      <a:pt x="3548" y="7980"/>
                    </a:lnTo>
                    <a:cubicBezTo>
                      <a:pt x="3554" y="7968"/>
                      <a:pt x="3569" y="7963"/>
                      <a:pt x="3581" y="7969"/>
                    </a:cubicBezTo>
                    <a:cubicBezTo>
                      <a:pt x="3594" y="7975"/>
                      <a:pt x="3599" y="7989"/>
                      <a:pt x="3593" y="8002"/>
                    </a:cubicBezTo>
                    <a:close/>
                    <a:moveTo>
                      <a:pt x="3551" y="8093"/>
                    </a:moveTo>
                    <a:lnTo>
                      <a:pt x="3551" y="8093"/>
                    </a:lnTo>
                    <a:cubicBezTo>
                      <a:pt x="3545" y="8105"/>
                      <a:pt x="3530" y="8110"/>
                      <a:pt x="3517" y="8104"/>
                    </a:cubicBezTo>
                    <a:cubicBezTo>
                      <a:pt x="3505" y="8098"/>
                      <a:pt x="3500" y="8084"/>
                      <a:pt x="3506" y="8071"/>
                    </a:cubicBezTo>
                    <a:lnTo>
                      <a:pt x="3506" y="8071"/>
                    </a:lnTo>
                    <a:cubicBezTo>
                      <a:pt x="3512" y="8059"/>
                      <a:pt x="3527" y="8053"/>
                      <a:pt x="3539" y="8059"/>
                    </a:cubicBezTo>
                    <a:cubicBezTo>
                      <a:pt x="3551" y="8065"/>
                      <a:pt x="3557" y="8080"/>
                      <a:pt x="3551" y="8093"/>
                    </a:cubicBezTo>
                    <a:close/>
                    <a:moveTo>
                      <a:pt x="3509" y="8183"/>
                    </a:moveTo>
                    <a:lnTo>
                      <a:pt x="3509" y="8183"/>
                    </a:lnTo>
                    <a:cubicBezTo>
                      <a:pt x="3503" y="8196"/>
                      <a:pt x="3488" y="8201"/>
                      <a:pt x="3475" y="8195"/>
                    </a:cubicBezTo>
                    <a:cubicBezTo>
                      <a:pt x="3463" y="8189"/>
                      <a:pt x="3458" y="8174"/>
                      <a:pt x="3463" y="8162"/>
                    </a:cubicBezTo>
                    <a:lnTo>
                      <a:pt x="3463" y="8162"/>
                    </a:lnTo>
                    <a:cubicBezTo>
                      <a:pt x="3469" y="8149"/>
                      <a:pt x="3484" y="8144"/>
                      <a:pt x="3497" y="8150"/>
                    </a:cubicBezTo>
                    <a:cubicBezTo>
                      <a:pt x="3509" y="8156"/>
                      <a:pt x="3515" y="8171"/>
                      <a:pt x="3509" y="8183"/>
                    </a:cubicBezTo>
                    <a:close/>
                    <a:moveTo>
                      <a:pt x="3466" y="8274"/>
                    </a:moveTo>
                    <a:lnTo>
                      <a:pt x="3466" y="8274"/>
                    </a:lnTo>
                    <a:cubicBezTo>
                      <a:pt x="3460" y="8287"/>
                      <a:pt x="3446" y="8292"/>
                      <a:pt x="3433" y="8286"/>
                    </a:cubicBezTo>
                    <a:cubicBezTo>
                      <a:pt x="3421" y="8280"/>
                      <a:pt x="3415" y="8265"/>
                      <a:pt x="3421" y="8253"/>
                    </a:cubicBezTo>
                    <a:lnTo>
                      <a:pt x="3421" y="8253"/>
                    </a:lnTo>
                    <a:cubicBezTo>
                      <a:pt x="3427" y="8240"/>
                      <a:pt x="3442" y="8235"/>
                      <a:pt x="3455" y="8241"/>
                    </a:cubicBezTo>
                    <a:cubicBezTo>
                      <a:pt x="3467" y="8247"/>
                      <a:pt x="3472" y="8262"/>
                      <a:pt x="3466" y="8274"/>
                    </a:cubicBezTo>
                    <a:close/>
                    <a:moveTo>
                      <a:pt x="3424" y="8365"/>
                    </a:moveTo>
                    <a:lnTo>
                      <a:pt x="3424" y="8365"/>
                    </a:lnTo>
                    <a:cubicBezTo>
                      <a:pt x="3418" y="8377"/>
                      <a:pt x="3403" y="8383"/>
                      <a:pt x="3391" y="8377"/>
                    </a:cubicBezTo>
                    <a:cubicBezTo>
                      <a:pt x="3378" y="8371"/>
                      <a:pt x="3373" y="8356"/>
                      <a:pt x="3379" y="8343"/>
                    </a:cubicBezTo>
                    <a:lnTo>
                      <a:pt x="3379" y="8343"/>
                    </a:lnTo>
                    <a:cubicBezTo>
                      <a:pt x="3385" y="8331"/>
                      <a:pt x="3400" y="8326"/>
                      <a:pt x="3412" y="8331"/>
                    </a:cubicBezTo>
                    <a:cubicBezTo>
                      <a:pt x="3425" y="8337"/>
                      <a:pt x="3430" y="8352"/>
                      <a:pt x="3424" y="8365"/>
                    </a:cubicBezTo>
                    <a:close/>
                    <a:moveTo>
                      <a:pt x="3382" y="8456"/>
                    </a:moveTo>
                    <a:lnTo>
                      <a:pt x="3382" y="8456"/>
                    </a:lnTo>
                    <a:cubicBezTo>
                      <a:pt x="3376" y="8468"/>
                      <a:pt x="3361" y="8473"/>
                      <a:pt x="3349" y="8467"/>
                    </a:cubicBezTo>
                    <a:cubicBezTo>
                      <a:pt x="3336" y="8461"/>
                      <a:pt x="3331" y="8446"/>
                      <a:pt x="3337" y="8434"/>
                    </a:cubicBezTo>
                    <a:lnTo>
                      <a:pt x="3337" y="8434"/>
                    </a:lnTo>
                    <a:cubicBezTo>
                      <a:pt x="3343" y="8422"/>
                      <a:pt x="3358" y="8416"/>
                      <a:pt x="3370" y="8422"/>
                    </a:cubicBezTo>
                    <a:cubicBezTo>
                      <a:pt x="3383" y="8428"/>
                      <a:pt x="3388" y="8443"/>
                      <a:pt x="3382" y="8456"/>
                    </a:cubicBezTo>
                    <a:close/>
                    <a:moveTo>
                      <a:pt x="3340" y="8546"/>
                    </a:moveTo>
                    <a:lnTo>
                      <a:pt x="3340" y="8546"/>
                    </a:lnTo>
                    <a:cubicBezTo>
                      <a:pt x="3334" y="8559"/>
                      <a:pt x="3319" y="8564"/>
                      <a:pt x="3307" y="8558"/>
                    </a:cubicBezTo>
                    <a:cubicBezTo>
                      <a:pt x="3294" y="8552"/>
                      <a:pt x="3289" y="8537"/>
                      <a:pt x="3295" y="8525"/>
                    </a:cubicBezTo>
                    <a:lnTo>
                      <a:pt x="3295" y="8525"/>
                    </a:lnTo>
                    <a:cubicBezTo>
                      <a:pt x="3301" y="8512"/>
                      <a:pt x="3316" y="8507"/>
                      <a:pt x="3328" y="8513"/>
                    </a:cubicBezTo>
                    <a:cubicBezTo>
                      <a:pt x="3341" y="8519"/>
                      <a:pt x="3346" y="8534"/>
                      <a:pt x="3340" y="8546"/>
                    </a:cubicBezTo>
                    <a:close/>
                    <a:moveTo>
                      <a:pt x="3298" y="8637"/>
                    </a:moveTo>
                    <a:lnTo>
                      <a:pt x="3298" y="8637"/>
                    </a:lnTo>
                    <a:cubicBezTo>
                      <a:pt x="3292" y="8650"/>
                      <a:pt x="3277" y="8655"/>
                      <a:pt x="3264" y="8649"/>
                    </a:cubicBezTo>
                    <a:cubicBezTo>
                      <a:pt x="3252" y="8643"/>
                      <a:pt x="3247" y="8628"/>
                      <a:pt x="3253" y="8615"/>
                    </a:cubicBezTo>
                    <a:lnTo>
                      <a:pt x="3253" y="8615"/>
                    </a:lnTo>
                    <a:cubicBezTo>
                      <a:pt x="3259" y="8603"/>
                      <a:pt x="3274" y="8598"/>
                      <a:pt x="3286" y="8604"/>
                    </a:cubicBezTo>
                    <a:cubicBezTo>
                      <a:pt x="3298" y="8610"/>
                      <a:pt x="3304" y="8625"/>
                      <a:pt x="3298" y="8637"/>
                    </a:cubicBezTo>
                    <a:close/>
                    <a:moveTo>
                      <a:pt x="3256" y="8728"/>
                    </a:moveTo>
                    <a:lnTo>
                      <a:pt x="3256" y="8728"/>
                    </a:lnTo>
                    <a:cubicBezTo>
                      <a:pt x="3250" y="8740"/>
                      <a:pt x="3235" y="8746"/>
                      <a:pt x="3222" y="8740"/>
                    </a:cubicBezTo>
                    <a:cubicBezTo>
                      <a:pt x="3210" y="8734"/>
                      <a:pt x="3205" y="8719"/>
                      <a:pt x="3210" y="8706"/>
                    </a:cubicBezTo>
                    <a:lnTo>
                      <a:pt x="3210" y="8706"/>
                    </a:lnTo>
                    <a:cubicBezTo>
                      <a:pt x="3216" y="8694"/>
                      <a:pt x="3231" y="8688"/>
                      <a:pt x="3244" y="8694"/>
                    </a:cubicBezTo>
                    <a:cubicBezTo>
                      <a:pt x="3256" y="8700"/>
                      <a:pt x="3262" y="8715"/>
                      <a:pt x="3256" y="8728"/>
                    </a:cubicBezTo>
                    <a:close/>
                    <a:moveTo>
                      <a:pt x="3213" y="8818"/>
                    </a:moveTo>
                    <a:lnTo>
                      <a:pt x="3213" y="8819"/>
                    </a:lnTo>
                    <a:cubicBezTo>
                      <a:pt x="3207" y="8831"/>
                      <a:pt x="3193" y="8836"/>
                      <a:pt x="3180" y="8830"/>
                    </a:cubicBezTo>
                    <a:cubicBezTo>
                      <a:pt x="3168" y="8824"/>
                      <a:pt x="3162" y="8809"/>
                      <a:pt x="3168" y="8797"/>
                    </a:cubicBezTo>
                    <a:lnTo>
                      <a:pt x="3168" y="8797"/>
                    </a:lnTo>
                    <a:cubicBezTo>
                      <a:pt x="3174" y="8784"/>
                      <a:pt x="3189" y="8779"/>
                      <a:pt x="3202" y="8785"/>
                    </a:cubicBezTo>
                    <a:cubicBezTo>
                      <a:pt x="3214" y="8791"/>
                      <a:pt x="3219" y="8806"/>
                      <a:pt x="3213" y="8818"/>
                    </a:cubicBezTo>
                    <a:close/>
                    <a:moveTo>
                      <a:pt x="3171" y="8909"/>
                    </a:moveTo>
                    <a:lnTo>
                      <a:pt x="3171" y="8909"/>
                    </a:lnTo>
                    <a:cubicBezTo>
                      <a:pt x="3165" y="8922"/>
                      <a:pt x="3150" y="8927"/>
                      <a:pt x="3138" y="8921"/>
                    </a:cubicBezTo>
                    <a:cubicBezTo>
                      <a:pt x="3125" y="8915"/>
                      <a:pt x="3120" y="8900"/>
                      <a:pt x="3126" y="8888"/>
                    </a:cubicBezTo>
                    <a:lnTo>
                      <a:pt x="3126" y="8888"/>
                    </a:lnTo>
                    <a:cubicBezTo>
                      <a:pt x="3132" y="8875"/>
                      <a:pt x="3147" y="8870"/>
                      <a:pt x="3159" y="8876"/>
                    </a:cubicBezTo>
                    <a:cubicBezTo>
                      <a:pt x="3172" y="8882"/>
                      <a:pt x="3177" y="8897"/>
                      <a:pt x="3171" y="8909"/>
                    </a:cubicBezTo>
                    <a:close/>
                    <a:moveTo>
                      <a:pt x="3129" y="9000"/>
                    </a:moveTo>
                    <a:lnTo>
                      <a:pt x="3129" y="9000"/>
                    </a:lnTo>
                    <a:cubicBezTo>
                      <a:pt x="3123" y="9012"/>
                      <a:pt x="3108" y="9018"/>
                      <a:pt x="3096" y="9012"/>
                    </a:cubicBezTo>
                    <a:cubicBezTo>
                      <a:pt x="3083" y="9006"/>
                      <a:pt x="3078" y="8991"/>
                      <a:pt x="3084" y="8978"/>
                    </a:cubicBezTo>
                    <a:lnTo>
                      <a:pt x="3084" y="8978"/>
                    </a:lnTo>
                    <a:cubicBezTo>
                      <a:pt x="3090" y="8966"/>
                      <a:pt x="3105" y="8961"/>
                      <a:pt x="3117" y="8967"/>
                    </a:cubicBezTo>
                    <a:cubicBezTo>
                      <a:pt x="3130" y="8973"/>
                      <a:pt x="3135" y="8987"/>
                      <a:pt x="3129" y="9000"/>
                    </a:cubicBezTo>
                    <a:close/>
                    <a:moveTo>
                      <a:pt x="3087" y="9091"/>
                    </a:moveTo>
                    <a:lnTo>
                      <a:pt x="3087" y="9091"/>
                    </a:lnTo>
                    <a:cubicBezTo>
                      <a:pt x="3081" y="9103"/>
                      <a:pt x="3066" y="9108"/>
                      <a:pt x="3054" y="9102"/>
                    </a:cubicBezTo>
                    <a:cubicBezTo>
                      <a:pt x="3041" y="9097"/>
                      <a:pt x="3036" y="9082"/>
                      <a:pt x="3042" y="9069"/>
                    </a:cubicBezTo>
                    <a:lnTo>
                      <a:pt x="3042" y="9069"/>
                    </a:lnTo>
                    <a:cubicBezTo>
                      <a:pt x="3048" y="9057"/>
                      <a:pt x="3063" y="9051"/>
                      <a:pt x="3075" y="9057"/>
                    </a:cubicBezTo>
                    <a:cubicBezTo>
                      <a:pt x="3088" y="9063"/>
                      <a:pt x="3093" y="9078"/>
                      <a:pt x="3087" y="9091"/>
                    </a:cubicBezTo>
                    <a:close/>
                    <a:moveTo>
                      <a:pt x="3045" y="9181"/>
                    </a:moveTo>
                    <a:lnTo>
                      <a:pt x="3045" y="9181"/>
                    </a:lnTo>
                    <a:cubicBezTo>
                      <a:pt x="3039" y="9194"/>
                      <a:pt x="3024" y="9199"/>
                      <a:pt x="3011" y="9193"/>
                    </a:cubicBezTo>
                    <a:cubicBezTo>
                      <a:pt x="2999" y="9187"/>
                      <a:pt x="2994" y="9172"/>
                      <a:pt x="3000" y="9160"/>
                    </a:cubicBezTo>
                    <a:lnTo>
                      <a:pt x="3000" y="9160"/>
                    </a:lnTo>
                    <a:cubicBezTo>
                      <a:pt x="3006" y="9147"/>
                      <a:pt x="3021" y="9142"/>
                      <a:pt x="3033" y="9148"/>
                    </a:cubicBezTo>
                    <a:cubicBezTo>
                      <a:pt x="3045" y="9154"/>
                      <a:pt x="3051" y="9169"/>
                      <a:pt x="3045" y="9181"/>
                    </a:cubicBezTo>
                    <a:close/>
                    <a:moveTo>
                      <a:pt x="3003" y="9272"/>
                    </a:moveTo>
                    <a:lnTo>
                      <a:pt x="3003" y="9272"/>
                    </a:lnTo>
                    <a:cubicBezTo>
                      <a:pt x="2997" y="9285"/>
                      <a:pt x="2982" y="9290"/>
                      <a:pt x="2969" y="9284"/>
                    </a:cubicBezTo>
                    <a:cubicBezTo>
                      <a:pt x="2957" y="9278"/>
                      <a:pt x="2952" y="9263"/>
                      <a:pt x="2957" y="9251"/>
                    </a:cubicBezTo>
                    <a:lnTo>
                      <a:pt x="2957" y="9251"/>
                    </a:lnTo>
                    <a:cubicBezTo>
                      <a:pt x="2963" y="9238"/>
                      <a:pt x="2978" y="9233"/>
                      <a:pt x="2991" y="9239"/>
                    </a:cubicBezTo>
                    <a:cubicBezTo>
                      <a:pt x="3003" y="9245"/>
                      <a:pt x="3009" y="9260"/>
                      <a:pt x="3003" y="9272"/>
                    </a:cubicBezTo>
                    <a:close/>
                    <a:moveTo>
                      <a:pt x="2960" y="9363"/>
                    </a:moveTo>
                    <a:lnTo>
                      <a:pt x="2960" y="9363"/>
                    </a:lnTo>
                    <a:cubicBezTo>
                      <a:pt x="2954" y="9375"/>
                      <a:pt x="2940" y="9381"/>
                      <a:pt x="2927" y="9375"/>
                    </a:cubicBezTo>
                    <a:cubicBezTo>
                      <a:pt x="2915" y="9369"/>
                      <a:pt x="2909" y="9354"/>
                      <a:pt x="2915" y="9341"/>
                    </a:cubicBezTo>
                    <a:lnTo>
                      <a:pt x="2915" y="9341"/>
                    </a:lnTo>
                    <a:cubicBezTo>
                      <a:pt x="2921" y="9329"/>
                      <a:pt x="2936" y="9324"/>
                      <a:pt x="2949" y="9330"/>
                    </a:cubicBezTo>
                    <a:cubicBezTo>
                      <a:pt x="2961" y="9335"/>
                      <a:pt x="2966" y="9350"/>
                      <a:pt x="2960" y="9363"/>
                    </a:cubicBezTo>
                    <a:close/>
                    <a:moveTo>
                      <a:pt x="2918" y="9454"/>
                    </a:moveTo>
                    <a:lnTo>
                      <a:pt x="2918" y="9454"/>
                    </a:lnTo>
                    <a:cubicBezTo>
                      <a:pt x="2912" y="9466"/>
                      <a:pt x="2897" y="9471"/>
                      <a:pt x="2885" y="9465"/>
                    </a:cubicBezTo>
                    <a:cubicBezTo>
                      <a:pt x="2872" y="9459"/>
                      <a:pt x="2867" y="9445"/>
                      <a:pt x="2873" y="9432"/>
                    </a:cubicBezTo>
                    <a:lnTo>
                      <a:pt x="2873" y="9432"/>
                    </a:lnTo>
                    <a:cubicBezTo>
                      <a:pt x="2879" y="9420"/>
                      <a:pt x="2894" y="9414"/>
                      <a:pt x="2907" y="9420"/>
                    </a:cubicBezTo>
                    <a:cubicBezTo>
                      <a:pt x="2919" y="9426"/>
                      <a:pt x="2924" y="9441"/>
                      <a:pt x="2918" y="9454"/>
                    </a:cubicBezTo>
                    <a:close/>
                    <a:moveTo>
                      <a:pt x="2876" y="9544"/>
                    </a:moveTo>
                    <a:lnTo>
                      <a:pt x="2876" y="9544"/>
                    </a:lnTo>
                    <a:cubicBezTo>
                      <a:pt x="2870" y="9557"/>
                      <a:pt x="2855" y="9562"/>
                      <a:pt x="2843" y="9556"/>
                    </a:cubicBezTo>
                    <a:cubicBezTo>
                      <a:pt x="2830" y="9550"/>
                      <a:pt x="2825" y="9535"/>
                      <a:pt x="2831" y="9523"/>
                    </a:cubicBezTo>
                    <a:lnTo>
                      <a:pt x="2831" y="9523"/>
                    </a:lnTo>
                    <a:cubicBezTo>
                      <a:pt x="2837" y="9510"/>
                      <a:pt x="2852" y="9505"/>
                      <a:pt x="2864" y="9511"/>
                    </a:cubicBezTo>
                    <a:cubicBezTo>
                      <a:pt x="2877" y="9517"/>
                      <a:pt x="2882" y="9532"/>
                      <a:pt x="2876" y="9544"/>
                    </a:cubicBezTo>
                    <a:close/>
                    <a:moveTo>
                      <a:pt x="2834" y="9635"/>
                    </a:moveTo>
                    <a:lnTo>
                      <a:pt x="2834" y="9635"/>
                    </a:lnTo>
                    <a:cubicBezTo>
                      <a:pt x="2828" y="9648"/>
                      <a:pt x="2813" y="9653"/>
                      <a:pt x="2801" y="9647"/>
                    </a:cubicBezTo>
                    <a:cubicBezTo>
                      <a:pt x="2788" y="9641"/>
                      <a:pt x="2783" y="9626"/>
                      <a:pt x="2789" y="9614"/>
                    </a:cubicBezTo>
                    <a:lnTo>
                      <a:pt x="2789" y="9613"/>
                    </a:lnTo>
                    <a:cubicBezTo>
                      <a:pt x="2795" y="9601"/>
                      <a:pt x="2810" y="9596"/>
                      <a:pt x="2822" y="9602"/>
                    </a:cubicBezTo>
                    <a:cubicBezTo>
                      <a:pt x="2835" y="9608"/>
                      <a:pt x="2840" y="9623"/>
                      <a:pt x="2834" y="9635"/>
                    </a:cubicBezTo>
                    <a:close/>
                    <a:moveTo>
                      <a:pt x="2792" y="9726"/>
                    </a:moveTo>
                    <a:lnTo>
                      <a:pt x="2792" y="9726"/>
                    </a:lnTo>
                    <a:cubicBezTo>
                      <a:pt x="2786" y="9738"/>
                      <a:pt x="2771" y="9744"/>
                      <a:pt x="2758" y="9738"/>
                    </a:cubicBezTo>
                    <a:cubicBezTo>
                      <a:pt x="2746" y="9732"/>
                      <a:pt x="2741" y="9717"/>
                      <a:pt x="2747" y="9704"/>
                    </a:cubicBezTo>
                    <a:lnTo>
                      <a:pt x="2747" y="9704"/>
                    </a:lnTo>
                    <a:cubicBezTo>
                      <a:pt x="2753" y="9692"/>
                      <a:pt x="2768" y="9686"/>
                      <a:pt x="2780" y="9692"/>
                    </a:cubicBezTo>
                    <a:cubicBezTo>
                      <a:pt x="2792" y="9698"/>
                      <a:pt x="2798" y="9713"/>
                      <a:pt x="2792" y="9726"/>
                    </a:cubicBezTo>
                    <a:close/>
                    <a:moveTo>
                      <a:pt x="2750" y="9817"/>
                    </a:moveTo>
                    <a:lnTo>
                      <a:pt x="2750" y="9817"/>
                    </a:lnTo>
                    <a:cubicBezTo>
                      <a:pt x="2744" y="9829"/>
                      <a:pt x="2729" y="9834"/>
                      <a:pt x="2716" y="9828"/>
                    </a:cubicBezTo>
                    <a:cubicBezTo>
                      <a:pt x="2704" y="9822"/>
                      <a:pt x="2699" y="9807"/>
                      <a:pt x="2704" y="9795"/>
                    </a:cubicBezTo>
                    <a:lnTo>
                      <a:pt x="2704" y="9795"/>
                    </a:lnTo>
                    <a:cubicBezTo>
                      <a:pt x="2710" y="9782"/>
                      <a:pt x="2725" y="9777"/>
                      <a:pt x="2738" y="9783"/>
                    </a:cubicBezTo>
                    <a:cubicBezTo>
                      <a:pt x="2750" y="9789"/>
                      <a:pt x="2756" y="9804"/>
                      <a:pt x="2750" y="9817"/>
                    </a:cubicBezTo>
                    <a:close/>
                    <a:moveTo>
                      <a:pt x="2707" y="9907"/>
                    </a:moveTo>
                    <a:lnTo>
                      <a:pt x="2707" y="9907"/>
                    </a:lnTo>
                    <a:cubicBezTo>
                      <a:pt x="2701" y="9920"/>
                      <a:pt x="2687" y="9925"/>
                      <a:pt x="2674" y="9919"/>
                    </a:cubicBezTo>
                    <a:cubicBezTo>
                      <a:pt x="2662" y="9913"/>
                      <a:pt x="2656" y="9898"/>
                      <a:pt x="2662" y="9886"/>
                    </a:cubicBezTo>
                    <a:lnTo>
                      <a:pt x="2662" y="9886"/>
                    </a:lnTo>
                    <a:cubicBezTo>
                      <a:pt x="2668" y="9873"/>
                      <a:pt x="2683" y="9868"/>
                      <a:pt x="2696" y="9874"/>
                    </a:cubicBezTo>
                    <a:cubicBezTo>
                      <a:pt x="2708" y="9880"/>
                      <a:pt x="2713" y="9895"/>
                      <a:pt x="2707" y="9907"/>
                    </a:cubicBezTo>
                    <a:close/>
                    <a:moveTo>
                      <a:pt x="2665" y="9998"/>
                    </a:moveTo>
                    <a:lnTo>
                      <a:pt x="2665" y="9998"/>
                    </a:lnTo>
                    <a:cubicBezTo>
                      <a:pt x="2659" y="10010"/>
                      <a:pt x="2644" y="10016"/>
                      <a:pt x="2632" y="10010"/>
                    </a:cubicBezTo>
                    <a:cubicBezTo>
                      <a:pt x="2619" y="10004"/>
                      <a:pt x="2614" y="9989"/>
                      <a:pt x="2620" y="9976"/>
                    </a:cubicBezTo>
                    <a:lnTo>
                      <a:pt x="2620" y="9976"/>
                    </a:lnTo>
                    <a:cubicBezTo>
                      <a:pt x="2626" y="9964"/>
                      <a:pt x="2641" y="9959"/>
                      <a:pt x="2654" y="9965"/>
                    </a:cubicBezTo>
                    <a:cubicBezTo>
                      <a:pt x="2666" y="9971"/>
                      <a:pt x="2671" y="9986"/>
                      <a:pt x="2665" y="9998"/>
                    </a:cubicBezTo>
                    <a:close/>
                    <a:moveTo>
                      <a:pt x="2623" y="10089"/>
                    </a:moveTo>
                    <a:lnTo>
                      <a:pt x="2623" y="10089"/>
                    </a:lnTo>
                    <a:cubicBezTo>
                      <a:pt x="2617" y="10101"/>
                      <a:pt x="2602" y="10106"/>
                      <a:pt x="2590" y="10101"/>
                    </a:cubicBezTo>
                    <a:cubicBezTo>
                      <a:pt x="2577" y="10095"/>
                      <a:pt x="2572" y="10080"/>
                      <a:pt x="2578" y="10067"/>
                    </a:cubicBezTo>
                    <a:lnTo>
                      <a:pt x="2578" y="10067"/>
                    </a:lnTo>
                    <a:cubicBezTo>
                      <a:pt x="2584" y="10055"/>
                      <a:pt x="2599" y="10049"/>
                      <a:pt x="2611" y="10055"/>
                    </a:cubicBezTo>
                    <a:cubicBezTo>
                      <a:pt x="2624" y="10061"/>
                      <a:pt x="2629" y="10076"/>
                      <a:pt x="2623" y="10089"/>
                    </a:cubicBezTo>
                    <a:close/>
                    <a:moveTo>
                      <a:pt x="2581" y="10179"/>
                    </a:moveTo>
                    <a:lnTo>
                      <a:pt x="2581" y="10179"/>
                    </a:lnTo>
                    <a:cubicBezTo>
                      <a:pt x="2575" y="10192"/>
                      <a:pt x="2560" y="10197"/>
                      <a:pt x="2548" y="10191"/>
                    </a:cubicBezTo>
                    <a:cubicBezTo>
                      <a:pt x="2535" y="10185"/>
                      <a:pt x="2530" y="10170"/>
                      <a:pt x="2536" y="10158"/>
                    </a:cubicBezTo>
                    <a:lnTo>
                      <a:pt x="2536" y="10158"/>
                    </a:lnTo>
                    <a:cubicBezTo>
                      <a:pt x="2542" y="10145"/>
                      <a:pt x="2557" y="10140"/>
                      <a:pt x="2569" y="10146"/>
                    </a:cubicBezTo>
                    <a:cubicBezTo>
                      <a:pt x="2582" y="10152"/>
                      <a:pt x="2587" y="10167"/>
                      <a:pt x="2581" y="10179"/>
                    </a:cubicBezTo>
                    <a:close/>
                    <a:moveTo>
                      <a:pt x="2539" y="10270"/>
                    </a:moveTo>
                    <a:lnTo>
                      <a:pt x="2539" y="10270"/>
                    </a:lnTo>
                    <a:cubicBezTo>
                      <a:pt x="2533" y="10283"/>
                      <a:pt x="2518" y="10288"/>
                      <a:pt x="2505" y="10282"/>
                    </a:cubicBezTo>
                    <a:cubicBezTo>
                      <a:pt x="2493" y="10276"/>
                      <a:pt x="2488" y="10261"/>
                      <a:pt x="2494" y="10249"/>
                    </a:cubicBezTo>
                    <a:lnTo>
                      <a:pt x="2494" y="10249"/>
                    </a:lnTo>
                    <a:cubicBezTo>
                      <a:pt x="2500" y="10236"/>
                      <a:pt x="2515" y="10231"/>
                      <a:pt x="2527" y="10237"/>
                    </a:cubicBezTo>
                    <a:cubicBezTo>
                      <a:pt x="2539" y="10243"/>
                      <a:pt x="2545" y="10258"/>
                      <a:pt x="2539" y="10270"/>
                    </a:cubicBezTo>
                    <a:close/>
                    <a:moveTo>
                      <a:pt x="2497" y="10361"/>
                    </a:moveTo>
                    <a:lnTo>
                      <a:pt x="2497" y="10361"/>
                    </a:lnTo>
                    <a:cubicBezTo>
                      <a:pt x="2491" y="10373"/>
                      <a:pt x="2476" y="10379"/>
                      <a:pt x="2463" y="10373"/>
                    </a:cubicBezTo>
                    <a:cubicBezTo>
                      <a:pt x="2451" y="10367"/>
                      <a:pt x="2446" y="10352"/>
                      <a:pt x="2451" y="10339"/>
                    </a:cubicBezTo>
                    <a:lnTo>
                      <a:pt x="2452" y="10339"/>
                    </a:lnTo>
                    <a:cubicBezTo>
                      <a:pt x="2457" y="10327"/>
                      <a:pt x="2472" y="10322"/>
                      <a:pt x="2485" y="10328"/>
                    </a:cubicBezTo>
                    <a:cubicBezTo>
                      <a:pt x="2497" y="10334"/>
                      <a:pt x="2503" y="10348"/>
                      <a:pt x="2497" y="10361"/>
                    </a:cubicBezTo>
                    <a:close/>
                    <a:moveTo>
                      <a:pt x="2454" y="10452"/>
                    </a:moveTo>
                    <a:lnTo>
                      <a:pt x="2454" y="10452"/>
                    </a:lnTo>
                    <a:cubicBezTo>
                      <a:pt x="2448" y="10464"/>
                      <a:pt x="2434" y="10469"/>
                      <a:pt x="2421" y="10463"/>
                    </a:cubicBezTo>
                    <a:cubicBezTo>
                      <a:pt x="2409" y="10457"/>
                      <a:pt x="2403" y="10443"/>
                      <a:pt x="2409" y="10430"/>
                    </a:cubicBezTo>
                    <a:lnTo>
                      <a:pt x="2409" y="10430"/>
                    </a:lnTo>
                    <a:cubicBezTo>
                      <a:pt x="2415" y="10418"/>
                      <a:pt x="2430" y="10412"/>
                      <a:pt x="2443" y="10418"/>
                    </a:cubicBezTo>
                    <a:cubicBezTo>
                      <a:pt x="2455" y="10424"/>
                      <a:pt x="2460" y="10439"/>
                      <a:pt x="2454" y="10452"/>
                    </a:cubicBezTo>
                    <a:close/>
                    <a:moveTo>
                      <a:pt x="2412" y="10542"/>
                    </a:moveTo>
                    <a:lnTo>
                      <a:pt x="2412" y="10542"/>
                    </a:lnTo>
                    <a:cubicBezTo>
                      <a:pt x="2406" y="10555"/>
                      <a:pt x="2391" y="10560"/>
                      <a:pt x="2379" y="10554"/>
                    </a:cubicBezTo>
                    <a:cubicBezTo>
                      <a:pt x="2366" y="10548"/>
                      <a:pt x="2361" y="10533"/>
                      <a:pt x="2367" y="10521"/>
                    </a:cubicBezTo>
                    <a:lnTo>
                      <a:pt x="2367" y="10521"/>
                    </a:lnTo>
                    <a:cubicBezTo>
                      <a:pt x="2373" y="10508"/>
                      <a:pt x="2388" y="10503"/>
                      <a:pt x="2401" y="10509"/>
                    </a:cubicBezTo>
                    <a:cubicBezTo>
                      <a:pt x="2413" y="10515"/>
                      <a:pt x="2418" y="10530"/>
                      <a:pt x="2412" y="10542"/>
                    </a:cubicBezTo>
                    <a:close/>
                    <a:moveTo>
                      <a:pt x="2370" y="10633"/>
                    </a:moveTo>
                    <a:lnTo>
                      <a:pt x="2370" y="10633"/>
                    </a:lnTo>
                    <a:cubicBezTo>
                      <a:pt x="2364" y="10646"/>
                      <a:pt x="2349" y="10651"/>
                      <a:pt x="2337" y="10645"/>
                    </a:cubicBezTo>
                    <a:cubicBezTo>
                      <a:pt x="2324" y="10639"/>
                      <a:pt x="2319" y="10624"/>
                      <a:pt x="2325" y="10612"/>
                    </a:cubicBezTo>
                    <a:lnTo>
                      <a:pt x="2325" y="10612"/>
                    </a:lnTo>
                    <a:cubicBezTo>
                      <a:pt x="2331" y="10599"/>
                      <a:pt x="2346" y="10594"/>
                      <a:pt x="2358" y="10600"/>
                    </a:cubicBezTo>
                    <a:cubicBezTo>
                      <a:pt x="2371" y="10606"/>
                      <a:pt x="2376" y="10621"/>
                      <a:pt x="2370" y="10633"/>
                    </a:cubicBezTo>
                    <a:close/>
                    <a:moveTo>
                      <a:pt x="2328" y="10724"/>
                    </a:moveTo>
                    <a:lnTo>
                      <a:pt x="2328" y="10724"/>
                    </a:lnTo>
                    <a:cubicBezTo>
                      <a:pt x="2322" y="10736"/>
                      <a:pt x="2307" y="10742"/>
                      <a:pt x="2295" y="10736"/>
                    </a:cubicBezTo>
                    <a:cubicBezTo>
                      <a:pt x="2282" y="10730"/>
                      <a:pt x="2277" y="10715"/>
                      <a:pt x="2283" y="10702"/>
                    </a:cubicBezTo>
                    <a:lnTo>
                      <a:pt x="2283" y="10702"/>
                    </a:lnTo>
                    <a:cubicBezTo>
                      <a:pt x="2289" y="10690"/>
                      <a:pt x="2304" y="10685"/>
                      <a:pt x="2316" y="10690"/>
                    </a:cubicBezTo>
                    <a:cubicBezTo>
                      <a:pt x="2329" y="10696"/>
                      <a:pt x="2334" y="10711"/>
                      <a:pt x="2328" y="10724"/>
                    </a:cubicBezTo>
                    <a:close/>
                    <a:moveTo>
                      <a:pt x="2286" y="10815"/>
                    </a:moveTo>
                    <a:lnTo>
                      <a:pt x="2286" y="10815"/>
                    </a:lnTo>
                    <a:cubicBezTo>
                      <a:pt x="2280" y="10827"/>
                      <a:pt x="2265" y="10832"/>
                      <a:pt x="2252" y="10826"/>
                    </a:cubicBezTo>
                    <a:cubicBezTo>
                      <a:pt x="2240" y="10820"/>
                      <a:pt x="2235" y="10805"/>
                      <a:pt x="2241" y="10793"/>
                    </a:cubicBezTo>
                    <a:lnTo>
                      <a:pt x="2241" y="10793"/>
                    </a:lnTo>
                    <a:cubicBezTo>
                      <a:pt x="2247" y="10781"/>
                      <a:pt x="2262" y="10775"/>
                      <a:pt x="2274" y="10781"/>
                    </a:cubicBezTo>
                    <a:cubicBezTo>
                      <a:pt x="2286" y="10787"/>
                      <a:pt x="2292" y="10802"/>
                      <a:pt x="2286" y="10815"/>
                    </a:cubicBezTo>
                    <a:close/>
                    <a:moveTo>
                      <a:pt x="2244" y="10905"/>
                    </a:moveTo>
                    <a:lnTo>
                      <a:pt x="2244" y="10905"/>
                    </a:lnTo>
                    <a:cubicBezTo>
                      <a:pt x="2238" y="10918"/>
                      <a:pt x="2223" y="10923"/>
                      <a:pt x="2210" y="10917"/>
                    </a:cubicBezTo>
                    <a:cubicBezTo>
                      <a:pt x="2198" y="10911"/>
                      <a:pt x="2193" y="10896"/>
                      <a:pt x="2198" y="10884"/>
                    </a:cubicBezTo>
                    <a:lnTo>
                      <a:pt x="2199" y="10884"/>
                    </a:lnTo>
                    <a:cubicBezTo>
                      <a:pt x="2204" y="10871"/>
                      <a:pt x="2219" y="10866"/>
                      <a:pt x="2232" y="10872"/>
                    </a:cubicBezTo>
                    <a:cubicBezTo>
                      <a:pt x="2244" y="10878"/>
                      <a:pt x="2250" y="10893"/>
                      <a:pt x="2244" y="10905"/>
                    </a:cubicBezTo>
                    <a:close/>
                    <a:moveTo>
                      <a:pt x="2201" y="10996"/>
                    </a:moveTo>
                    <a:lnTo>
                      <a:pt x="2201" y="10996"/>
                    </a:lnTo>
                    <a:cubicBezTo>
                      <a:pt x="2195" y="11009"/>
                      <a:pt x="2181" y="11014"/>
                      <a:pt x="2168" y="11008"/>
                    </a:cubicBezTo>
                    <a:cubicBezTo>
                      <a:pt x="2156" y="11002"/>
                      <a:pt x="2150" y="10987"/>
                      <a:pt x="2156" y="10974"/>
                    </a:cubicBezTo>
                    <a:lnTo>
                      <a:pt x="2156" y="10974"/>
                    </a:lnTo>
                    <a:cubicBezTo>
                      <a:pt x="2162" y="10962"/>
                      <a:pt x="2177" y="10957"/>
                      <a:pt x="2190" y="10963"/>
                    </a:cubicBezTo>
                    <a:cubicBezTo>
                      <a:pt x="2202" y="10969"/>
                      <a:pt x="2207" y="10984"/>
                      <a:pt x="2201" y="10996"/>
                    </a:cubicBezTo>
                    <a:close/>
                    <a:moveTo>
                      <a:pt x="2159" y="11087"/>
                    </a:moveTo>
                    <a:lnTo>
                      <a:pt x="2159" y="11087"/>
                    </a:lnTo>
                    <a:cubicBezTo>
                      <a:pt x="2153" y="11099"/>
                      <a:pt x="2138" y="11105"/>
                      <a:pt x="2126" y="11099"/>
                    </a:cubicBezTo>
                    <a:cubicBezTo>
                      <a:pt x="2113" y="11093"/>
                      <a:pt x="2108" y="11078"/>
                      <a:pt x="2114" y="11065"/>
                    </a:cubicBezTo>
                    <a:lnTo>
                      <a:pt x="2114" y="11065"/>
                    </a:lnTo>
                    <a:cubicBezTo>
                      <a:pt x="2120" y="11053"/>
                      <a:pt x="2135" y="11047"/>
                      <a:pt x="2148" y="11053"/>
                    </a:cubicBezTo>
                    <a:cubicBezTo>
                      <a:pt x="2160" y="11059"/>
                      <a:pt x="2165" y="11074"/>
                      <a:pt x="2159" y="11087"/>
                    </a:cubicBezTo>
                    <a:close/>
                    <a:moveTo>
                      <a:pt x="2117" y="11177"/>
                    </a:moveTo>
                    <a:lnTo>
                      <a:pt x="2117" y="11178"/>
                    </a:lnTo>
                    <a:cubicBezTo>
                      <a:pt x="2111" y="11190"/>
                      <a:pt x="2096" y="11195"/>
                      <a:pt x="2084" y="11189"/>
                    </a:cubicBezTo>
                    <a:cubicBezTo>
                      <a:pt x="2071" y="11183"/>
                      <a:pt x="2066" y="11168"/>
                      <a:pt x="2072" y="11156"/>
                    </a:cubicBezTo>
                    <a:lnTo>
                      <a:pt x="2072" y="11156"/>
                    </a:lnTo>
                    <a:cubicBezTo>
                      <a:pt x="2078" y="11143"/>
                      <a:pt x="2093" y="11138"/>
                      <a:pt x="2105" y="11144"/>
                    </a:cubicBezTo>
                    <a:cubicBezTo>
                      <a:pt x="2118" y="11150"/>
                      <a:pt x="2123" y="11165"/>
                      <a:pt x="2117" y="11177"/>
                    </a:cubicBezTo>
                    <a:close/>
                    <a:moveTo>
                      <a:pt x="2075" y="11268"/>
                    </a:moveTo>
                    <a:lnTo>
                      <a:pt x="2075" y="11268"/>
                    </a:lnTo>
                    <a:cubicBezTo>
                      <a:pt x="2069" y="11281"/>
                      <a:pt x="2054" y="11286"/>
                      <a:pt x="2042" y="11280"/>
                    </a:cubicBezTo>
                    <a:cubicBezTo>
                      <a:pt x="2029" y="11274"/>
                      <a:pt x="2024" y="11259"/>
                      <a:pt x="2030" y="11247"/>
                    </a:cubicBezTo>
                    <a:lnTo>
                      <a:pt x="2030" y="11247"/>
                    </a:lnTo>
                    <a:cubicBezTo>
                      <a:pt x="2036" y="11234"/>
                      <a:pt x="2051" y="11229"/>
                      <a:pt x="2063" y="11235"/>
                    </a:cubicBezTo>
                    <a:cubicBezTo>
                      <a:pt x="2076" y="11241"/>
                      <a:pt x="2081" y="11256"/>
                      <a:pt x="2075" y="11268"/>
                    </a:cubicBezTo>
                    <a:close/>
                    <a:moveTo>
                      <a:pt x="2033" y="11359"/>
                    </a:moveTo>
                    <a:lnTo>
                      <a:pt x="2033" y="11359"/>
                    </a:lnTo>
                    <a:cubicBezTo>
                      <a:pt x="2027" y="11371"/>
                      <a:pt x="2012" y="11377"/>
                      <a:pt x="1999" y="11371"/>
                    </a:cubicBezTo>
                    <a:cubicBezTo>
                      <a:pt x="1987" y="11365"/>
                      <a:pt x="1982" y="11350"/>
                      <a:pt x="1988" y="11337"/>
                    </a:cubicBezTo>
                    <a:lnTo>
                      <a:pt x="1988" y="11337"/>
                    </a:lnTo>
                    <a:cubicBezTo>
                      <a:pt x="1994" y="11325"/>
                      <a:pt x="2009" y="11320"/>
                      <a:pt x="2021" y="11326"/>
                    </a:cubicBezTo>
                    <a:cubicBezTo>
                      <a:pt x="2033" y="11332"/>
                      <a:pt x="2039" y="11346"/>
                      <a:pt x="2033" y="11359"/>
                    </a:cubicBezTo>
                    <a:close/>
                    <a:moveTo>
                      <a:pt x="1991" y="11450"/>
                    </a:moveTo>
                    <a:lnTo>
                      <a:pt x="1991" y="11450"/>
                    </a:lnTo>
                    <a:cubicBezTo>
                      <a:pt x="1985" y="11462"/>
                      <a:pt x="1970" y="11467"/>
                      <a:pt x="1957" y="11461"/>
                    </a:cubicBezTo>
                    <a:cubicBezTo>
                      <a:pt x="1945" y="11456"/>
                      <a:pt x="1940" y="11441"/>
                      <a:pt x="1945" y="11428"/>
                    </a:cubicBezTo>
                    <a:lnTo>
                      <a:pt x="1946" y="11428"/>
                    </a:lnTo>
                    <a:cubicBezTo>
                      <a:pt x="1951" y="11416"/>
                      <a:pt x="1966" y="11410"/>
                      <a:pt x="1979" y="11416"/>
                    </a:cubicBezTo>
                    <a:cubicBezTo>
                      <a:pt x="1991" y="11422"/>
                      <a:pt x="1997" y="11437"/>
                      <a:pt x="1991" y="11450"/>
                    </a:cubicBezTo>
                    <a:close/>
                    <a:moveTo>
                      <a:pt x="1948" y="11540"/>
                    </a:moveTo>
                    <a:lnTo>
                      <a:pt x="1948" y="11540"/>
                    </a:lnTo>
                    <a:cubicBezTo>
                      <a:pt x="1942" y="11553"/>
                      <a:pt x="1928" y="11558"/>
                      <a:pt x="1915" y="11552"/>
                    </a:cubicBezTo>
                    <a:cubicBezTo>
                      <a:pt x="1903" y="11546"/>
                      <a:pt x="1897" y="11531"/>
                      <a:pt x="1903" y="11519"/>
                    </a:cubicBezTo>
                    <a:lnTo>
                      <a:pt x="1903" y="11519"/>
                    </a:lnTo>
                    <a:cubicBezTo>
                      <a:pt x="1909" y="11506"/>
                      <a:pt x="1924" y="11501"/>
                      <a:pt x="1937" y="11507"/>
                    </a:cubicBezTo>
                    <a:cubicBezTo>
                      <a:pt x="1949" y="11513"/>
                      <a:pt x="1954" y="11528"/>
                      <a:pt x="1948" y="11540"/>
                    </a:cubicBezTo>
                    <a:close/>
                    <a:moveTo>
                      <a:pt x="1906" y="11631"/>
                    </a:moveTo>
                    <a:lnTo>
                      <a:pt x="1906" y="11631"/>
                    </a:lnTo>
                    <a:cubicBezTo>
                      <a:pt x="1900" y="11644"/>
                      <a:pt x="1885" y="11649"/>
                      <a:pt x="1873" y="11643"/>
                    </a:cubicBezTo>
                    <a:cubicBezTo>
                      <a:pt x="1860" y="11637"/>
                      <a:pt x="1855" y="11622"/>
                      <a:pt x="1861" y="11610"/>
                    </a:cubicBezTo>
                    <a:lnTo>
                      <a:pt x="1861" y="11610"/>
                    </a:lnTo>
                    <a:cubicBezTo>
                      <a:pt x="1867" y="11597"/>
                      <a:pt x="1882" y="11592"/>
                      <a:pt x="1895" y="11598"/>
                    </a:cubicBezTo>
                    <a:cubicBezTo>
                      <a:pt x="1907" y="11604"/>
                      <a:pt x="1912" y="11619"/>
                      <a:pt x="1906" y="11631"/>
                    </a:cubicBezTo>
                    <a:close/>
                    <a:moveTo>
                      <a:pt x="1864" y="11722"/>
                    </a:moveTo>
                    <a:lnTo>
                      <a:pt x="1864" y="11722"/>
                    </a:lnTo>
                    <a:cubicBezTo>
                      <a:pt x="1858" y="11734"/>
                      <a:pt x="1843" y="11740"/>
                      <a:pt x="1831" y="11734"/>
                    </a:cubicBezTo>
                    <a:cubicBezTo>
                      <a:pt x="1818" y="11728"/>
                      <a:pt x="1813" y="11713"/>
                      <a:pt x="1819" y="11700"/>
                    </a:cubicBezTo>
                    <a:lnTo>
                      <a:pt x="1819" y="11700"/>
                    </a:lnTo>
                    <a:cubicBezTo>
                      <a:pt x="1825" y="11688"/>
                      <a:pt x="1840" y="11683"/>
                      <a:pt x="1852" y="11689"/>
                    </a:cubicBezTo>
                    <a:cubicBezTo>
                      <a:pt x="1865" y="11694"/>
                      <a:pt x="1870" y="11709"/>
                      <a:pt x="1864" y="11722"/>
                    </a:cubicBezTo>
                    <a:close/>
                    <a:moveTo>
                      <a:pt x="1822" y="11813"/>
                    </a:moveTo>
                    <a:lnTo>
                      <a:pt x="1822" y="11813"/>
                    </a:lnTo>
                    <a:cubicBezTo>
                      <a:pt x="1816" y="11825"/>
                      <a:pt x="1801" y="11830"/>
                      <a:pt x="1789" y="11824"/>
                    </a:cubicBezTo>
                    <a:cubicBezTo>
                      <a:pt x="1776" y="11818"/>
                      <a:pt x="1771" y="11804"/>
                      <a:pt x="1777" y="11791"/>
                    </a:cubicBezTo>
                    <a:lnTo>
                      <a:pt x="1777" y="11791"/>
                    </a:lnTo>
                    <a:cubicBezTo>
                      <a:pt x="1783" y="11779"/>
                      <a:pt x="1798" y="11773"/>
                      <a:pt x="1810" y="11779"/>
                    </a:cubicBezTo>
                    <a:cubicBezTo>
                      <a:pt x="1823" y="11785"/>
                      <a:pt x="1828" y="11800"/>
                      <a:pt x="1822" y="11813"/>
                    </a:cubicBezTo>
                    <a:close/>
                    <a:moveTo>
                      <a:pt x="1780" y="11903"/>
                    </a:moveTo>
                    <a:lnTo>
                      <a:pt x="1780" y="11903"/>
                    </a:lnTo>
                    <a:cubicBezTo>
                      <a:pt x="1774" y="11916"/>
                      <a:pt x="1759" y="11921"/>
                      <a:pt x="1746" y="11915"/>
                    </a:cubicBezTo>
                    <a:cubicBezTo>
                      <a:pt x="1734" y="11909"/>
                      <a:pt x="1729" y="11894"/>
                      <a:pt x="1735" y="11882"/>
                    </a:cubicBezTo>
                    <a:lnTo>
                      <a:pt x="1735" y="11882"/>
                    </a:lnTo>
                    <a:cubicBezTo>
                      <a:pt x="1741" y="11869"/>
                      <a:pt x="1756" y="11864"/>
                      <a:pt x="1768" y="11870"/>
                    </a:cubicBezTo>
                    <a:cubicBezTo>
                      <a:pt x="1780" y="11876"/>
                      <a:pt x="1786" y="11891"/>
                      <a:pt x="1780" y="11903"/>
                    </a:cubicBezTo>
                    <a:close/>
                    <a:moveTo>
                      <a:pt x="1738" y="11994"/>
                    </a:moveTo>
                    <a:lnTo>
                      <a:pt x="1738" y="11994"/>
                    </a:lnTo>
                    <a:cubicBezTo>
                      <a:pt x="1732" y="12007"/>
                      <a:pt x="1717" y="12012"/>
                      <a:pt x="1704" y="12006"/>
                    </a:cubicBezTo>
                    <a:cubicBezTo>
                      <a:pt x="1692" y="12000"/>
                      <a:pt x="1687" y="11985"/>
                      <a:pt x="1692" y="11973"/>
                    </a:cubicBezTo>
                    <a:lnTo>
                      <a:pt x="1693" y="11972"/>
                    </a:lnTo>
                    <a:cubicBezTo>
                      <a:pt x="1698" y="11960"/>
                      <a:pt x="1713" y="11955"/>
                      <a:pt x="1726" y="11961"/>
                    </a:cubicBezTo>
                    <a:cubicBezTo>
                      <a:pt x="1738" y="11967"/>
                      <a:pt x="1744" y="11982"/>
                      <a:pt x="1738" y="11994"/>
                    </a:cubicBezTo>
                    <a:close/>
                    <a:moveTo>
                      <a:pt x="1695" y="12085"/>
                    </a:moveTo>
                    <a:lnTo>
                      <a:pt x="1695" y="12085"/>
                    </a:lnTo>
                    <a:cubicBezTo>
                      <a:pt x="1689" y="12097"/>
                      <a:pt x="1675" y="12103"/>
                      <a:pt x="1662" y="12097"/>
                    </a:cubicBezTo>
                    <a:cubicBezTo>
                      <a:pt x="1650" y="12091"/>
                      <a:pt x="1644" y="12076"/>
                      <a:pt x="1650" y="12063"/>
                    </a:cubicBezTo>
                    <a:lnTo>
                      <a:pt x="1650" y="12063"/>
                    </a:lnTo>
                    <a:cubicBezTo>
                      <a:pt x="1656" y="12051"/>
                      <a:pt x="1671" y="12045"/>
                      <a:pt x="1684" y="12051"/>
                    </a:cubicBezTo>
                    <a:cubicBezTo>
                      <a:pt x="1696" y="12057"/>
                      <a:pt x="1701" y="12072"/>
                      <a:pt x="1695" y="12085"/>
                    </a:cubicBezTo>
                    <a:close/>
                    <a:moveTo>
                      <a:pt x="1653" y="12176"/>
                    </a:moveTo>
                    <a:lnTo>
                      <a:pt x="1653" y="12176"/>
                    </a:lnTo>
                    <a:cubicBezTo>
                      <a:pt x="1647" y="12188"/>
                      <a:pt x="1632" y="12193"/>
                      <a:pt x="1620" y="12187"/>
                    </a:cubicBezTo>
                    <a:cubicBezTo>
                      <a:pt x="1607" y="12181"/>
                      <a:pt x="1602" y="12166"/>
                      <a:pt x="1608" y="12154"/>
                    </a:cubicBezTo>
                    <a:lnTo>
                      <a:pt x="1608" y="12154"/>
                    </a:lnTo>
                    <a:cubicBezTo>
                      <a:pt x="1614" y="12141"/>
                      <a:pt x="1629" y="12136"/>
                      <a:pt x="1642" y="12142"/>
                    </a:cubicBezTo>
                    <a:cubicBezTo>
                      <a:pt x="1654" y="12148"/>
                      <a:pt x="1659" y="12163"/>
                      <a:pt x="1653" y="12176"/>
                    </a:cubicBezTo>
                    <a:close/>
                    <a:moveTo>
                      <a:pt x="1611" y="12266"/>
                    </a:moveTo>
                    <a:lnTo>
                      <a:pt x="1611" y="12266"/>
                    </a:lnTo>
                    <a:cubicBezTo>
                      <a:pt x="1605" y="12279"/>
                      <a:pt x="1590" y="12284"/>
                      <a:pt x="1578" y="12278"/>
                    </a:cubicBezTo>
                    <a:cubicBezTo>
                      <a:pt x="1565" y="12272"/>
                      <a:pt x="1560" y="12257"/>
                      <a:pt x="1566" y="12245"/>
                    </a:cubicBezTo>
                    <a:lnTo>
                      <a:pt x="1566" y="12245"/>
                    </a:lnTo>
                    <a:cubicBezTo>
                      <a:pt x="1572" y="12232"/>
                      <a:pt x="1587" y="12227"/>
                      <a:pt x="1599" y="12233"/>
                    </a:cubicBezTo>
                    <a:cubicBezTo>
                      <a:pt x="1612" y="12239"/>
                      <a:pt x="1617" y="12254"/>
                      <a:pt x="1611" y="12266"/>
                    </a:cubicBezTo>
                    <a:close/>
                    <a:moveTo>
                      <a:pt x="1569" y="12357"/>
                    </a:moveTo>
                    <a:lnTo>
                      <a:pt x="1569" y="12357"/>
                    </a:lnTo>
                    <a:cubicBezTo>
                      <a:pt x="1563" y="12369"/>
                      <a:pt x="1548" y="12375"/>
                      <a:pt x="1536" y="12369"/>
                    </a:cubicBezTo>
                    <a:cubicBezTo>
                      <a:pt x="1523" y="12363"/>
                      <a:pt x="1518" y="12348"/>
                      <a:pt x="1524" y="12335"/>
                    </a:cubicBezTo>
                    <a:lnTo>
                      <a:pt x="1524" y="12335"/>
                    </a:lnTo>
                    <a:cubicBezTo>
                      <a:pt x="1530" y="12323"/>
                      <a:pt x="1545" y="12318"/>
                      <a:pt x="1557" y="12324"/>
                    </a:cubicBezTo>
                    <a:cubicBezTo>
                      <a:pt x="1570" y="12330"/>
                      <a:pt x="1575" y="12345"/>
                      <a:pt x="1569" y="12357"/>
                    </a:cubicBezTo>
                    <a:close/>
                    <a:moveTo>
                      <a:pt x="1527" y="12448"/>
                    </a:moveTo>
                    <a:lnTo>
                      <a:pt x="1527" y="12448"/>
                    </a:lnTo>
                    <a:cubicBezTo>
                      <a:pt x="1521" y="12460"/>
                      <a:pt x="1506" y="12465"/>
                      <a:pt x="1493" y="12460"/>
                    </a:cubicBezTo>
                    <a:cubicBezTo>
                      <a:pt x="1481" y="12454"/>
                      <a:pt x="1476" y="12439"/>
                      <a:pt x="1482" y="12426"/>
                    </a:cubicBezTo>
                    <a:lnTo>
                      <a:pt x="1482" y="12426"/>
                    </a:lnTo>
                    <a:cubicBezTo>
                      <a:pt x="1488" y="12414"/>
                      <a:pt x="1503" y="12408"/>
                      <a:pt x="1515" y="12414"/>
                    </a:cubicBezTo>
                    <a:cubicBezTo>
                      <a:pt x="1527" y="12420"/>
                      <a:pt x="1533" y="12435"/>
                      <a:pt x="1527" y="12448"/>
                    </a:cubicBezTo>
                    <a:close/>
                    <a:moveTo>
                      <a:pt x="1485" y="12538"/>
                    </a:moveTo>
                    <a:lnTo>
                      <a:pt x="1485" y="12538"/>
                    </a:lnTo>
                    <a:cubicBezTo>
                      <a:pt x="1479" y="12551"/>
                      <a:pt x="1464" y="12556"/>
                      <a:pt x="1451" y="12550"/>
                    </a:cubicBezTo>
                    <a:cubicBezTo>
                      <a:pt x="1439" y="12544"/>
                      <a:pt x="1434" y="12529"/>
                      <a:pt x="1439" y="12517"/>
                    </a:cubicBezTo>
                    <a:lnTo>
                      <a:pt x="1440" y="12517"/>
                    </a:lnTo>
                    <a:cubicBezTo>
                      <a:pt x="1445" y="12504"/>
                      <a:pt x="1460" y="12499"/>
                      <a:pt x="1473" y="12505"/>
                    </a:cubicBezTo>
                    <a:cubicBezTo>
                      <a:pt x="1485" y="12511"/>
                      <a:pt x="1491" y="12526"/>
                      <a:pt x="1485" y="12538"/>
                    </a:cubicBezTo>
                    <a:close/>
                    <a:moveTo>
                      <a:pt x="1442" y="12629"/>
                    </a:moveTo>
                    <a:lnTo>
                      <a:pt x="1442" y="12629"/>
                    </a:lnTo>
                    <a:cubicBezTo>
                      <a:pt x="1436" y="12642"/>
                      <a:pt x="1422" y="12647"/>
                      <a:pt x="1409" y="12641"/>
                    </a:cubicBezTo>
                    <a:cubicBezTo>
                      <a:pt x="1397" y="12635"/>
                      <a:pt x="1391" y="12620"/>
                      <a:pt x="1397" y="12608"/>
                    </a:cubicBezTo>
                    <a:lnTo>
                      <a:pt x="1397" y="12608"/>
                    </a:lnTo>
                    <a:cubicBezTo>
                      <a:pt x="1403" y="12595"/>
                      <a:pt x="1418" y="12590"/>
                      <a:pt x="1431" y="12596"/>
                    </a:cubicBezTo>
                    <a:cubicBezTo>
                      <a:pt x="1443" y="12602"/>
                      <a:pt x="1448" y="12617"/>
                      <a:pt x="1442" y="12629"/>
                    </a:cubicBezTo>
                    <a:close/>
                    <a:moveTo>
                      <a:pt x="1400" y="12720"/>
                    </a:moveTo>
                    <a:lnTo>
                      <a:pt x="1400" y="12720"/>
                    </a:lnTo>
                    <a:cubicBezTo>
                      <a:pt x="1394" y="12732"/>
                      <a:pt x="1379" y="12738"/>
                      <a:pt x="1367" y="12732"/>
                    </a:cubicBezTo>
                    <a:cubicBezTo>
                      <a:pt x="1354" y="12726"/>
                      <a:pt x="1349" y="12711"/>
                      <a:pt x="1355" y="12698"/>
                    </a:cubicBezTo>
                    <a:lnTo>
                      <a:pt x="1355" y="12698"/>
                    </a:lnTo>
                    <a:cubicBezTo>
                      <a:pt x="1361" y="12686"/>
                      <a:pt x="1376" y="12681"/>
                      <a:pt x="1389" y="12687"/>
                    </a:cubicBezTo>
                    <a:cubicBezTo>
                      <a:pt x="1401" y="12693"/>
                      <a:pt x="1406" y="12707"/>
                      <a:pt x="1400" y="12720"/>
                    </a:cubicBezTo>
                    <a:close/>
                    <a:moveTo>
                      <a:pt x="1358" y="12811"/>
                    </a:moveTo>
                    <a:lnTo>
                      <a:pt x="1358" y="12811"/>
                    </a:lnTo>
                    <a:cubicBezTo>
                      <a:pt x="1352" y="12823"/>
                      <a:pt x="1337" y="12828"/>
                      <a:pt x="1325" y="12822"/>
                    </a:cubicBezTo>
                    <a:cubicBezTo>
                      <a:pt x="1312" y="12816"/>
                      <a:pt x="1307" y="12802"/>
                      <a:pt x="1313" y="12789"/>
                    </a:cubicBezTo>
                    <a:lnTo>
                      <a:pt x="1313" y="12789"/>
                    </a:lnTo>
                    <a:cubicBezTo>
                      <a:pt x="1319" y="12777"/>
                      <a:pt x="1334" y="12771"/>
                      <a:pt x="1346" y="12777"/>
                    </a:cubicBezTo>
                    <a:cubicBezTo>
                      <a:pt x="1359" y="12783"/>
                      <a:pt x="1364" y="12798"/>
                      <a:pt x="1358" y="12811"/>
                    </a:cubicBezTo>
                    <a:close/>
                    <a:moveTo>
                      <a:pt x="1316" y="12901"/>
                    </a:moveTo>
                    <a:lnTo>
                      <a:pt x="1316" y="12901"/>
                    </a:lnTo>
                    <a:cubicBezTo>
                      <a:pt x="1310" y="12914"/>
                      <a:pt x="1295" y="12919"/>
                      <a:pt x="1283" y="12913"/>
                    </a:cubicBezTo>
                    <a:cubicBezTo>
                      <a:pt x="1270" y="12907"/>
                      <a:pt x="1265" y="12892"/>
                      <a:pt x="1271" y="12880"/>
                    </a:cubicBezTo>
                    <a:lnTo>
                      <a:pt x="1271" y="12880"/>
                    </a:lnTo>
                    <a:cubicBezTo>
                      <a:pt x="1277" y="12867"/>
                      <a:pt x="1292" y="12862"/>
                      <a:pt x="1304" y="12868"/>
                    </a:cubicBezTo>
                    <a:cubicBezTo>
                      <a:pt x="1317" y="12874"/>
                      <a:pt x="1322" y="12889"/>
                      <a:pt x="1316" y="12901"/>
                    </a:cubicBezTo>
                    <a:close/>
                    <a:moveTo>
                      <a:pt x="1274" y="12992"/>
                    </a:moveTo>
                    <a:lnTo>
                      <a:pt x="1274" y="12992"/>
                    </a:lnTo>
                    <a:cubicBezTo>
                      <a:pt x="1268" y="13005"/>
                      <a:pt x="1253" y="13010"/>
                      <a:pt x="1240" y="13004"/>
                    </a:cubicBezTo>
                    <a:cubicBezTo>
                      <a:pt x="1228" y="12998"/>
                      <a:pt x="1223" y="12983"/>
                      <a:pt x="1229" y="12971"/>
                    </a:cubicBezTo>
                    <a:lnTo>
                      <a:pt x="1229" y="12971"/>
                    </a:lnTo>
                    <a:cubicBezTo>
                      <a:pt x="1235" y="12958"/>
                      <a:pt x="1250" y="12953"/>
                      <a:pt x="1262" y="12959"/>
                    </a:cubicBezTo>
                    <a:cubicBezTo>
                      <a:pt x="1274" y="12965"/>
                      <a:pt x="1280" y="12980"/>
                      <a:pt x="1274" y="12992"/>
                    </a:cubicBezTo>
                    <a:close/>
                    <a:moveTo>
                      <a:pt x="1232" y="13083"/>
                    </a:moveTo>
                    <a:lnTo>
                      <a:pt x="1232" y="13083"/>
                    </a:lnTo>
                    <a:cubicBezTo>
                      <a:pt x="1226" y="13095"/>
                      <a:pt x="1211" y="13101"/>
                      <a:pt x="1198" y="13095"/>
                    </a:cubicBezTo>
                    <a:cubicBezTo>
                      <a:pt x="1186" y="13089"/>
                      <a:pt x="1181" y="13074"/>
                      <a:pt x="1186" y="13061"/>
                    </a:cubicBezTo>
                    <a:lnTo>
                      <a:pt x="1187" y="13061"/>
                    </a:lnTo>
                    <a:cubicBezTo>
                      <a:pt x="1192" y="13049"/>
                      <a:pt x="1207" y="13044"/>
                      <a:pt x="1220" y="13049"/>
                    </a:cubicBezTo>
                    <a:cubicBezTo>
                      <a:pt x="1232" y="13055"/>
                      <a:pt x="1238" y="13070"/>
                      <a:pt x="1232" y="13083"/>
                    </a:cubicBezTo>
                    <a:close/>
                    <a:moveTo>
                      <a:pt x="1189" y="13174"/>
                    </a:moveTo>
                    <a:lnTo>
                      <a:pt x="1189" y="13174"/>
                    </a:lnTo>
                    <a:cubicBezTo>
                      <a:pt x="1183" y="13186"/>
                      <a:pt x="1169" y="13191"/>
                      <a:pt x="1156" y="13185"/>
                    </a:cubicBezTo>
                    <a:cubicBezTo>
                      <a:pt x="1144" y="13179"/>
                      <a:pt x="1138" y="13164"/>
                      <a:pt x="1144" y="13152"/>
                    </a:cubicBezTo>
                    <a:lnTo>
                      <a:pt x="1144" y="13152"/>
                    </a:lnTo>
                    <a:cubicBezTo>
                      <a:pt x="1150" y="13140"/>
                      <a:pt x="1165" y="13134"/>
                      <a:pt x="1178" y="13140"/>
                    </a:cubicBezTo>
                    <a:cubicBezTo>
                      <a:pt x="1190" y="13146"/>
                      <a:pt x="1195" y="13161"/>
                      <a:pt x="1189" y="13174"/>
                    </a:cubicBezTo>
                    <a:close/>
                    <a:moveTo>
                      <a:pt x="1147" y="13264"/>
                    </a:moveTo>
                    <a:lnTo>
                      <a:pt x="1147" y="13264"/>
                    </a:lnTo>
                    <a:cubicBezTo>
                      <a:pt x="1141" y="13277"/>
                      <a:pt x="1126" y="13282"/>
                      <a:pt x="1114" y="13276"/>
                    </a:cubicBezTo>
                    <a:cubicBezTo>
                      <a:pt x="1101" y="13270"/>
                      <a:pt x="1096" y="13255"/>
                      <a:pt x="1102" y="13243"/>
                    </a:cubicBezTo>
                    <a:lnTo>
                      <a:pt x="1102" y="13243"/>
                    </a:lnTo>
                    <a:cubicBezTo>
                      <a:pt x="1108" y="13230"/>
                      <a:pt x="1123" y="13225"/>
                      <a:pt x="1136" y="13231"/>
                    </a:cubicBezTo>
                    <a:cubicBezTo>
                      <a:pt x="1148" y="13237"/>
                      <a:pt x="1153" y="13252"/>
                      <a:pt x="1147" y="13264"/>
                    </a:cubicBezTo>
                    <a:close/>
                    <a:moveTo>
                      <a:pt x="1105" y="13355"/>
                    </a:moveTo>
                    <a:lnTo>
                      <a:pt x="1105" y="13355"/>
                    </a:lnTo>
                    <a:cubicBezTo>
                      <a:pt x="1099" y="13368"/>
                      <a:pt x="1084" y="13373"/>
                      <a:pt x="1072" y="13367"/>
                    </a:cubicBezTo>
                    <a:cubicBezTo>
                      <a:pt x="1059" y="13361"/>
                      <a:pt x="1054" y="13346"/>
                      <a:pt x="1060" y="13333"/>
                    </a:cubicBezTo>
                    <a:lnTo>
                      <a:pt x="1060" y="13333"/>
                    </a:lnTo>
                    <a:cubicBezTo>
                      <a:pt x="1066" y="13321"/>
                      <a:pt x="1081" y="13316"/>
                      <a:pt x="1093" y="13322"/>
                    </a:cubicBezTo>
                    <a:cubicBezTo>
                      <a:pt x="1106" y="13328"/>
                      <a:pt x="1111" y="13343"/>
                      <a:pt x="1105" y="13355"/>
                    </a:cubicBezTo>
                    <a:close/>
                    <a:moveTo>
                      <a:pt x="1063" y="13446"/>
                    </a:moveTo>
                    <a:lnTo>
                      <a:pt x="1063" y="13446"/>
                    </a:lnTo>
                    <a:cubicBezTo>
                      <a:pt x="1057" y="13458"/>
                      <a:pt x="1042" y="13464"/>
                      <a:pt x="1030" y="13458"/>
                    </a:cubicBezTo>
                    <a:cubicBezTo>
                      <a:pt x="1017" y="13452"/>
                      <a:pt x="1012" y="13437"/>
                      <a:pt x="1018" y="13424"/>
                    </a:cubicBezTo>
                    <a:lnTo>
                      <a:pt x="1018" y="13424"/>
                    </a:lnTo>
                    <a:cubicBezTo>
                      <a:pt x="1024" y="13412"/>
                      <a:pt x="1039" y="13406"/>
                      <a:pt x="1051" y="13412"/>
                    </a:cubicBezTo>
                    <a:cubicBezTo>
                      <a:pt x="1064" y="13418"/>
                      <a:pt x="1069" y="13433"/>
                      <a:pt x="1063" y="13446"/>
                    </a:cubicBezTo>
                    <a:close/>
                    <a:moveTo>
                      <a:pt x="1021" y="13536"/>
                    </a:moveTo>
                    <a:lnTo>
                      <a:pt x="1021" y="13537"/>
                    </a:lnTo>
                    <a:cubicBezTo>
                      <a:pt x="1015" y="13549"/>
                      <a:pt x="1000" y="13554"/>
                      <a:pt x="987" y="13548"/>
                    </a:cubicBezTo>
                    <a:cubicBezTo>
                      <a:pt x="975" y="13542"/>
                      <a:pt x="970" y="13527"/>
                      <a:pt x="976" y="13515"/>
                    </a:cubicBezTo>
                    <a:lnTo>
                      <a:pt x="976" y="13515"/>
                    </a:lnTo>
                    <a:cubicBezTo>
                      <a:pt x="982" y="13502"/>
                      <a:pt x="997" y="13497"/>
                      <a:pt x="1009" y="13503"/>
                    </a:cubicBezTo>
                    <a:cubicBezTo>
                      <a:pt x="1021" y="13509"/>
                      <a:pt x="1027" y="13524"/>
                      <a:pt x="1021" y="13536"/>
                    </a:cubicBezTo>
                    <a:close/>
                    <a:moveTo>
                      <a:pt x="979" y="13627"/>
                    </a:moveTo>
                    <a:lnTo>
                      <a:pt x="979" y="13627"/>
                    </a:lnTo>
                    <a:cubicBezTo>
                      <a:pt x="973" y="13640"/>
                      <a:pt x="958" y="13645"/>
                      <a:pt x="945" y="13639"/>
                    </a:cubicBezTo>
                    <a:cubicBezTo>
                      <a:pt x="933" y="13633"/>
                      <a:pt x="928" y="13618"/>
                      <a:pt x="934" y="13606"/>
                    </a:cubicBezTo>
                    <a:lnTo>
                      <a:pt x="934" y="13606"/>
                    </a:lnTo>
                    <a:cubicBezTo>
                      <a:pt x="939" y="13593"/>
                      <a:pt x="954" y="13588"/>
                      <a:pt x="967" y="13594"/>
                    </a:cubicBezTo>
                    <a:cubicBezTo>
                      <a:pt x="979" y="13600"/>
                      <a:pt x="985" y="13615"/>
                      <a:pt x="979" y="13627"/>
                    </a:cubicBezTo>
                    <a:close/>
                    <a:moveTo>
                      <a:pt x="936" y="13718"/>
                    </a:moveTo>
                    <a:lnTo>
                      <a:pt x="936" y="13718"/>
                    </a:lnTo>
                    <a:cubicBezTo>
                      <a:pt x="930" y="13730"/>
                      <a:pt x="916" y="13736"/>
                      <a:pt x="903" y="13730"/>
                    </a:cubicBezTo>
                    <a:cubicBezTo>
                      <a:pt x="891" y="13724"/>
                      <a:pt x="885" y="13709"/>
                      <a:pt x="891" y="13696"/>
                    </a:cubicBezTo>
                    <a:lnTo>
                      <a:pt x="891" y="13696"/>
                    </a:lnTo>
                    <a:cubicBezTo>
                      <a:pt x="897" y="13684"/>
                      <a:pt x="912" y="13679"/>
                      <a:pt x="925" y="13685"/>
                    </a:cubicBezTo>
                    <a:cubicBezTo>
                      <a:pt x="937" y="13691"/>
                      <a:pt x="942" y="13705"/>
                      <a:pt x="936" y="13718"/>
                    </a:cubicBezTo>
                    <a:close/>
                    <a:moveTo>
                      <a:pt x="894" y="13809"/>
                    </a:moveTo>
                    <a:lnTo>
                      <a:pt x="894" y="13809"/>
                    </a:lnTo>
                    <a:cubicBezTo>
                      <a:pt x="888" y="13821"/>
                      <a:pt x="873" y="13826"/>
                      <a:pt x="861" y="13820"/>
                    </a:cubicBezTo>
                    <a:cubicBezTo>
                      <a:pt x="848" y="13815"/>
                      <a:pt x="843" y="13800"/>
                      <a:pt x="849" y="13787"/>
                    </a:cubicBezTo>
                    <a:lnTo>
                      <a:pt x="849" y="13787"/>
                    </a:lnTo>
                    <a:cubicBezTo>
                      <a:pt x="855" y="13775"/>
                      <a:pt x="870" y="13769"/>
                      <a:pt x="883" y="13775"/>
                    </a:cubicBezTo>
                    <a:cubicBezTo>
                      <a:pt x="895" y="13781"/>
                      <a:pt x="900" y="13796"/>
                      <a:pt x="894" y="13809"/>
                    </a:cubicBezTo>
                    <a:close/>
                    <a:moveTo>
                      <a:pt x="852" y="13899"/>
                    </a:moveTo>
                    <a:lnTo>
                      <a:pt x="852" y="13899"/>
                    </a:lnTo>
                    <a:cubicBezTo>
                      <a:pt x="846" y="13912"/>
                      <a:pt x="831" y="13917"/>
                      <a:pt x="819" y="13911"/>
                    </a:cubicBezTo>
                    <a:cubicBezTo>
                      <a:pt x="806" y="13905"/>
                      <a:pt x="801" y="13890"/>
                      <a:pt x="807" y="13878"/>
                    </a:cubicBezTo>
                    <a:lnTo>
                      <a:pt x="807" y="13878"/>
                    </a:lnTo>
                    <a:cubicBezTo>
                      <a:pt x="813" y="13865"/>
                      <a:pt x="828" y="13860"/>
                      <a:pt x="840" y="13866"/>
                    </a:cubicBezTo>
                    <a:cubicBezTo>
                      <a:pt x="853" y="13872"/>
                      <a:pt x="858" y="13887"/>
                      <a:pt x="852" y="13899"/>
                    </a:cubicBezTo>
                    <a:close/>
                    <a:moveTo>
                      <a:pt x="810" y="13990"/>
                    </a:moveTo>
                    <a:lnTo>
                      <a:pt x="810" y="13990"/>
                    </a:lnTo>
                    <a:cubicBezTo>
                      <a:pt x="804" y="14003"/>
                      <a:pt x="789" y="14008"/>
                      <a:pt x="777" y="14002"/>
                    </a:cubicBezTo>
                    <a:cubicBezTo>
                      <a:pt x="764" y="13996"/>
                      <a:pt x="759" y="13981"/>
                      <a:pt x="765" y="13969"/>
                    </a:cubicBezTo>
                    <a:lnTo>
                      <a:pt x="765" y="13969"/>
                    </a:lnTo>
                    <a:cubicBezTo>
                      <a:pt x="771" y="13956"/>
                      <a:pt x="786" y="13951"/>
                      <a:pt x="798" y="13957"/>
                    </a:cubicBezTo>
                    <a:cubicBezTo>
                      <a:pt x="811" y="13963"/>
                      <a:pt x="816" y="13978"/>
                      <a:pt x="810" y="13990"/>
                    </a:cubicBezTo>
                    <a:close/>
                    <a:moveTo>
                      <a:pt x="768" y="14081"/>
                    </a:moveTo>
                    <a:lnTo>
                      <a:pt x="768" y="14081"/>
                    </a:lnTo>
                    <a:cubicBezTo>
                      <a:pt x="762" y="14093"/>
                      <a:pt x="747" y="14099"/>
                      <a:pt x="734" y="14093"/>
                    </a:cubicBezTo>
                    <a:cubicBezTo>
                      <a:pt x="722" y="14087"/>
                      <a:pt x="717" y="14072"/>
                      <a:pt x="723" y="14059"/>
                    </a:cubicBezTo>
                    <a:lnTo>
                      <a:pt x="723" y="14059"/>
                    </a:lnTo>
                    <a:cubicBezTo>
                      <a:pt x="729" y="14047"/>
                      <a:pt x="744" y="14042"/>
                      <a:pt x="756" y="14048"/>
                    </a:cubicBezTo>
                    <a:cubicBezTo>
                      <a:pt x="769" y="14053"/>
                      <a:pt x="774" y="14068"/>
                      <a:pt x="768" y="14081"/>
                    </a:cubicBezTo>
                    <a:close/>
                    <a:moveTo>
                      <a:pt x="726" y="14172"/>
                    </a:moveTo>
                    <a:lnTo>
                      <a:pt x="726" y="14172"/>
                    </a:lnTo>
                    <a:cubicBezTo>
                      <a:pt x="720" y="14184"/>
                      <a:pt x="705" y="14189"/>
                      <a:pt x="692" y="14183"/>
                    </a:cubicBezTo>
                    <a:cubicBezTo>
                      <a:pt x="680" y="14177"/>
                      <a:pt x="675" y="14163"/>
                      <a:pt x="681" y="14150"/>
                    </a:cubicBezTo>
                    <a:lnTo>
                      <a:pt x="681" y="14150"/>
                    </a:lnTo>
                    <a:cubicBezTo>
                      <a:pt x="686" y="14138"/>
                      <a:pt x="701" y="14132"/>
                      <a:pt x="714" y="14138"/>
                    </a:cubicBezTo>
                    <a:cubicBezTo>
                      <a:pt x="726" y="14144"/>
                      <a:pt x="732" y="14159"/>
                      <a:pt x="726" y="14172"/>
                    </a:cubicBezTo>
                    <a:close/>
                    <a:moveTo>
                      <a:pt x="683" y="14262"/>
                    </a:moveTo>
                    <a:lnTo>
                      <a:pt x="683" y="14262"/>
                    </a:lnTo>
                    <a:cubicBezTo>
                      <a:pt x="678" y="14275"/>
                      <a:pt x="663" y="14280"/>
                      <a:pt x="650" y="14274"/>
                    </a:cubicBezTo>
                    <a:cubicBezTo>
                      <a:pt x="638" y="14268"/>
                      <a:pt x="632" y="14253"/>
                      <a:pt x="638" y="14241"/>
                    </a:cubicBezTo>
                    <a:lnTo>
                      <a:pt x="638" y="14241"/>
                    </a:lnTo>
                    <a:cubicBezTo>
                      <a:pt x="644" y="14228"/>
                      <a:pt x="659" y="14223"/>
                      <a:pt x="672" y="14229"/>
                    </a:cubicBezTo>
                    <a:cubicBezTo>
                      <a:pt x="684" y="14235"/>
                      <a:pt x="689" y="14250"/>
                      <a:pt x="683" y="14262"/>
                    </a:cubicBezTo>
                    <a:close/>
                    <a:moveTo>
                      <a:pt x="641" y="14353"/>
                    </a:moveTo>
                    <a:lnTo>
                      <a:pt x="641" y="14353"/>
                    </a:lnTo>
                    <a:cubicBezTo>
                      <a:pt x="635" y="14366"/>
                      <a:pt x="620" y="14371"/>
                      <a:pt x="608" y="14365"/>
                    </a:cubicBezTo>
                    <a:cubicBezTo>
                      <a:pt x="596" y="14359"/>
                      <a:pt x="590" y="14344"/>
                      <a:pt x="596" y="14332"/>
                    </a:cubicBezTo>
                    <a:lnTo>
                      <a:pt x="596" y="14331"/>
                    </a:lnTo>
                    <a:cubicBezTo>
                      <a:pt x="602" y="14319"/>
                      <a:pt x="617" y="14314"/>
                      <a:pt x="630" y="14320"/>
                    </a:cubicBezTo>
                    <a:cubicBezTo>
                      <a:pt x="642" y="14326"/>
                      <a:pt x="647" y="14341"/>
                      <a:pt x="641" y="14353"/>
                    </a:cubicBezTo>
                    <a:close/>
                    <a:moveTo>
                      <a:pt x="599" y="14444"/>
                    </a:moveTo>
                    <a:lnTo>
                      <a:pt x="599" y="14444"/>
                    </a:lnTo>
                    <a:cubicBezTo>
                      <a:pt x="593" y="14456"/>
                      <a:pt x="578" y="14462"/>
                      <a:pt x="566" y="14456"/>
                    </a:cubicBezTo>
                    <a:cubicBezTo>
                      <a:pt x="553" y="14450"/>
                      <a:pt x="548" y="14435"/>
                      <a:pt x="554" y="14422"/>
                    </a:cubicBezTo>
                    <a:lnTo>
                      <a:pt x="554" y="14422"/>
                    </a:lnTo>
                    <a:cubicBezTo>
                      <a:pt x="560" y="14410"/>
                      <a:pt x="575" y="14404"/>
                      <a:pt x="587" y="14410"/>
                    </a:cubicBezTo>
                    <a:cubicBezTo>
                      <a:pt x="600" y="14416"/>
                      <a:pt x="605" y="14431"/>
                      <a:pt x="599" y="14444"/>
                    </a:cubicBezTo>
                    <a:close/>
                    <a:moveTo>
                      <a:pt x="557" y="14535"/>
                    </a:moveTo>
                    <a:lnTo>
                      <a:pt x="557" y="14535"/>
                    </a:lnTo>
                    <a:cubicBezTo>
                      <a:pt x="551" y="14547"/>
                      <a:pt x="536" y="14552"/>
                      <a:pt x="524" y="14546"/>
                    </a:cubicBezTo>
                    <a:cubicBezTo>
                      <a:pt x="511" y="14540"/>
                      <a:pt x="506" y="14525"/>
                      <a:pt x="512" y="14513"/>
                    </a:cubicBezTo>
                    <a:lnTo>
                      <a:pt x="512" y="14513"/>
                    </a:lnTo>
                    <a:cubicBezTo>
                      <a:pt x="518" y="14500"/>
                      <a:pt x="533" y="14495"/>
                      <a:pt x="545" y="14501"/>
                    </a:cubicBezTo>
                    <a:cubicBezTo>
                      <a:pt x="558" y="14507"/>
                      <a:pt x="563" y="14522"/>
                      <a:pt x="557" y="14535"/>
                    </a:cubicBezTo>
                    <a:close/>
                    <a:moveTo>
                      <a:pt x="515" y="14625"/>
                    </a:moveTo>
                    <a:lnTo>
                      <a:pt x="515" y="14625"/>
                    </a:lnTo>
                    <a:cubicBezTo>
                      <a:pt x="509" y="14638"/>
                      <a:pt x="494" y="14643"/>
                      <a:pt x="481" y="14637"/>
                    </a:cubicBezTo>
                    <a:cubicBezTo>
                      <a:pt x="469" y="14631"/>
                      <a:pt x="464" y="14616"/>
                      <a:pt x="470" y="14604"/>
                    </a:cubicBezTo>
                    <a:lnTo>
                      <a:pt x="470" y="14604"/>
                    </a:lnTo>
                    <a:cubicBezTo>
                      <a:pt x="476" y="14591"/>
                      <a:pt x="491" y="14586"/>
                      <a:pt x="503" y="14592"/>
                    </a:cubicBezTo>
                    <a:cubicBezTo>
                      <a:pt x="516" y="14598"/>
                      <a:pt x="521" y="14613"/>
                      <a:pt x="515" y="14625"/>
                    </a:cubicBezTo>
                    <a:close/>
                    <a:moveTo>
                      <a:pt x="473" y="14716"/>
                    </a:moveTo>
                    <a:lnTo>
                      <a:pt x="473" y="14716"/>
                    </a:lnTo>
                    <a:cubicBezTo>
                      <a:pt x="467" y="14728"/>
                      <a:pt x="452" y="14734"/>
                      <a:pt x="439" y="14728"/>
                    </a:cubicBezTo>
                    <a:cubicBezTo>
                      <a:pt x="427" y="14722"/>
                      <a:pt x="422" y="14707"/>
                      <a:pt x="428" y="14694"/>
                    </a:cubicBezTo>
                    <a:lnTo>
                      <a:pt x="428" y="14694"/>
                    </a:lnTo>
                    <a:cubicBezTo>
                      <a:pt x="434" y="14682"/>
                      <a:pt x="448" y="14677"/>
                      <a:pt x="461" y="14683"/>
                    </a:cubicBezTo>
                    <a:cubicBezTo>
                      <a:pt x="473" y="14689"/>
                      <a:pt x="479" y="14704"/>
                      <a:pt x="473" y="14716"/>
                    </a:cubicBezTo>
                    <a:close/>
                    <a:moveTo>
                      <a:pt x="430" y="14807"/>
                    </a:moveTo>
                    <a:lnTo>
                      <a:pt x="430" y="14807"/>
                    </a:lnTo>
                    <a:cubicBezTo>
                      <a:pt x="425" y="14819"/>
                      <a:pt x="410" y="14824"/>
                      <a:pt x="397" y="14819"/>
                    </a:cubicBezTo>
                    <a:cubicBezTo>
                      <a:pt x="385" y="14813"/>
                      <a:pt x="379" y="14798"/>
                      <a:pt x="385" y="14785"/>
                    </a:cubicBezTo>
                    <a:lnTo>
                      <a:pt x="385" y="14785"/>
                    </a:lnTo>
                    <a:cubicBezTo>
                      <a:pt x="391" y="14773"/>
                      <a:pt x="406" y="14767"/>
                      <a:pt x="419" y="14773"/>
                    </a:cubicBezTo>
                    <a:cubicBezTo>
                      <a:pt x="431" y="14779"/>
                      <a:pt x="436" y="14794"/>
                      <a:pt x="430" y="14807"/>
                    </a:cubicBezTo>
                    <a:close/>
                    <a:moveTo>
                      <a:pt x="388" y="14897"/>
                    </a:moveTo>
                    <a:lnTo>
                      <a:pt x="388" y="14897"/>
                    </a:lnTo>
                    <a:cubicBezTo>
                      <a:pt x="382" y="14910"/>
                      <a:pt x="367" y="14915"/>
                      <a:pt x="355" y="14909"/>
                    </a:cubicBezTo>
                    <a:cubicBezTo>
                      <a:pt x="343" y="14903"/>
                      <a:pt x="337" y="14888"/>
                      <a:pt x="343" y="14876"/>
                    </a:cubicBezTo>
                    <a:lnTo>
                      <a:pt x="343" y="14876"/>
                    </a:lnTo>
                    <a:cubicBezTo>
                      <a:pt x="349" y="14863"/>
                      <a:pt x="364" y="14858"/>
                      <a:pt x="377" y="14864"/>
                    </a:cubicBezTo>
                    <a:cubicBezTo>
                      <a:pt x="389" y="14870"/>
                      <a:pt x="394" y="14885"/>
                      <a:pt x="388" y="14897"/>
                    </a:cubicBezTo>
                    <a:close/>
                    <a:moveTo>
                      <a:pt x="346" y="14988"/>
                    </a:moveTo>
                    <a:lnTo>
                      <a:pt x="346" y="14988"/>
                    </a:lnTo>
                    <a:cubicBezTo>
                      <a:pt x="340" y="15001"/>
                      <a:pt x="325" y="15006"/>
                      <a:pt x="313" y="15000"/>
                    </a:cubicBezTo>
                    <a:cubicBezTo>
                      <a:pt x="300" y="14994"/>
                      <a:pt x="295" y="14979"/>
                      <a:pt x="301" y="14967"/>
                    </a:cubicBezTo>
                    <a:lnTo>
                      <a:pt x="301" y="14967"/>
                    </a:lnTo>
                    <a:cubicBezTo>
                      <a:pt x="307" y="14954"/>
                      <a:pt x="322" y="14949"/>
                      <a:pt x="334" y="14955"/>
                    </a:cubicBezTo>
                    <a:cubicBezTo>
                      <a:pt x="347" y="14961"/>
                      <a:pt x="352" y="14976"/>
                      <a:pt x="346" y="14988"/>
                    </a:cubicBezTo>
                    <a:close/>
                    <a:moveTo>
                      <a:pt x="304" y="15079"/>
                    </a:moveTo>
                    <a:lnTo>
                      <a:pt x="304" y="15079"/>
                    </a:lnTo>
                    <a:cubicBezTo>
                      <a:pt x="298" y="15091"/>
                      <a:pt x="283" y="15097"/>
                      <a:pt x="271" y="15091"/>
                    </a:cubicBezTo>
                    <a:cubicBezTo>
                      <a:pt x="258" y="15085"/>
                      <a:pt x="253" y="15070"/>
                      <a:pt x="259" y="15057"/>
                    </a:cubicBezTo>
                    <a:lnTo>
                      <a:pt x="259" y="15057"/>
                    </a:lnTo>
                    <a:cubicBezTo>
                      <a:pt x="265" y="15045"/>
                      <a:pt x="280" y="15040"/>
                      <a:pt x="292" y="15046"/>
                    </a:cubicBezTo>
                    <a:cubicBezTo>
                      <a:pt x="305" y="15052"/>
                      <a:pt x="310" y="15066"/>
                      <a:pt x="304" y="15079"/>
                    </a:cubicBezTo>
                    <a:close/>
                    <a:moveTo>
                      <a:pt x="262" y="15170"/>
                    </a:moveTo>
                    <a:lnTo>
                      <a:pt x="262" y="15170"/>
                    </a:lnTo>
                    <a:cubicBezTo>
                      <a:pt x="256" y="15182"/>
                      <a:pt x="241" y="15187"/>
                      <a:pt x="228" y="15181"/>
                    </a:cubicBezTo>
                    <a:cubicBezTo>
                      <a:pt x="216" y="15176"/>
                      <a:pt x="211" y="15161"/>
                      <a:pt x="217" y="15148"/>
                    </a:cubicBezTo>
                    <a:lnTo>
                      <a:pt x="217" y="15148"/>
                    </a:lnTo>
                    <a:cubicBezTo>
                      <a:pt x="223" y="15136"/>
                      <a:pt x="238" y="15130"/>
                      <a:pt x="250" y="15136"/>
                    </a:cubicBezTo>
                    <a:cubicBezTo>
                      <a:pt x="263" y="15142"/>
                      <a:pt x="268" y="15157"/>
                      <a:pt x="262" y="15170"/>
                    </a:cubicBezTo>
                    <a:close/>
                    <a:moveTo>
                      <a:pt x="220" y="15260"/>
                    </a:moveTo>
                    <a:lnTo>
                      <a:pt x="220" y="15260"/>
                    </a:lnTo>
                    <a:cubicBezTo>
                      <a:pt x="214" y="15273"/>
                      <a:pt x="199" y="15278"/>
                      <a:pt x="186" y="15272"/>
                    </a:cubicBezTo>
                    <a:cubicBezTo>
                      <a:pt x="174" y="15266"/>
                      <a:pt x="169" y="15251"/>
                      <a:pt x="175" y="15239"/>
                    </a:cubicBezTo>
                    <a:lnTo>
                      <a:pt x="175" y="15239"/>
                    </a:lnTo>
                    <a:cubicBezTo>
                      <a:pt x="181" y="15226"/>
                      <a:pt x="195" y="15221"/>
                      <a:pt x="208" y="15227"/>
                    </a:cubicBezTo>
                    <a:cubicBezTo>
                      <a:pt x="220" y="15233"/>
                      <a:pt x="226" y="15248"/>
                      <a:pt x="220" y="15260"/>
                    </a:cubicBezTo>
                    <a:close/>
                    <a:moveTo>
                      <a:pt x="178" y="15351"/>
                    </a:moveTo>
                    <a:lnTo>
                      <a:pt x="177" y="15351"/>
                    </a:lnTo>
                    <a:cubicBezTo>
                      <a:pt x="172" y="15364"/>
                      <a:pt x="157" y="15369"/>
                      <a:pt x="144" y="15363"/>
                    </a:cubicBezTo>
                    <a:cubicBezTo>
                      <a:pt x="132" y="15357"/>
                      <a:pt x="126" y="15342"/>
                      <a:pt x="132" y="15330"/>
                    </a:cubicBezTo>
                    <a:lnTo>
                      <a:pt x="132" y="15330"/>
                    </a:lnTo>
                    <a:cubicBezTo>
                      <a:pt x="138" y="15317"/>
                      <a:pt x="153" y="15312"/>
                      <a:pt x="166" y="15318"/>
                    </a:cubicBezTo>
                    <a:cubicBezTo>
                      <a:pt x="178" y="15324"/>
                      <a:pt x="183" y="15339"/>
                      <a:pt x="178" y="15351"/>
                    </a:cubicBezTo>
                    <a:close/>
                    <a:moveTo>
                      <a:pt x="135" y="15442"/>
                    </a:moveTo>
                    <a:lnTo>
                      <a:pt x="135" y="15442"/>
                    </a:lnTo>
                    <a:cubicBezTo>
                      <a:pt x="129" y="15454"/>
                      <a:pt x="114" y="15460"/>
                      <a:pt x="102" y="15454"/>
                    </a:cubicBezTo>
                    <a:cubicBezTo>
                      <a:pt x="90" y="15448"/>
                      <a:pt x="84" y="15433"/>
                      <a:pt x="90" y="15420"/>
                    </a:cubicBezTo>
                    <a:lnTo>
                      <a:pt x="90" y="15420"/>
                    </a:lnTo>
                    <a:cubicBezTo>
                      <a:pt x="96" y="15408"/>
                      <a:pt x="111" y="15403"/>
                      <a:pt x="124" y="15409"/>
                    </a:cubicBezTo>
                    <a:cubicBezTo>
                      <a:pt x="136" y="15414"/>
                      <a:pt x="141" y="15429"/>
                      <a:pt x="135" y="15442"/>
                    </a:cubicBezTo>
                    <a:close/>
                    <a:moveTo>
                      <a:pt x="93" y="15533"/>
                    </a:moveTo>
                    <a:lnTo>
                      <a:pt x="93" y="15533"/>
                    </a:lnTo>
                    <a:cubicBezTo>
                      <a:pt x="87" y="15545"/>
                      <a:pt x="72" y="15550"/>
                      <a:pt x="60" y="15544"/>
                    </a:cubicBezTo>
                    <a:cubicBezTo>
                      <a:pt x="47" y="15538"/>
                      <a:pt x="42" y="15524"/>
                      <a:pt x="48" y="15511"/>
                    </a:cubicBezTo>
                    <a:lnTo>
                      <a:pt x="48" y="15511"/>
                    </a:lnTo>
                    <a:cubicBezTo>
                      <a:pt x="54" y="15499"/>
                      <a:pt x="69" y="15493"/>
                      <a:pt x="81" y="15499"/>
                    </a:cubicBezTo>
                    <a:cubicBezTo>
                      <a:pt x="94" y="15505"/>
                      <a:pt x="99" y="15520"/>
                      <a:pt x="93" y="15533"/>
                    </a:cubicBezTo>
                    <a:close/>
                    <a:moveTo>
                      <a:pt x="51" y="15623"/>
                    </a:moveTo>
                    <a:lnTo>
                      <a:pt x="51" y="15623"/>
                    </a:lnTo>
                    <a:cubicBezTo>
                      <a:pt x="45" y="15636"/>
                      <a:pt x="30" y="15641"/>
                      <a:pt x="18" y="15635"/>
                    </a:cubicBezTo>
                    <a:cubicBezTo>
                      <a:pt x="5" y="15629"/>
                      <a:pt x="0" y="15614"/>
                      <a:pt x="6" y="15602"/>
                    </a:cubicBezTo>
                    <a:lnTo>
                      <a:pt x="6" y="15602"/>
                    </a:lnTo>
                    <a:cubicBezTo>
                      <a:pt x="12" y="15589"/>
                      <a:pt x="27" y="15584"/>
                      <a:pt x="39" y="15590"/>
                    </a:cubicBezTo>
                    <a:cubicBezTo>
                      <a:pt x="52" y="15596"/>
                      <a:pt x="57" y="15611"/>
                      <a:pt x="51" y="15623"/>
                    </a:cubicBezTo>
                    <a:close/>
                    <a:moveTo>
                      <a:pt x="108" y="15600"/>
                    </a:moveTo>
                    <a:lnTo>
                      <a:pt x="108" y="15600"/>
                    </a:lnTo>
                    <a:cubicBezTo>
                      <a:pt x="122" y="15600"/>
                      <a:pt x="133" y="15612"/>
                      <a:pt x="133" y="15625"/>
                    </a:cubicBezTo>
                    <a:cubicBezTo>
                      <a:pt x="133" y="15639"/>
                      <a:pt x="122" y="15650"/>
                      <a:pt x="108" y="15650"/>
                    </a:cubicBezTo>
                    <a:lnTo>
                      <a:pt x="108" y="15650"/>
                    </a:lnTo>
                    <a:cubicBezTo>
                      <a:pt x="94" y="15650"/>
                      <a:pt x="83" y="15639"/>
                      <a:pt x="83" y="15625"/>
                    </a:cubicBezTo>
                    <a:cubicBezTo>
                      <a:pt x="83" y="15612"/>
                      <a:pt x="94" y="15600"/>
                      <a:pt x="108" y="15600"/>
                    </a:cubicBezTo>
                    <a:close/>
                    <a:moveTo>
                      <a:pt x="208" y="15600"/>
                    </a:moveTo>
                    <a:lnTo>
                      <a:pt x="208" y="15600"/>
                    </a:lnTo>
                    <a:cubicBezTo>
                      <a:pt x="222" y="15600"/>
                      <a:pt x="233" y="15612"/>
                      <a:pt x="233" y="15625"/>
                    </a:cubicBezTo>
                    <a:cubicBezTo>
                      <a:pt x="233" y="15639"/>
                      <a:pt x="222" y="15650"/>
                      <a:pt x="208" y="15650"/>
                    </a:cubicBezTo>
                    <a:lnTo>
                      <a:pt x="208" y="15650"/>
                    </a:lnTo>
                    <a:cubicBezTo>
                      <a:pt x="194" y="15650"/>
                      <a:pt x="183" y="15639"/>
                      <a:pt x="183" y="15625"/>
                    </a:cubicBezTo>
                    <a:cubicBezTo>
                      <a:pt x="183" y="15612"/>
                      <a:pt x="194" y="15600"/>
                      <a:pt x="208" y="15600"/>
                    </a:cubicBezTo>
                    <a:close/>
                    <a:moveTo>
                      <a:pt x="308" y="15600"/>
                    </a:moveTo>
                    <a:lnTo>
                      <a:pt x="308" y="15600"/>
                    </a:lnTo>
                    <a:cubicBezTo>
                      <a:pt x="322" y="15600"/>
                      <a:pt x="333" y="15612"/>
                      <a:pt x="333" y="15625"/>
                    </a:cubicBezTo>
                    <a:cubicBezTo>
                      <a:pt x="333" y="15639"/>
                      <a:pt x="322" y="15650"/>
                      <a:pt x="308" y="15650"/>
                    </a:cubicBezTo>
                    <a:lnTo>
                      <a:pt x="308" y="15650"/>
                    </a:lnTo>
                    <a:cubicBezTo>
                      <a:pt x="295" y="15650"/>
                      <a:pt x="283" y="15639"/>
                      <a:pt x="283" y="15625"/>
                    </a:cubicBezTo>
                    <a:cubicBezTo>
                      <a:pt x="283" y="15612"/>
                      <a:pt x="295" y="15600"/>
                      <a:pt x="308" y="15600"/>
                    </a:cubicBezTo>
                    <a:close/>
                    <a:moveTo>
                      <a:pt x="408" y="15600"/>
                    </a:moveTo>
                    <a:lnTo>
                      <a:pt x="408" y="15600"/>
                    </a:lnTo>
                    <a:cubicBezTo>
                      <a:pt x="422" y="15600"/>
                      <a:pt x="433" y="15612"/>
                      <a:pt x="433" y="15625"/>
                    </a:cubicBezTo>
                    <a:cubicBezTo>
                      <a:pt x="433" y="15639"/>
                      <a:pt x="422" y="15650"/>
                      <a:pt x="408" y="15650"/>
                    </a:cubicBezTo>
                    <a:lnTo>
                      <a:pt x="408" y="15650"/>
                    </a:lnTo>
                    <a:cubicBezTo>
                      <a:pt x="395" y="15650"/>
                      <a:pt x="383" y="15639"/>
                      <a:pt x="383" y="15625"/>
                    </a:cubicBezTo>
                    <a:cubicBezTo>
                      <a:pt x="383" y="15612"/>
                      <a:pt x="395" y="15600"/>
                      <a:pt x="408" y="15600"/>
                    </a:cubicBezTo>
                    <a:close/>
                    <a:moveTo>
                      <a:pt x="508" y="15600"/>
                    </a:moveTo>
                    <a:lnTo>
                      <a:pt x="509" y="15600"/>
                    </a:lnTo>
                    <a:cubicBezTo>
                      <a:pt x="522" y="15600"/>
                      <a:pt x="533" y="15612"/>
                      <a:pt x="533" y="15625"/>
                    </a:cubicBezTo>
                    <a:cubicBezTo>
                      <a:pt x="533" y="15639"/>
                      <a:pt x="522" y="15650"/>
                      <a:pt x="509" y="15650"/>
                    </a:cubicBezTo>
                    <a:lnTo>
                      <a:pt x="508" y="15650"/>
                    </a:lnTo>
                    <a:cubicBezTo>
                      <a:pt x="495" y="15650"/>
                      <a:pt x="483" y="15639"/>
                      <a:pt x="483" y="15625"/>
                    </a:cubicBezTo>
                    <a:cubicBezTo>
                      <a:pt x="483" y="15612"/>
                      <a:pt x="495" y="15600"/>
                      <a:pt x="508" y="15600"/>
                    </a:cubicBezTo>
                    <a:close/>
                    <a:moveTo>
                      <a:pt x="609" y="15600"/>
                    </a:moveTo>
                    <a:lnTo>
                      <a:pt x="609" y="15600"/>
                    </a:lnTo>
                    <a:cubicBezTo>
                      <a:pt x="622" y="15600"/>
                      <a:pt x="634" y="15612"/>
                      <a:pt x="634" y="15625"/>
                    </a:cubicBezTo>
                    <a:cubicBezTo>
                      <a:pt x="634" y="15639"/>
                      <a:pt x="622" y="15650"/>
                      <a:pt x="609" y="15650"/>
                    </a:cubicBezTo>
                    <a:lnTo>
                      <a:pt x="609" y="15650"/>
                    </a:lnTo>
                    <a:cubicBezTo>
                      <a:pt x="595" y="15650"/>
                      <a:pt x="584" y="15639"/>
                      <a:pt x="584" y="15625"/>
                    </a:cubicBezTo>
                    <a:cubicBezTo>
                      <a:pt x="584" y="15612"/>
                      <a:pt x="595" y="15600"/>
                      <a:pt x="609" y="15600"/>
                    </a:cubicBezTo>
                    <a:close/>
                    <a:moveTo>
                      <a:pt x="709" y="15600"/>
                    </a:moveTo>
                    <a:lnTo>
                      <a:pt x="709" y="15600"/>
                    </a:lnTo>
                    <a:cubicBezTo>
                      <a:pt x="722" y="15600"/>
                      <a:pt x="734" y="15612"/>
                      <a:pt x="734" y="15625"/>
                    </a:cubicBezTo>
                    <a:cubicBezTo>
                      <a:pt x="734" y="15639"/>
                      <a:pt x="722" y="15650"/>
                      <a:pt x="709" y="15650"/>
                    </a:cubicBezTo>
                    <a:lnTo>
                      <a:pt x="709" y="15650"/>
                    </a:lnTo>
                    <a:cubicBezTo>
                      <a:pt x="695" y="15650"/>
                      <a:pt x="684" y="15639"/>
                      <a:pt x="684" y="15625"/>
                    </a:cubicBezTo>
                    <a:cubicBezTo>
                      <a:pt x="684" y="15612"/>
                      <a:pt x="695" y="15600"/>
                      <a:pt x="709" y="15600"/>
                    </a:cubicBezTo>
                    <a:close/>
                    <a:moveTo>
                      <a:pt x="809" y="15600"/>
                    </a:moveTo>
                    <a:lnTo>
                      <a:pt x="809" y="15600"/>
                    </a:lnTo>
                    <a:cubicBezTo>
                      <a:pt x="822" y="15600"/>
                      <a:pt x="834" y="15612"/>
                      <a:pt x="834" y="15625"/>
                    </a:cubicBezTo>
                    <a:cubicBezTo>
                      <a:pt x="834" y="15639"/>
                      <a:pt x="822" y="15650"/>
                      <a:pt x="809" y="15650"/>
                    </a:cubicBezTo>
                    <a:lnTo>
                      <a:pt x="809" y="15650"/>
                    </a:lnTo>
                    <a:cubicBezTo>
                      <a:pt x="795" y="15650"/>
                      <a:pt x="784" y="15639"/>
                      <a:pt x="784" y="15625"/>
                    </a:cubicBezTo>
                    <a:cubicBezTo>
                      <a:pt x="784" y="15612"/>
                      <a:pt x="795" y="15600"/>
                      <a:pt x="809" y="15600"/>
                    </a:cubicBezTo>
                    <a:close/>
                    <a:moveTo>
                      <a:pt x="909" y="15600"/>
                    </a:moveTo>
                    <a:lnTo>
                      <a:pt x="909" y="15600"/>
                    </a:lnTo>
                    <a:cubicBezTo>
                      <a:pt x="923" y="15600"/>
                      <a:pt x="934" y="15612"/>
                      <a:pt x="934" y="15625"/>
                    </a:cubicBezTo>
                    <a:cubicBezTo>
                      <a:pt x="934" y="15639"/>
                      <a:pt x="923" y="15650"/>
                      <a:pt x="909" y="15650"/>
                    </a:cubicBezTo>
                    <a:lnTo>
                      <a:pt x="909" y="15650"/>
                    </a:lnTo>
                    <a:cubicBezTo>
                      <a:pt x="895" y="15650"/>
                      <a:pt x="884" y="15639"/>
                      <a:pt x="884" y="15625"/>
                    </a:cubicBezTo>
                    <a:cubicBezTo>
                      <a:pt x="884" y="15612"/>
                      <a:pt x="895" y="15600"/>
                      <a:pt x="909" y="15600"/>
                    </a:cubicBezTo>
                    <a:close/>
                    <a:moveTo>
                      <a:pt x="1009" y="15600"/>
                    </a:moveTo>
                    <a:lnTo>
                      <a:pt x="1009" y="15600"/>
                    </a:lnTo>
                    <a:cubicBezTo>
                      <a:pt x="1023" y="15600"/>
                      <a:pt x="1034" y="15612"/>
                      <a:pt x="1034" y="15625"/>
                    </a:cubicBezTo>
                    <a:cubicBezTo>
                      <a:pt x="1034" y="15639"/>
                      <a:pt x="1023" y="15650"/>
                      <a:pt x="1009" y="15650"/>
                    </a:cubicBezTo>
                    <a:lnTo>
                      <a:pt x="1009" y="15650"/>
                    </a:lnTo>
                    <a:cubicBezTo>
                      <a:pt x="995" y="15650"/>
                      <a:pt x="984" y="15639"/>
                      <a:pt x="984" y="15625"/>
                    </a:cubicBezTo>
                    <a:cubicBezTo>
                      <a:pt x="984" y="15612"/>
                      <a:pt x="995" y="15600"/>
                      <a:pt x="1009" y="15600"/>
                    </a:cubicBezTo>
                    <a:close/>
                    <a:moveTo>
                      <a:pt x="1109" y="15600"/>
                    </a:moveTo>
                    <a:lnTo>
                      <a:pt x="1109" y="15600"/>
                    </a:lnTo>
                    <a:cubicBezTo>
                      <a:pt x="1123" y="15600"/>
                      <a:pt x="1134" y="15612"/>
                      <a:pt x="1134" y="15625"/>
                    </a:cubicBezTo>
                    <a:cubicBezTo>
                      <a:pt x="1134" y="15639"/>
                      <a:pt x="1123" y="15650"/>
                      <a:pt x="1109" y="15650"/>
                    </a:cubicBezTo>
                    <a:lnTo>
                      <a:pt x="1109" y="15650"/>
                    </a:lnTo>
                    <a:cubicBezTo>
                      <a:pt x="1095" y="15650"/>
                      <a:pt x="1084" y="15639"/>
                      <a:pt x="1084" y="15625"/>
                    </a:cubicBezTo>
                    <a:cubicBezTo>
                      <a:pt x="1084" y="15612"/>
                      <a:pt x="1095" y="15600"/>
                      <a:pt x="1109" y="15600"/>
                    </a:cubicBezTo>
                    <a:close/>
                    <a:moveTo>
                      <a:pt x="1209" y="15600"/>
                    </a:moveTo>
                    <a:lnTo>
                      <a:pt x="1209" y="15600"/>
                    </a:lnTo>
                    <a:cubicBezTo>
                      <a:pt x="1223" y="15600"/>
                      <a:pt x="1234" y="15612"/>
                      <a:pt x="1234" y="15625"/>
                    </a:cubicBezTo>
                    <a:cubicBezTo>
                      <a:pt x="1234" y="15639"/>
                      <a:pt x="1223" y="15650"/>
                      <a:pt x="1209" y="15650"/>
                    </a:cubicBezTo>
                    <a:lnTo>
                      <a:pt x="1209" y="15650"/>
                    </a:lnTo>
                    <a:cubicBezTo>
                      <a:pt x="1195" y="15650"/>
                      <a:pt x="1184" y="15639"/>
                      <a:pt x="1184" y="15625"/>
                    </a:cubicBezTo>
                    <a:cubicBezTo>
                      <a:pt x="1184" y="15612"/>
                      <a:pt x="1195" y="15600"/>
                      <a:pt x="1209" y="15600"/>
                    </a:cubicBezTo>
                    <a:close/>
                    <a:moveTo>
                      <a:pt x="1309" y="15600"/>
                    </a:moveTo>
                    <a:lnTo>
                      <a:pt x="1309" y="15600"/>
                    </a:lnTo>
                    <a:cubicBezTo>
                      <a:pt x="1323" y="15600"/>
                      <a:pt x="1334" y="15612"/>
                      <a:pt x="1334" y="15625"/>
                    </a:cubicBezTo>
                    <a:cubicBezTo>
                      <a:pt x="1334" y="15639"/>
                      <a:pt x="1323" y="15650"/>
                      <a:pt x="1309" y="15650"/>
                    </a:cubicBezTo>
                    <a:lnTo>
                      <a:pt x="1309" y="15650"/>
                    </a:lnTo>
                    <a:cubicBezTo>
                      <a:pt x="1295" y="15650"/>
                      <a:pt x="1284" y="15639"/>
                      <a:pt x="1284" y="15625"/>
                    </a:cubicBezTo>
                    <a:cubicBezTo>
                      <a:pt x="1284" y="15612"/>
                      <a:pt x="1295" y="15600"/>
                      <a:pt x="1309" y="15600"/>
                    </a:cubicBezTo>
                    <a:close/>
                    <a:moveTo>
                      <a:pt x="1409" y="15600"/>
                    </a:moveTo>
                    <a:lnTo>
                      <a:pt x="1409" y="15600"/>
                    </a:lnTo>
                    <a:cubicBezTo>
                      <a:pt x="1423" y="15600"/>
                      <a:pt x="1434" y="15612"/>
                      <a:pt x="1434" y="15625"/>
                    </a:cubicBezTo>
                    <a:cubicBezTo>
                      <a:pt x="1434" y="15639"/>
                      <a:pt x="1423" y="15650"/>
                      <a:pt x="1409" y="15650"/>
                    </a:cubicBezTo>
                    <a:lnTo>
                      <a:pt x="1409" y="15650"/>
                    </a:lnTo>
                    <a:cubicBezTo>
                      <a:pt x="1395" y="15650"/>
                      <a:pt x="1384" y="15639"/>
                      <a:pt x="1384" y="15625"/>
                    </a:cubicBezTo>
                    <a:cubicBezTo>
                      <a:pt x="1384" y="15612"/>
                      <a:pt x="1395" y="15600"/>
                      <a:pt x="1409" y="15600"/>
                    </a:cubicBezTo>
                    <a:close/>
                    <a:moveTo>
                      <a:pt x="1509" y="15600"/>
                    </a:moveTo>
                    <a:lnTo>
                      <a:pt x="1509" y="15600"/>
                    </a:lnTo>
                    <a:cubicBezTo>
                      <a:pt x="1523" y="15600"/>
                      <a:pt x="1534" y="15612"/>
                      <a:pt x="1534" y="15625"/>
                    </a:cubicBezTo>
                    <a:cubicBezTo>
                      <a:pt x="1534" y="15639"/>
                      <a:pt x="1523" y="15650"/>
                      <a:pt x="1509" y="15650"/>
                    </a:cubicBezTo>
                    <a:lnTo>
                      <a:pt x="1509" y="15650"/>
                    </a:lnTo>
                    <a:cubicBezTo>
                      <a:pt x="1495" y="15650"/>
                      <a:pt x="1484" y="15639"/>
                      <a:pt x="1484" y="15625"/>
                    </a:cubicBezTo>
                    <a:cubicBezTo>
                      <a:pt x="1484" y="15612"/>
                      <a:pt x="1495" y="15600"/>
                      <a:pt x="1509" y="15600"/>
                    </a:cubicBezTo>
                    <a:close/>
                    <a:moveTo>
                      <a:pt x="1609" y="15600"/>
                    </a:moveTo>
                    <a:lnTo>
                      <a:pt x="1609" y="15600"/>
                    </a:lnTo>
                    <a:cubicBezTo>
                      <a:pt x="1623" y="15600"/>
                      <a:pt x="1634" y="15612"/>
                      <a:pt x="1634" y="15625"/>
                    </a:cubicBezTo>
                    <a:cubicBezTo>
                      <a:pt x="1634" y="15639"/>
                      <a:pt x="1623" y="15650"/>
                      <a:pt x="1609" y="15650"/>
                    </a:cubicBezTo>
                    <a:lnTo>
                      <a:pt x="1609" y="15650"/>
                    </a:lnTo>
                    <a:cubicBezTo>
                      <a:pt x="1595" y="15650"/>
                      <a:pt x="1584" y="15639"/>
                      <a:pt x="1584" y="15625"/>
                    </a:cubicBezTo>
                    <a:cubicBezTo>
                      <a:pt x="1584" y="15612"/>
                      <a:pt x="1595" y="15600"/>
                      <a:pt x="1609" y="15600"/>
                    </a:cubicBezTo>
                    <a:close/>
                    <a:moveTo>
                      <a:pt x="1709" y="15600"/>
                    </a:moveTo>
                    <a:lnTo>
                      <a:pt x="1709" y="15600"/>
                    </a:lnTo>
                    <a:cubicBezTo>
                      <a:pt x="1723" y="15600"/>
                      <a:pt x="1734" y="15612"/>
                      <a:pt x="1734" y="15625"/>
                    </a:cubicBezTo>
                    <a:cubicBezTo>
                      <a:pt x="1734" y="15639"/>
                      <a:pt x="1723" y="15650"/>
                      <a:pt x="1709" y="15650"/>
                    </a:cubicBezTo>
                    <a:lnTo>
                      <a:pt x="1709" y="15650"/>
                    </a:lnTo>
                    <a:cubicBezTo>
                      <a:pt x="1695" y="15650"/>
                      <a:pt x="1684" y="15639"/>
                      <a:pt x="1684" y="15625"/>
                    </a:cubicBezTo>
                    <a:cubicBezTo>
                      <a:pt x="1684" y="15612"/>
                      <a:pt x="1695" y="15600"/>
                      <a:pt x="1709" y="15600"/>
                    </a:cubicBezTo>
                    <a:close/>
                    <a:moveTo>
                      <a:pt x="1809" y="15600"/>
                    </a:moveTo>
                    <a:lnTo>
                      <a:pt x="1809" y="15600"/>
                    </a:lnTo>
                    <a:cubicBezTo>
                      <a:pt x="1823" y="15600"/>
                      <a:pt x="1834" y="15612"/>
                      <a:pt x="1834" y="15625"/>
                    </a:cubicBezTo>
                    <a:cubicBezTo>
                      <a:pt x="1834" y="15639"/>
                      <a:pt x="1823" y="15650"/>
                      <a:pt x="1809" y="15650"/>
                    </a:cubicBezTo>
                    <a:lnTo>
                      <a:pt x="1809" y="15650"/>
                    </a:lnTo>
                    <a:cubicBezTo>
                      <a:pt x="1795" y="15650"/>
                      <a:pt x="1784" y="15639"/>
                      <a:pt x="1784" y="15625"/>
                    </a:cubicBezTo>
                    <a:cubicBezTo>
                      <a:pt x="1784" y="15612"/>
                      <a:pt x="1795" y="15600"/>
                      <a:pt x="1809" y="15600"/>
                    </a:cubicBezTo>
                    <a:close/>
                    <a:moveTo>
                      <a:pt x="1909" y="15600"/>
                    </a:moveTo>
                    <a:lnTo>
                      <a:pt x="1909" y="15600"/>
                    </a:lnTo>
                    <a:cubicBezTo>
                      <a:pt x="1923" y="15600"/>
                      <a:pt x="1934" y="15612"/>
                      <a:pt x="1934" y="15625"/>
                    </a:cubicBezTo>
                    <a:cubicBezTo>
                      <a:pt x="1934" y="15639"/>
                      <a:pt x="1923" y="15650"/>
                      <a:pt x="1909" y="15650"/>
                    </a:cubicBezTo>
                    <a:lnTo>
                      <a:pt x="1909" y="15650"/>
                    </a:lnTo>
                    <a:cubicBezTo>
                      <a:pt x="1895" y="15650"/>
                      <a:pt x="1884" y="15639"/>
                      <a:pt x="1884" y="15625"/>
                    </a:cubicBezTo>
                    <a:cubicBezTo>
                      <a:pt x="1884" y="15612"/>
                      <a:pt x="1895" y="15600"/>
                      <a:pt x="1909" y="15600"/>
                    </a:cubicBezTo>
                    <a:close/>
                    <a:moveTo>
                      <a:pt x="2009" y="15600"/>
                    </a:moveTo>
                    <a:lnTo>
                      <a:pt x="2009" y="15600"/>
                    </a:lnTo>
                    <a:cubicBezTo>
                      <a:pt x="2023" y="15600"/>
                      <a:pt x="2034" y="15612"/>
                      <a:pt x="2034" y="15625"/>
                    </a:cubicBezTo>
                    <a:cubicBezTo>
                      <a:pt x="2034" y="15639"/>
                      <a:pt x="2023" y="15650"/>
                      <a:pt x="2009" y="15650"/>
                    </a:cubicBezTo>
                    <a:lnTo>
                      <a:pt x="2009" y="15650"/>
                    </a:lnTo>
                    <a:cubicBezTo>
                      <a:pt x="1995" y="15650"/>
                      <a:pt x="1984" y="15639"/>
                      <a:pt x="1984" y="15625"/>
                    </a:cubicBezTo>
                    <a:cubicBezTo>
                      <a:pt x="1984" y="15612"/>
                      <a:pt x="1995" y="15600"/>
                      <a:pt x="2009" y="15600"/>
                    </a:cubicBezTo>
                    <a:close/>
                    <a:moveTo>
                      <a:pt x="2109" y="15600"/>
                    </a:moveTo>
                    <a:lnTo>
                      <a:pt x="2109" y="15600"/>
                    </a:lnTo>
                    <a:cubicBezTo>
                      <a:pt x="2123" y="15600"/>
                      <a:pt x="2134" y="15612"/>
                      <a:pt x="2134" y="15625"/>
                    </a:cubicBezTo>
                    <a:cubicBezTo>
                      <a:pt x="2134" y="15639"/>
                      <a:pt x="2123" y="15650"/>
                      <a:pt x="2109" y="15650"/>
                    </a:cubicBezTo>
                    <a:lnTo>
                      <a:pt x="2109" y="15650"/>
                    </a:lnTo>
                    <a:cubicBezTo>
                      <a:pt x="2095" y="15650"/>
                      <a:pt x="2084" y="15639"/>
                      <a:pt x="2084" y="15625"/>
                    </a:cubicBezTo>
                    <a:cubicBezTo>
                      <a:pt x="2084" y="15612"/>
                      <a:pt x="2095" y="15600"/>
                      <a:pt x="2109" y="15600"/>
                    </a:cubicBezTo>
                    <a:close/>
                    <a:moveTo>
                      <a:pt x="2209" y="15600"/>
                    </a:moveTo>
                    <a:lnTo>
                      <a:pt x="2209" y="15600"/>
                    </a:lnTo>
                    <a:cubicBezTo>
                      <a:pt x="2223" y="15600"/>
                      <a:pt x="2234" y="15612"/>
                      <a:pt x="2234" y="15625"/>
                    </a:cubicBezTo>
                    <a:cubicBezTo>
                      <a:pt x="2234" y="15639"/>
                      <a:pt x="2223" y="15650"/>
                      <a:pt x="2209" y="15650"/>
                    </a:cubicBezTo>
                    <a:lnTo>
                      <a:pt x="2209" y="15650"/>
                    </a:lnTo>
                    <a:cubicBezTo>
                      <a:pt x="2195" y="15650"/>
                      <a:pt x="2184" y="15639"/>
                      <a:pt x="2184" y="15625"/>
                    </a:cubicBezTo>
                    <a:cubicBezTo>
                      <a:pt x="2184" y="15612"/>
                      <a:pt x="2195" y="15600"/>
                      <a:pt x="2209" y="15600"/>
                    </a:cubicBezTo>
                    <a:close/>
                    <a:moveTo>
                      <a:pt x="2309" y="15600"/>
                    </a:moveTo>
                    <a:lnTo>
                      <a:pt x="2309" y="15600"/>
                    </a:lnTo>
                    <a:cubicBezTo>
                      <a:pt x="2323" y="15600"/>
                      <a:pt x="2334" y="15612"/>
                      <a:pt x="2334" y="15625"/>
                    </a:cubicBezTo>
                    <a:cubicBezTo>
                      <a:pt x="2334" y="15639"/>
                      <a:pt x="2323" y="15650"/>
                      <a:pt x="2309" y="15650"/>
                    </a:cubicBezTo>
                    <a:lnTo>
                      <a:pt x="2309" y="15650"/>
                    </a:lnTo>
                    <a:cubicBezTo>
                      <a:pt x="2296" y="15650"/>
                      <a:pt x="2284" y="15639"/>
                      <a:pt x="2284" y="15625"/>
                    </a:cubicBezTo>
                    <a:cubicBezTo>
                      <a:pt x="2284" y="15612"/>
                      <a:pt x="2296" y="15600"/>
                      <a:pt x="2309" y="15600"/>
                    </a:cubicBezTo>
                    <a:close/>
                    <a:moveTo>
                      <a:pt x="2409" y="15600"/>
                    </a:moveTo>
                    <a:lnTo>
                      <a:pt x="2409" y="15600"/>
                    </a:lnTo>
                    <a:cubicBezTo>
                      <a:pt x="2423" y="15600"/>
                      <a:pt x="2434" y="15612"/>
                      <a:pt x="2434" y="15625"/>
                    </a:cubicBezTo>
                    <a:cubicBezTo>
                      <a:pt x="2434" y="15639"/>
                      <a:pt x="2423" y="15650"/>
                      <a:pt x="2409" y="15650"/>
                    </a:cubicBezTo>
                    <a:lnTo>
                      <a:pt x="2409" y="15650"/>
                    </a:lnTo>
                    <a:cubicBezTo>
                      <a:pt x="2396" y="15650"/>
                      <a:pt x="2384" y="15639"/>
                      <a:pt x="2384" y="15625"/>
                    </a:cubicBezTo>
                    <a:cubicBezTo>
                      <a:pt x="2384" y="15612"/>
                      <a:pt x="2396" y="15600"/>
                      <a:pt x="2409" y="15600"/>
                    </a:cubicBezTo>
                    <a:close/>
                    <a:moveTo>
                      <a:pt x="2509" y="15600"/>
                    </a:moveTo>
                    <a:lnTo>
                      <a:pt x="2509" y="15600"/>
                    </a:lnTo>
                    <a:cubicBezTo>
                      <a:pt x="2523" y="15600"/>
                      <a:pt x="2534" y="15612"/>
                      <a:pt x="2534" y="15625"/>
                    </a:cubicBezTo>
                    <a:cubicBezTo>
                      <a:pt x="2534" y="15639"/>
                      <a:pt x="2523" y="15650"/>
                      <a:pt x="2509" y="15650"/>
                    </a:cubicBezTo>
                    <a:lnTo>
                      <a:pt x="2509" y="15650"/>
                    </a:lnTo>
                    <a:cubicBezTo>
                      <a:pt x="2496" y="15650"/>
                      <a:pt x="2484" y="15639"/>
                      <a:pt x="2484" y="15625"/>
                    </a:cubicBezTo>
                    <a:cubicBezTo>
                      <a:pt x="2484" y="15612"/>
                      <a:pt x="2496" y="15600"/>
                      <a:pt x="2509" y="15600"/>
                    </a:cubicBezTo>
                    <a:close/>
                    <a:moveTo>
                      <a:pt x="2609" y="15600"/>
                    </a:moveTo>
                    <a:lnTo>
                      <a:pt x="2610" y="15600"/>
                    </a:lnTo>
                    <a:cubicBezTo>
                      <a:pt x="2623" y="15600"/>
                      <a:pt x="2635" y="15612"/>
                      <a:pt x="2635" y="15625"/>
                    </a:cubicBezTo>
                    <a:cubicBezTo>
                      <a:pt x="2635" y="15639"/>
                      <a:pt x="2623" y="15650"/>
                      <a:pt x="2610" y="15650"/>
                    </a:cubicBezTo>
                    <a:lnTo>
                      <a:pt x="2609" y="15650"/>
                    </a:lnTo>
                    <a:cubicBezTo>
                      <a:pt x="2596" y="15650"/>
                      <a:pt x="2584" y="15639"/>
                      <a:pt x="2584" y="15625"/>
                    </a:cubicBezTo>
                    <a:cubicBezTo>
                      <a:pt x="2584" y="15612"/>
                      <a:pt x="2596" y="15600"/>
                      <a:pt x="2609" y="15600"/>
                    </a:cubicBezTo>
                    <a:close/>
                    <a:moveTo>
                      <a:pt x="2710" y="15600"/>
                    </a:moveTo>
                    <a:lnTo>
                      <a:pt x="2710" y="15600"/>
                    </a:lnTo>
                    <a:cubicBezTo>
                      <a:pt x="2723" y="15600"/>
                      <a:pt x="2735" y="15612"/>
                      <a:pt x="2735" y="15625"/>
                    </a:cubicBezTo>
                    <a:cubicBezTo>
                      <a:pt x="2735" y="15639"/>
                      <a:pt x="2723" y="15650"/>
                      <a:pt x="2710" y="15650"/>
                    </a:cubicBezTo>
                    <a:lnTo>
                      <a:pt x="2710" y="15650"/>
                    </a:lnTo>
                    <a:cubicBezTo>
                      <a:pt x="2696" y="15650"/>
                      <a:pt x="2685" y="15639"/>
                      <a:pt x="2685" y="15625"/>
                    </a:cubicBezTo>
                    <a:cubicBezTo>
                      <a:pt x="2685" y="15612"/>
                      <a:pt x="2696" y="15600"/>
                      <a:pt x="2710" y="15600"/>
                    </a:cubicBezTo>
                    <a:close/>
                    <a:moveTo>
                      <a:pt x="2780" y="15605"/>
                    </a:moveTo>
                    <a:lnTo>
                      <a:pt x="2780" y="15605"/>
                    </a:lnTo>
                    <a:cubicBezTo>
                      <a:pt x="2785" y="15592"/>
                      <a:pt x="2800" y="15586"/>
                      <a:pt x="2812" y="15591"/>
                    </a:cubicBezTo>
                    <a:cubicBezTo>
                      <a:pt x="2825" y="15597"/>
                      <a:pt x="2831" y="15611"/>
                      <a:pt x="2826" y="15624"/>
                    </a:cubicBezTo>
                    <a:lnTo>
                      <a:pt x="2826" y="15624"/>
                    </a:lnTo>
                    <a:cubicBezTo>
                      <a:pt x="2820" y="15637"/>
                      <a:pt x="2806" y="15643"/>
                      <a:pt x="2793" y="15638"/>
                    </a:cubicBezTo>
                    <a:cubicBezTo>
                      <a:pt x="2780" y="15632"/>
                      <a:pt x="2774" y="15618"/>
                      <a:pt x="2780" y="15605"/>
                    </a:cubicBezTo>
                    <a:close/>
                    <a:moveTo>
                      <a:pt x="2822" y="15514"/>
                    </a:moveTo>
                    <a:lnTo>
                      <a:pt x="2822" y="15514"/>
                    </a:lnTo>
                    <a:cubicBezTo>
                      <a:pt x="2827" y="15501"/>
                      <a:pt x="2842" y="15495"/>
                      <a:pt x="2854" y="15501"/>
                    </a:cubicBezTo>
                    <a:cubicBezTo>
                      <a:pt x="2867" y="15506"/>
                      <a:pt x="2873" y="15521"/>
                      <a:pt x="2868" y="15533"/>
                    </a:cubicBezTo>
                    <a:lnTo>
                      <a:pt x="2868" y="15533"/>
                    </a:lnTo>
                    <a:cubicBezTo>
                      <a:pt x="2863" y="15546"/>
                      <a:pt x="2848" y="15552"/>
                      <a:pt x="2835" y="15547"/>
                    </a:cubicBezTo>
                    <a:cubicBezTo>
                      <a:pt x="2822" y="15542"/>
                      <a:pt x="2816" y="15527"/>
                      <a:pt x="2822" y="15514"/>
                    </a:cubicBezTo>
                    <a:close/>
                    <a:moveTo>
                      <a:pt x="2864" y="15423"/>
                    </a:moveTo>
                    <a:lnTo>
                      <a:pt x="2864" y="15423"/>
                    </a:lnTo>
                    <a:cubicBezTo>
                      <a:pt x="2869" y="15411"/>
                      <a:pt x="2884" y="15405"/>
                      <a:pt x="2897" y="15410"/>
                    </a:cubicBezTo>
                    <a:cubicBezTo>
                      <a:pt x="2909" y="15415"/>
                      <a:pt x="2915" y="15430"/>
                      <a:pt x="2910" y="15443"/>
                    </a:cubicBezTo>
                    <a:lnTo>
                      <a:pt x="2910" y="15443"/>
                    </a:lnTo>
                    <a:cubicBezTo>
                      <a:pt x="2905" y="15455"/>
                      <a:pt x="2890" y="15461"/>
                      <a:pt x="2877" y="15456"/>
                    </a:cubicBezTo>
                    <a:cubicBezTo>
                      <a:pt x="2865" y="15451"/>
                      <a:pt x="2859" y="15436"/>
                      <a:pt x="2864" y="15423"/>
                    </a:cubicBezTo>
                    <a:close/>
                    <a:moveTo>
                      <a:pt x="2906" y="15333"/>
                    </a:moveTo>
                    <a:lnTo>
                      <a:pt x="2906" y="15333"/>
                    </a:lnTo>
                    <a:cubicBezTo>
                      <a:pt x="2911" y="15320"/>
                      <a:pt x="2926" y="15314"/>
                      <a:pt x="2939" y="15319"/>
                    </a:cubicBezTo>
                    <a:cubicBezTo>
                      <a:pt x="2952" y="15325"/>
                      <a:pt x="2958" y="15339"/>
                      <a:pt x="2952" y="15352"/>
                    </a:cubicBezTo>
                    <a:lnTo>
                      <a:pt x="2952" y="15352"/>
                    </a:lnTo>
                    <a:cubicBezTo>
                      <a:pt x="2947" y="15365"/>
                      <a:pt x="2932" y="15371"/>
                      <a:pt x="2920" y="15365"/>
                    </a:cubicBezTo>
                    <a:cubicBezTo>
                      <a:pt x="2907" y="15360"/>
                      <a:pt x="2901" y="15345"/>
                      <a:pt x="2906" y="15333"/>
                    </a:cubicBezTo>
                    <a:close/>
                    <a:moveTo>
                      <a:pt x="2948" y="15242"/>
                    </a:moveTo>
                    <a:lnTo>
                      <a:pt x="2948" y="15242"/>
                    </a:lnTo>
                    <a:cubicBezTo>
                      <a:pt x="2954" y="15229"/>
                      <a:pt x="2968" y="15223"/>
                      <a:pt x="2981" y="15229"/>
                    </a:cubicBezTo>
                    <a:cubicBezTo>
                      <a:pt x="2994" y="15234"/>
                      <a:pt x="3000" y="15248"/>
                      <a:pt x="2994" y="15261"/>
                    </a:cubicBezTo>
                    <a:lnTo>
                      <a:pt x="2994" y="15261"/>
                    </a:lnTo>
                    <a:cubicBezTo>
                      <a:pt x="2989" y="15274"/>
                      <a:pt x="2974" y="15280"/>
                      <a:pt x="2962" y="15275"/>
                    </a:cubicBezTo>
                    <a:cubicBezTo>
                      <a:pt x="2949" y="15269"/>
                      <a:pt x="2943" y="15255"/>
                      <a:pt x="2948" y="15242"/>
                    </a:cubicBezTo>
                    <a:close/>
                    <a:moveTo>
                      <a:pt x="2990" y="15151"/>
                    </a:moveTo>
                    <a:lnTo>
                      <a:pt x="2990" y="15151"/>
                    </a:lnTo>
                    <a:cubicBezTo>
                      <a:pt x="2996" y="15138"/>
                      <a:pt x="3010" y="15132"/>
                      <a:pt x="3023" y="15138"/>
                    </a:cubicBezTo>
                    <a:cubicBezTo>
                      <a:pt x="3036" y="15143"/>
                      <a:pt x="3042" y="15158"/>
                      <a:pt x="3037" y="15170"/>
                    </a:cubicBezTo>
                    <a:lnTo>
                      <a:pt x="3037" y="15171"/>
                    </a:lnTo>
                    <a:cubicBezTo>
                      <a:pt x="3031" y="15183"/>
                      <a:pt x="3017" y="15189"/>
                      <a:pt x="3004" y="15184"/>
                    </a:cubicBezTo>
                    <a:cubicBezTo>
                      <a:pt x="2991" y="15179"/>
                      <a:pt x="2985" y="15164"/>
                      <a:pt x="2990" y="15151"/>
                    </a:cubicBezTo>
                    <a:close/>
                    <a:moveTo>
                      <a:pt x="3033" y="15061"/>
                    </a:moveTo>
                    <a:lnTo>
                      <a:pt x="3033" y="15061"/>
                    </a:lnTo>
                    <a:cubicBezTo>
                      <a:pt x="3038" y="15048"/>
                      <a:pt x="3053" y="15042"/>
                      <a:pt x="3065" y="15047"/>
                    </a:cubicBezTo>
                    <a:cubicBezTo>
                      <a:pt x="3078" y="15052"/>
                      <a:pt x="3084" y="15067"/>
                      <a:pt x="3079" y="15080"/>
                    </a:cubicBezTo>
                    <a:lnTo>
                      <a:pt x="3079" y="15080"/>
                    </a:lnTo>
                    <a:cubicBezTo>
                      <a:pt x="3073" y="15093"/>
                      <a:pt x="3059" y="15099"/>
                      <a:pt x="3046" y="15093"/>
                    </a:cubicBezTo>
                    <a:cubicBezTo>
                      <a:pt x="3033" y="15088"/>
                      <a:pt x="3027" y="15073"/>
                      <a:pt x="3033" y="15061"/>
                    </a:cubicBezTo>
                    <a:close/>
                    <a:moveTo>
                      <a:pt x="3075" y="14970"/>
                    </a:moveTo>
                    <a:lnTo>
                      <a:pt x="3075" y="14970"/>
                    </a:lnTo>
                    <a:cubicBezTo>
                      <a:pt x="3080" y="14957"/>
                      <a:pt x="3095" y="14951"/>
                      <a:pt x="3107" y="14956"/>
                    </a:cubicBezTo>
                    <a:cubicBezTo>
                      <a:pt x="3120" y="14962"/>
                      <a:pt x="3126" y="14976"/>
                      <a:pt x="3121" y="14989"/>
                    </a:cubicBezTo>
                    <a:lnTo>
                      <a:pt x="3121" y="14989"/>
                    </a:lnTo>
                    <a:cubicBezTo>
                      <a:pt x="3116" y="15002"/>
                      <a:pt x="3101" y="15008"/>
                      <a:pt x="3088" y="15003"/>
                    </a:cubicBezTo>
                    <a:cubicBezTo>
                      <a:pt x="3075" y="14997"/>
                      <a:pt x="3069" y="14983"/>
                      <a:pt x="3075" y="14970"/>
                    </a:cubicBezTo>
                    <a:close/>
                    <a:moveTo>
                      <a:pt x="3117" y="14879"/>
                    </a:moveTo>
                    <a:lnTo>
                      <a:pt x="3117" y="14879"/>
                    </a:lnTo>
                    <a:cubicBezTo>
                      <a:pt x="3122" y="14866"/>
                      <a:pt x="3137" y="14860"/>
                      <a:pt x="3150" y="14866"/>
                    </a:cubicBezTo>
                    <a:cubicBezTo>
                      <a:pt x="3162" y="14871"/>
                      <a:pt x="3168" y="14886"/>
                      <a:pt x="3163" y="14898"/>
                    </a:cubicBezTo>
                    <a:lnTo>
                      <a:pt x="3163" y="14898"/>
                    </a:lnTo>
                    <a:cubicBezTo>
                      <a:pt x="3158" y="14911"/>
                      <a:pt x="3143" y="14917"/>
                      <a:pt x="3130" y="14912"/>
                    </a:cubicBezTo>
                    <a:cubicBezTo>
                      <a:pt x="3118" y="14906"/>
                      <a:pt x="3112" y="14892"/>
                      <a:pt x="3117" y="14879"/>
                    </a:cubicBezTo>
                    <a:close/>
                    <a:moveTo>
                      <a:pt x="3159" y="14788"/>
                    </a:moveTo>
                    <a:lnTo>
                      <a:pt x="3159" y="14788"/>
                    </a:lnTo>
                    <a:cubicBezTo>
                      <a:pt x="3164" y="14776"/>
                      <a:pt x="3179" y="14770"/>
                      <a:pt x="3192" y="14775"/>
                    </a:cubicBezTo>
                    <a:cubicBezTo>
                      <a:pt x="3204" y="14780"/>
                      <a:pt x="3211" y="14795"/>
                      <a:pt x="3205" y="14808"/>
                    </a:cubicBezTo>
                    <a:lnTo>
                      <a:pt x="3205" y="14808"/>
                    </a:lnTo>
                    <a:cubicBezTo>
                      <a:pt x="3200" y="14820"/>
                      <a:pt x="3185" y="14826"/>
                      <a:pt x="3172" y="14821"/>
                    </a:cubicBezTo>
                    <a:cubicBezTo>
                      <a:pt x="3160" y="14816"/>
                      <a:pt x="3154" y="14801"/>
                      <a:pt x="3159" y="14788"/>
                    </a:cubicBezTo>
                    <a:close/>
                    <a:moveTo>
                      <a:pt x="3201" y="14698"/>
                    </a:moveTo>
                    <a:lnTo>
                      <a:pt x="3201" y="14698"/>
                    </a:lnTo>
                    <a:cubicBezTo>
                      <a:pt x="3207" y="14685"/>
                      <a:pt x="3221" y="14679"/>
                      <a:pt x="3234" y="14684"/>
                    </a:cubicBezTo>
                    <a:cubicBezTo>
                      <a:pt x="3247" y="14689"/>
                      <a:pt x="3253" y="14704"/>
                      <a:pt x="3247" y="14717"/>
                    </a:cubicBezTo>
                    <a:lnTo>
                      <a:pt x="3247" y="14717"/>
                    </a:lnTo>
                    <a:cubicBezTo>
                      <a:pt x="3242" y="14730"/>
                      <a:pt x="3227" y="14736"/>
                      <a:pt x="3215" y="14730"/>
                    </a:cubicBezTo>
                    <a:cubicBezTo>
                      <a:pt x="3202" y="14725"/>
                      <a:pt x="3196" y="14710"/>
                      <a:pt x="3201" y="14698"/>
                    </a:cubicBezTo>
                    <a:close/>
                    <a:moveTo>
                      <a:pt x="3243" y="14607"/>
                    </a:moveTo>
                    <a:lnTo>
                      <a:pt x="3243" y="14607"/>
                    </a:lnTo>
                    <a:cubicBezTo>
                      <a:pt x="3249" y="14594"/>
                      <a:pt x="3263" y="14588"/>
                      <a:pt x="3276" y="14593"/>
                    </a:cubicBezTo>
                    <a:cubicBezTo>
                      <a:pt x="3289" y="14599"/>
                      <a:pt x="3295" y="14613"/>
                      <a:pt x="3290" y="14626"/>
                    </a:cubicBezTo>
                    <a:lnTo>
                      <a:pt x="3290" y="14626"/>
                    </a:lnTo>
                    <a:cubicBezTo>
                      <a:pt x="3284" y="14639"/>
                      <a:pt x="3270" y="14645"/>
                      <a:pt x="3257" y="14640"/>
                    </a:cubicBezTo>
                    <a:cubicBezTo>
                      <a:pt x="3244" y="14634"/>
                      <a:pt x="3238" y="14620"/>
                      <a:pt x="3243" y="14607"/>
                    </a:cubicBezTo>
                    <a:close/>
                    <a:moveTo>
                      <a:pt x="3286" y="14516"/>
                    </a:moveTo>
                    <a:lnTo>
                      <a:pt x="3286" y="14516"/>
                    </a:lnTo>
                    <a:cubicBezTo>
                      <a:pt x="3291" y="14503"/>
                      <a:pt x="3305" y="14497"/>
                      <a:pt x="3318" y="14503"/>
                    </a:cubicBezTo>
                    <a:cubicBezTo>
                      <a:pt x="3331" y="14508"/>
                      <a:pt x="3337" y="14523"/>
                      <a:pt x="3332" y="14535"/>
                    </a:cubicBezTo>
                    <a:lnTo>
                      <a:pt x="3332" y="14535"/>
                    </a:lnTo>
                    <a:cubicBezTo>
                      <a:pt x="3326" y="14548"/>
                      <a:pt x="3312" y="14554"/>
                      <a:pt x="3299" y="14549"/>
                    </a:cubicBezTo>
                    <a:cubicBezTo>
                      <a:pt x="3286" y="14544"/>
                      <a:pt x="3280" y="14529"/>
                      <a:pt x="3286" y="14516"/>
                    </a:cubicBezTo>
                    <a:close/>
                    <a:moveTo>
                      <a:pt x="3328" y="14425"/>
                    </a:moveTo>
                    <a:lnTo>
                      <a:pt x="3328" y="14425"/>
                    </a:lnTo>
                    <a:cubicBezTo>
                      <a:pt x="3333" y="14413"/>
                      <a:pt x="3348" y="14407"/>
                      <a:pt x="3360" y="14412"/>
                    </a:cubicBezTo>
                    <a:cubicBezTo>
                      <a:pt x="3373" y="14417"/>
                      <a:pt x="3379" y="14432"/>
                      <a:pt x="3374" y="14445"/>
                    </a:cubicBezTo>
                    <a:lnTo>
                      <a:pt x="3374" y="14445"/>
                    </a:lnTo>
                    <a:cubicBezTo>
                      <a:pt x="3369" y="14457"/>
                      <a:pt x="3354" y="14463"/>
                      <a:pt x="3341" y="14458"/>
                    </a:cubicBezTo>
                    <a:cubicBezTo>
                      <a:pt x="3328" y="14453"/>
                      <a:pt x="3322" y="14438"/>
                      <a:pt x="3328" y="14425"/>
                    </a:cubicBezTo>
                    <a:close/>
                    <a:moveTo>
                      <a:pt x="3370" y="14335"/>
                    </a:moveTo>
                    <a:lnTo>
                      <a:pt x="3370" y="14335"/>
                    </a:lnTo>
                    <a:cubicBezTo>
                      <a:pt x="3375" y="14322"/>
                      <a:pt x="3390" y="14316"/>
                      <a:pt x="3403" y="14321"/>
                    </a:cubicBezTo>
                    <a:cubicBezTo>
                      <a:pt x="3415" y="14326"/>
                      <a:pt x="3421" y="14341"/>
                      <a:pt x="3416" y="14354"/>
                    </a:cubicBezTo>
                    <a:lnTo>
                      <a:pt x="3416" y="14354"/>
                    </a:lnTo>
                    <a:cubicBezTo>
                      <a:pt x="3411" y="14367"/>
                      <a:pt x="3396" y="14373"/>
                      <a:pt x="3383" y="14367"/>
                    </a:cubicBezTo>
                    <a:cubicBezTo>
                      <a:pt x="3371" y="14362"/>
                      <a:pt x="3365" y="14347"/>
                      <a:pt x="3370" y="14335"/>
                    </a:cubicBezTo>
                    <a:close/>
                    <a:moveTo>
                      <a:pt x="3412" y="14244"/>
                    </a:moveTo>
                    <a:lnTo>
                      <a:pt x="3412" y="14244"/>
                    </a:lnTo>
                    <a:cubicBezTo>
                      <a:pt x="3417" y="14231"/>
                      <a:pt x="3432" y="14225"/>
                      <a:pt x="3445" y="14230"/>
                    </a:cubicBezTo>
                    <a:cubicBezTo>
                      <a:pt x="3457" y="14236"/>
                      <a:pt x="3464" y="14250"/>
                      <a:pt x="3458" y="14263"/>
                    </a:cubicBezTo>
                    <a:lnTo>
                      <a:pt x="3458" y="14263"/>
                    </a:lnTo>
                    <a:cubicBezTo>
                      <a:pt x="3453" y="14276"/>
                      <a:pt x="3438" y="14282"/>
                      <a:pt x="3425" y="14277"/>
                    </a:cubicBezTo>
                    <a:cubicBezTo>
                      <a:pt x="3413" y="14271"/>
                      <a:pt x="3407" y="14257"/>
                      <a:pt x="3412" y="14244"/>
                    </a:cubicBezTo>
                    <a:close/>
                    <a:moveTo>
                      <a:pt x="3454" y="14153"/>
                    </a:moveTo>
                    <a:lnTo>
                      <a:pt x="3454" y="14153"/>
                    </a:lnTo>
                    <a:cubicBezTo>
                      <a:pt x="3460" y="14140"/>
                      <a:pt x="3474" y="14134"/>
                      <a:pt x="3487" y="14140"/>
                    </a:cubicBezTo>
                    <a:cubicBezTo>
                      <a:pt x="3500" y="14145"/>
                      <a:pt x="3506" y="14160"/>
                      <a:pt x="3500" y="14172"/>
                    </a:cubicBezTo>
                    <a:lnTo>
                      <a:pt x="3500" y="14172"/>
                    </a:lnTo>
                    <a:cubicBezTo>
                      <a:pt x="3495" y="14185"/>
                      <a:pt x="3480" y="14191"/>
                      <a:pt x="3468" y="14186"/>
                    </a:cubicBezTo>
                    <a:cubicBezTo>
                      <a:pt x="3455" y="14181"/>
                      <a:pt x="3449" y="14166"/>
                      <a:pt x="3454" y="14153"/>
                    </a:cubicBezTo>
                    <a:close/>
                    <a:moveTo>
                      <a:pt x="3496" y="14062"/>
                    </a:moveTo>
                    <a:lnTo>
                      <a:pt x="3496" y="14062"/>
                    </a:lnTo>
                    <a:cubicBezTo>
                      <a:pt x="3502" y="14050"/>
                      <a:pt x="3516" y="14044"/>
                      <a:pt x="3529" y="14049"/>
                    </a:cubicBezTo>
                    <a:cubicBezTo>
                      <a:pt x="3542" y="14054"/>
                      <a:pt x="3548" y="14069"/>
                      <a:pt x="3543" y="14082"/>
                    </a:cubicBezTo>
                    <a:lnTo>
                      <a:pt x="3543" y="14082"/>
                    </a:lnTo>
                    <a:cubicBezTo>
                      <a:pt x="3537" y="14094"/>
                      <a:pt x="3523" y="14100"/>
                      <a:pt x="3510" y="14095"/>
                    </a:cubicBezTo>
                    <a:cubicBezTo>
                      <a:pt x="3497" y="14090"/>
                      <a:pt x="3491" y="14075"/>
                      <a:pt x="3496" y="14062"/>
                    </a:cubicBezTo>
                    <a:close/>
                    <a:moveTo>
                      <a:pt x="3539" y="13972"/>
                    </a:moveTo>
                    <a:lnTo>
                      <a:pt x="3539" y="13972"/>
                    </a:lnTo>
                    <a:cubicBezTo>
                      <a:pt x="3544" y="13959"/>
                      <a:pt x="3558" y="13953"/>
                      <a:pt x="3571" y="13958"/>
                    </a:cubicBezTo>
                    <a:cubicBezTo>
                      <a:pt x="3584" y="13964"/>
                      <a:pt x="3590" y="13978"/>
                      <a:pt x="3585" y="13991"/>
                    </a:cubicBezTo>
                    <a:lnTo>
                      <a:pt x="3585" y="13991"/>
                    </a:lnTo>
                    <a:cubicBezTo>
                      <a:pt x="3579" y="14004"/>
                      <a:pt x="3565" y="14010"/>
                      <a:pt x="3552" y="14004"/>
                    </a:cubicBezTo>
                    <a:cubicBezTo>
                      <a:pt x="3539" y="13999"/>
                      <a:pt x="3533" y="13985"/>
                      <a:pt x="3539" y="13972"/>
                    </a:cubicBezTo>
                    <a:close/>
                    <a:moveTo>
                      <a:pt x="3581" y="13881"/>
                    </a:moveTo>
                    <a:lnTo>
                      <a:pt x="3581" y="13881"/>
                    </a:lnTo>
                    <a:cubicBezTo>
                      <a:pt x="3586" y="13868"/>
                      <a:pt x="3601" y="13862"/>
                      <a:pt x="3613" y="13868"/>
                    </a:cubicBezTo>
                    <a:cubicBezTo>
                      <a:pt x="3626" y="13873"/>
                      <a:pt x="3632" y="13887"/>
                      <a:pt x="3627" y="13900"/>
                    </a:cubicBezTo>
                    <a:lnTo>
                      <a:pt x="3627" y="13900"/>
                    </a:lnTo>
                    <a:cubicBezTo>
                      <a:pt x="3622" y="13913"/>
                      <a:pt x="3607" y="13919"/>
                      <a:pt x="3594" y="13914"/>
                    </a:cubicBezTo>
                    <a:cubicBezTo>
                      <a:pt x="3581" y="13908"/>
                      <a:pt x="3575" y="13894"/>
                      <a:pt x="3581" y="13881"/>
                    </a:cubicBezTo>
                    <a:close/>
                    <a:moveTo>
                      <a:pt x="3623" y="13790"/>
                    </a:moveTo>
                    <a:lnTo>
                      <a:pt x="3623" y="13790"/>
                    </a:lnTo>
                    <a:cubicBezTo>
                      <a:pt x="3628" y="13778"/>
                      <a:pt x="3643" y="13771"/>
                      <a:pt x="3656" y="13777"/>
                    </a:cubicBezTo>
                    <a:cubicBezTo>
                      <a:pt x="3668" y="13782"/>
                      <a:pt x="3674" y="13797"/>
                      <a:pt x="3669" y="13809"/>
                    </a:cubicBezTo>
                    <a:lnTo>
                      <a:pt x="3669" y="13810"/>
                    </a:lnTo>
                    <a:cubicBezTo>
                      <a:pt x="3664" y="13822"/>
                      <a:pt x="3649" y="13828"/>
                      <a:pt x="3636" y="13823"/>
                    </a:cubicBezTo>
                    <a:cubicBezTo>
                      <a:pt x="3624" y="13818"/>
                      <a:pt x="3618" y="13803"/>
                      <a:pt x="3623" y="13790"/>
                    </a:cubicBezTo>
                    <a:close/>
                    <a:moveTo>
                      <a:pt x="3665" y="13700"/>
                    </a:moveTo>
                    <a:lnTo>
                      <a:pt x="3665" y="13700"/>
                    </a:lnTo>
                    <a:cubicBezTo>
                      <a:pt x="3670" y="13687"/>
                      <a:pt x="3685" y="13681"/>
                      <a:pt x="3698" y="13686"/>
                    </a:cubicBezTo>
                    <a:cubicBezTo>
                      <a:pt x="3710" y="13691"/>
                      <a:pt x="3716" y="13706"/>
                      <a:pt x="3711" y="13719"/>
                    </a:cubicBezTo>
                    <a:lnTo>
                      <a:pt x="3711" y="13719"/>
                    </a:lnTo>
                    <a:cubicBezTo>
                      <a:pt x="3706" y="13732"/>
                      <a:pt x="3691" y="13738"/>
                      <a:pt x="3678" y="13732"/>
                    </a:cubicBezTo>
                    <a:cubicBezTo>
                      <a:pt x="3666" y="13727"/>
                      <a:pt x="3660" y="13712"/>
                      <a:pt x="3665" y="13700"/>
                    </a:cubicBezTo>
                    <a:close/>
                    <a:moveTo>
                      <a:pt x="3707" y="13609"/>
                    </a:moveTo>
                    <a:lnTo>
                      <a:pt x="3707" y="13609"/>
                    </a:lnTo>
                    <a:cubicBezTo>
                      <a:pt x="3712" y="13596"/>
                      <a:pt x="3727" y="13590"/>
                      <a:pt x="3740" y="13595"/>
                    </a:cubicBezTo>
                    <a:cubicBezTo>
                      <a:pt x="3753" y="13601"/>
                      <a:pt x="3759" y="13615"/>
                      <a:pt x="3753" y="13628"/>
                    </a:cubicBezTo>
                    <a:lnTo>
                      <a:pt x="3753" y="13628"/>
                    </a:lnTo>
                    <a:cubicBezTo>
                      <a:pt x="3748" y="13641"/>
                      <a:pt x="3733" y="13647"/>
                      <a:pt x="3721" y="13642"/>
                    </a:cubicBezTo>
                    <a:cubicBezTo>
                      <a:pt x="3708" y="13636"/>
                      <a:pt x="3702" y="13622"/>
                      <a:pt x="3707" y="13609"/>
                    </a:cubicBezTo>
                    <a:close/>
                    <a:moveTo>
                      <a:pt x="3749" y="13518"/>
                    </a:moveTo>
                    <a:lnTo>
                      <a:pt x="3749" y="13518"/>
                    </a:lnTo>
                    <a:cubicBezTo>
                      <a:pt x="3755" y="13505"/>
                      <a:pt x="3769" y="13499"/>
                      <a:pt x="3782" y="13505"/>
                    </a:cubicBezTo>
                    <a:cubicBezTo>
                      <a:pt x="3795" y="13510"/>
                      <a:pt x="3801" y="13525"/>
                      <a:pt x="3796" y="13537"/>
                    </a:cubicBezTo>
                    <a:lnTo>
                      <a:pt x="3795" y="13537"/>
                    </a:lnTo>
                    <a:cubicBezTo>
                      <a:pt x="3790" y="13550"/>
                      <a:pt x="3776" y="13556"/>
                      <a:pt x="3763" y="13551"/>
                    </a:cubicBezTo>
                    <a:cubicBezTo>
                      <a:pt x="3750" y="13545"/>
                      <a:pt x="3744" y="13531"/>
                      <a:pt x="3749" y="13518"/>
                    </a:cubicBezTo>
                    <a:close/>
                    <a:moveTo>
                      <a:pt x="3791" y="13427"/>
                    </a:moveTo>
                    <a:lnTo>
                      <a:pt x="3792" y="13427"/>
                    </a:lnTo>
                    <a:cubicBezTo>
                      <a:pt x="3797" y="13415"/>
                      <a:pt x="3811" y="13409"/>
                      <a:pt x="3824" y="13414"/>
                    </a:cubicBezTo>
                    <a:cubicBezTo>
                      <a:pt x="3837" y="13419"/>
                      <a:pt x="3843" y="13434"/>
                      <a:pt x="3838" y="13447"/>
                    </a:cubicBezTo>
                    <a:lnTo>
                      <a:pt x="3838" y="13447"/>
                    </a:lnTo>
                    <a:cubicBezTo>
                      <a:pt x="3832" y="13459"/>
                      <a:pt x="3818" y="13465"/>
                      <a:pt x="3805" y="13460"/>
                    </a:cubicBezTo>
                    <a:cubicBezTo>
                      <a:pt x="3792" y="13455"/>
                      <a:pt x="3786" y="13440"/>
                      <a:pt x="3791" y="13427"/>
                    </a:cubicBezTo>
                    <a:close/>
                    <a:moveTo>
                      <a:pt x="3834" y="13337"/>
                    </a:moveTo>
                    <a:lnTo>
                      <a:pt x="3834" y="13337"/>
                    </a:lnTo>
                    <a:cubicBezTo>
                      <a:pt x="3839" y="13324"/>
                      <a:pt x="3854" y="13318"/>
                      <a:pt x="3866" y="13323"/>
                    </a:cubicBezTo>
                    <a:cubicBezTo>
                      <a:pt x="3879" y="13328"/>
                      <a:pt x="3885" y="13343"/>
                      <a:pt x="3880" y="13356"/>
                    </a:cubicBezTo>
                    <a:lnTo>
                      <a:pt x="3880" y="13356"/>
                    </a:lnTo>
                    <a:cubicBezTo>
                      <a:pt x="3875" y="13369"/>
                      <a:pt x="3860" y="13375"/>
                      <a:pt x="3847" y="13369"/>
                    </a:cubicBezTo>
                    <a:cubicBezTo>
                      <a:pt x="3834" y="13364"/>
                      <a:pt x="3828" y="13349"/>
                      <a:pt x="3834" y="13337"/>
                    </a:cubicBezTo>
                    <a:close/>
                    <a:moveTo>
                      <a:pt x="3876" y="13246"/>
                    </a:moveTo>
                    <a:lnTo>
                      <a:pt x="3876" y="13246"/>
                    </a:lnTo>
                    <a:cubicBezTo>
                      <a:pt x="3881" y="13233"/>
                      <a:pt x="3896" y="13227"/>
                      <a:pt x="3909" y="13232"/>
                    </a:cubicBezTo>
                    <a:cubicBezTo>
                      <a:pt x="3921" y="13238"/>
                      <a:pt x="3927" y="13252"/>
                      <a:pt x="3922" y="13265"/>
                    </a:cubicBezTo>
                    <a:lnTo>
                      <a:pt x="3922" y="13265"/>
                    </a:lnTo>
                    <a:cubicBezTo>
                      <a:pt x="3917" y="13278"/>
                      <a:pt x="3902" y="13284"/>
                      <a:pt x="3889" y="13279"/>
                    </a:cubicBezTo>
                    <a:cubicBezTo>
                      <a:pt x="3877" y="13273"/>
                      <a:pt x="3871" y="13259"/>
                      <a:pt x="3876" y="13246"/>
                    </a:cubicBezTo>
                    <a:close/>
                    <a:moveTo>
                      <a:pt x="3918" y="13155"/>
                    </a:moveTo>
                    <a:lnTo>
                      <a:pt x="3918" y="13155"/>
                    </a:lnTo>
                    <a:cubicBezTo>
                      <a:pt x="3923" y="13142"/>
                      <a:pt x="3938" y="13136"/>
                      <a:pt x="3951" y="13142"/>
                    </a:cubicBezTo>
                    <a:cubicBezTo>
                      <a:pt x="3963" y="13147"/>
                      <a:pt x="3969" y="13162"/>
                      <a:pt x="3964" y="13174"/>
                    </a:cubicBezTo>
                    <a:lnTo>
                      <a:pt x="3964" y="13174"/>
                    </a:lnTo>
                    <a:cubicBezTo>
                      <a:pt x="3959" y="13187"/>
                      <a:pt x="3944" y="13193"/>
                      <a:pt x="3931" y="13188"/>
                    </a:cubicBezTo>
                    <a:cubicBezTo>
                      <a:pt x="3919" y="13183"/>
                      <a:pt x="3913" y="13168"/>
                      <a:pt x="3918" y="13155"/>
                    </a:cubicBezTo>
                    <a:close/>
                    <a:moveTo>
                      <a:pt x="3960" y="13064"/>
                    </a:moveTo>
                    <a:lnTo>
                      <a:pt x="3960" y="13064"/>
                    </a:lnTo>
                    <a:cubicBezTo>
                      <a:pt x="3965" y="13052"/>
                      <a:pt x="3980" y="13046"/>
                      <a:pt x="3993" y="13051"/>
                    </a:cubicBezTo>
                    <a:cubicBezTo>
                      <a:pt x="4006" y="13056"/>
                      <a:pt x="4012" y="13071"/>
                      <a:pt x="4006" y="13084"/>
                    </a:cubicBezTo>
                    <a:lnTo>
                      <a:pt x="4006" y="13084"/>
                    </a:lnTo>
                    <a:cubicBezTo>
                      <a:pt x="4001" y="13096"/>
                      <a:pt x="3986" y="13102"/>
                      <a:pt x="3974" y="13097"/>
                    </a:cubicBezTo>
                    <a:cubicBezTo>
                      <a:pt x="3961" y="13092"/>
                      <a:pt x="3955" y="13077"/>
                      <a:pt x="3960" y="13064"/>
                    </a:cubicBezTo>
                    <a:close/>
                    <a:moveTo>
                      <a:pt x="4002" y="12974"/>
                    </a:moveTo>
                    <a:lnTo>
                      <a:pt x="4002" y="12974"/>
                    </a:lnTo>
                    <a:cubicBezTo>
                      <a:pt x="4008" y="12961"/>
                      <a:pt x="4022" y="12955"/>
                      <a:pt x="4035" y="12960"/>
                    </a:cubicBezTo>
                    <a:cubicBezTo>
                      <a:pt x="4048" y="12966"/>
                      <a:pt x="4054" y="12980"/>
                      <a:pt x="4048" y="12993"/>
                    </a:cubicBezTo>
                    <a:lnTo>
                      <a:pt x="4048" y="12993"/>
                    </a:lnTo>
                    <a:cubicBezTo>
                      <a:pt x="4043" y="13006"/>
                      <a:pt x="4029" y="13012"/>
                      <a:pt x="4016" y="13006"/>
                    </a:cubicBezTo>
                    <a:cubicBezTo>
                      <a:pt x="4003" y="13001"/>
                      <a:pt x="3997" y="12986"/>
                      <a:pt x="4002" y="12974"/>
                    </a:cubicBezTo>
                    <a:close/>
                    <a:moveTo>
                      <a:pt x="4044" y="12883"/>
                    </a:moveTo>
                    <a:lnTo>
                      <a:pt x="4044" y="12883"/>
                    </a:lnTo>
                    <a:cubicBezTo>
                      <a:pt x="4050" y="12870"/>
                      <a:pt x="4064" y="12864"/>
                      <a:pt x="4077" y="12869"/>
                    </a:cubicBezTo>
                    <a:cubicBezTo>
                      <a:pt x="4090" y="12875"/>
                      <a:pt x="4096" y="12889"/>
                      <a:pt x="4091" y="12902"/>
                    </a:cubicBezTo>
                    <a:lnTo>
                      <a:pt x="4091" y="12902"/>
                    </a:lnTo>
                    <a:cubicBezTo>
                      <a:pt x="4085" y="12915"/>
                      <a:pt x="4071" y="12921"/>
                      <a:pt x="4058" y="12916"/>
                    </a:cubicBezTo>
                    <a:cubicBezTo>
                      <a:pt x="4045" y="12910"/>
                      <a:pt x="4039" y="12896"/>
                      <a:pt x="4044" y="12883"/>
                    </a:cubicBezTo>
                    <a:close/>
                    <a:moveTo>
                      <a:pt x="4087" y="12792"/>
                    </a:moveTo>
                    <a:lnTo>
                      <a:pt x="4087" y="12792"/>
                    </a:lnTo>
                    <a:cubicBezTo>
                      <a:pt x="4092" y="12779"/>
                      <a:pt x="4107" y="12773"/>
                      <a:pt x="4119" y="12779"/>
                    </a:cubicBezTo>
                    <a:cubicBezTo>
                      <a:pt x="4132" y="12784"/>
                      <a:pt x="4138" y="12799"/>
                      <a:pt x="4133" y="12811"/>
                    </a:cubicBezTo>
                    <a:lnTo>
                      <a:pt x="4133" y="12811"/>
                    </a:lnTo>
                    <a:cubicBezTo>
                      <a:pt x="4127" y="12824"/>
                      <a:pt x="4113" y="12830"/>
                      <a:pt x="4100" y="12825"/>
                    </a:cubicBezTo>
                    <a:cubicBezTo>
                      <a:pt x="4087" y="12820"/>
                      <a:pt x="4081" y="12805"/>
                      <a:pt x="4087" y="12792"/>
                    </a:cubicBezTo>
                    <a:close/>
                    <a:moveTo>
                      <a:pt x="4129" y="12702"/>
                    </a:moveTo>
                    <a:lnTo>
                      <a:pt x="4129" y="12701"/>
                    </a:lnTo>
                    <a:cubicBezTo>
                      <a:pt x="4134" y="12689"/>
                      <a:pt x="4149" y="12683"/>
                      <a:pt x="4162" y="12688"/>
                    </a:cubicBezTo>
                    <a:cubicBezTo>
                      <a:pt x="4174" y="12693"/>
                      <a:pt x="4180" y="12708"/>
                      <a:pt x="4175" y="12721"/>
                    </a:cubicBezTo>
                    <a:lnTo>
                      <a:pt x="4175" y="12721"/>
                    </a:lnTo>
                    <a:cubicBezTo>
                      <a:pt x="4170" y="12733"/>
                      <a:pt x="4155" y="12740"/>
                      <a:pt x="4142" y="12734"/>
                    </a:cubicBezTo>
                    <a:cubicBezTo>
                      <a:pt x="4130" y="12729"/>
                      <a:pt x="4123" y="12714"/>
                      <a:pt x="4129" y="12702"/>
                    </a:cubicBezTo>
                    <a:close/>
                    <a:moveTo>
                      <a:pt x="4171" y="12611"/>
                    </a:moveTo>
                    <a:lnTo>
                      <a:pt x="4171" y="12611"/>
                    </a:lnTo>
                    <a:cubicBezTo>
                      <a:pt x="4176" y="12598"/>
                      <a:pt x="4191" y="12592"/>
                      <a:pt x="4204" y="12597"/>
                    </a:cubicBezTo>
                    <a:cubicBezTo>
                      <a:pt x="4216" y="12603"/>
                      <a:pt x="4222" y="12617"/>
                      <a:pt x="4217" y="12630"/>
                    </a:cubicBezTo>
                    <a:lnTo>
                      <a:pt x="4217" y="12630"/>
                    </a:lnTo>
                    <a:cubicBezTo>
                      <a:pt x="4212" y="12643"/>
                      <a:pt x="4197" y="12649"/>
                      <a:pt x="4184" y="12643"/>
                    </a:cubicBezTo>
                    <a:cubicBezTo>
                      <a:pt x="4172" y="12638"/>
                      <a:pt x="4166" y="12624"/>
                      <a:pt x="4171" y="12611"/>
                    </a:cubicBezTo>
                    <a:close/>
                    <a:moveTo>
                      <a:pt x="4213" y="12520"/>
                    </a:moveTo>
                    <a:lnTo>
                      <a:pt x="4213" y="12520"/>
                    </a:lnTo>
                    <a:cubicBezTo>
                      <a:pt x="4218" y="12507"/>
                      <a:pt x="4233" y="12501"/>
                      <a:pt x="4246" y="12507"/>
                    </a:cubicBezTo>
                    <a:cubicBezTo>
                      <a:pt x="4259" y="12512"/>
                      <a:pt x="4265" y="12526"/>
                      <a:pt x="4259" y="12539"/>
                    </a:cubicBezTo>
                    <a:lnTo>
                      <a:pt x="4259" y="12539"/>
                    </a:lnTo>
                    <a:cubicBezTo>
                      <a:pt x="4254" y="12552"/>
                      <a:pt x="4239" y="12558"/>
                      <a:pt x="4227" y="12553"/>
                    </a:cubicBezTo>
                    <a:cubicBezTo>
                      <a:pt x="4214" y="12547"/>
                      <a:pt x="4208" y="12533"/>
                      <a:pt x="4213" y="12520"/>
                    </a:cubicBezTo>
                    <a:close/>
                    <a:moveTo>
                      <a:pt x="4255" y="12429"/>
                    </a:moveTo>
                    <a:lnTo>
                      <a:pt x="4255" y="12429"/>
                    </a:lnTo>
                    <a:cubicBezTo>
                      <a:pt x="4261" y="12417"/>
                      <a:pt x="4275" y="12410"/>
                      <a:pt x="4288" y="12416"/>
                    </a:cubicBezTo>
                    <a:cubicBezTo>
                      <a:pt x="4301" y="12421"/>
                      <a:pt x="4307" y="12436"/>
                      <a:pt x="4301" y="12448"/>
                    </a:cubicBezTo>
                    <a:lnTo>
                      <a:pt x="4301" y="12449"/>
                    </a:lnTo>
                    <a:cubicBezTo>
                      <a:pt x="4296" y="12461"/>
                      <a:pt x="4282" y="12467"/>
                      <a:pt x="4269" y="12462"/>
                    </a:cubicBezTo>
                    <a:cubicBezTo>
                      <a:pt x="4256" y="12457"/>
                      <a:pt x="4250" y="12442"/>
                      <a:pt x="4255" y="12429"/>
                    </a:cubicBezTo>
                    <a:close/>
                    <a:moveTo>
                      <a:pt x="4297" y="12339"/>
                    </a:moveTo>
                    <a:lnTo>
                      <a:pt x="4297" y="12339"/>
                    </a:lnTo>
                    <a:cubicBezTo>
                      <a:pt x="4303" y="12326"/>
                      <a:pt x="4317" y="12320"/>
                      <a:pt x="4330" y="12325"/>
                    </a:cubicBezTo>
                    <a:cubicBezTo>
                      <a:pt x="4343" y="12330"/>
                      <a:pt x="4349" y="12345"/>
                      <a:pt x="4344" y="12358"/>
                    </a:cubicBezTo>
                    <a:lnTo>
                      <a:pt x="4344" y="12358"/>
                    </a:lnTo>
                    <a:cubicBezTo>
                      <a:pt x="4338" y="12371"/>
                      <a:pt x="4324" y="12377"/>
                      <a:pt x="4311" y="12371"/>
                    </a:cubicBezTo>
                    <a:cubicBezTo>
                      <a:pt x="4298" y="12366"/>
                      <a:pt x="4292" y="12351"/>
                      <a:pt x="4297" y="12339"/>
                    </a:cubicBezTo>
                    <a:close/>
                    <a:moveTo>
                      <a:pt x="4340" y="12248"/>
                    </a:moveTo>
                    <a:lnTo>
                      <a:pt x="4340" y="12248"/>
                    </a:lnTo>
                    <a:cubicBezTo>
                      <a:pt x="4345" y="12235"/>
                      <a:pt x="4360" y="12229"/>
                      <a:pt x="4372" y="12234"/>
                    </a:cubicBezTo>
                    <a:cubicBezTo>
                      <a:pt x="4385" y="12240"/>
                      <a:pt x="4391" y="12254"/>
                      <a:pt x="4386" y="12267"/>
                    </a:cubicBezTo>
                    <a:lnTo>
                      <a:pt x="4386" y="12267"/>
                    </a:lnTo>
                    <a:cubicBezTo>
                      <a:pt x="4380" y="12280"/>
                      <a:pt x="4366" y="12286"/>
                      <a:pt x="4353" y="12281"/>
                    </a:cubicBezTo>
                    <a:cubicBezTo>
                      <a:pt x="4340" y="12275"/>
                      <a:pt x="4334" y="12261"/>
                      <a:pt x="4340" y="12248"/>
                    </a:cubicBezTo>
                    <a:close/>
                    <a:moveTo>
                      <a:pt x="4382" y="12157"/>
                    </a:moveTo>
                    <a:lnTo>
                      <a:pt x="4382" y="12157"/>
                    </a:lnTo>
                    <a:cubicBezTo>
                      <a:pt x="4387" y="12144"/>
                      <a:pt x="4402" y="12138"/>
                      <a:pt x="4415" y="12144"/>
                    </a:cubicBezTo>
                    <a:cubicBezTo>
                      <a:pt x="4427" y="12149"/>
                      <a:pt x="4433" y="12164"/>
                      <a:pt x="4428" y="12176"/>
                    </a:cubicBezTo>
                    <a:lnTo>
                      <a:pt x="4428" y="12176"/>
                    </a:lnTo>
                    <a:cubicBezTo>
                      <a:pt x="4423" y="12189"/>
                      <a:pt x="4408" y="12195"/>
                      <a:pt x="4395" y="12190"/>
                    </a:cubicBezTo>
                    <a:cubicBezTo>
                      <a:pt x="4383" y="12184"/>
                      <a:pt x="4376" y="12170"/>
                      <a:pt x="4382" y="12157"/>
                    </a:cubicBezTo>
                    <a:close/>
                    <a:moveTo>
                      <a:pt x="4424" y="12066"/>
                    </a:moveTo>
                    <a:lnTo>
                      <a:pt x="4424" y="12066"/>
                    </a:lnTo>
                    <a:cubicBezTo>
                      <a:pt x="4429" y="12054"/>
                      <a:pt x="4444" y="12048"/>
                      <a:pt x="4457" y="12053"/>
                    </a:cubicBezTo>
                    <a:cubicBezTo>
                      <a:pt x="4469" y="12058"/>
                      <a:pt x="4475" y="12073"/>
                      <a:pt x="4470" y="12086"/>
                    </a:cubicBezTo>
                    <a:lnTo>
                      <a:pt x="4470" y="12086"/>
                    </a:lnTo>
                    <a:cubicBezTo>
                      <a:pt x="4465" y="12098"/>
                      <a:pt x="4450" y="12104"/>
                      <a:pt x="4437" y="12099"/>
                    </a:cubicBezTo>
                    <a:cubicBezTo>
                      <a:pt x="4425" y="12094"/>
                      <a:pt x="4419" y="12079"/>
                      <a:pt x="4424" y="12066"/>
                    </a:cubicBezTo>
                    <a:close/>
                    <a:moveTo>
                      <a:pt x="4466" y="11976"/>
                    </a:moveTo>
                    <a:lnTo>
                      <a:pt x="4466" y="11976"/>
                    </a:lnTo>
                    <a:cubicBezTo>
                      <a:pt x="4471" y="11963"/>
                      <a:pt x="4486" y="11957"/>
                      <a:pt x="4499" y="11962"/>
                    </a:cubicBezTo>
                    <a:cubicBezTo>
                      <a:pt x="4512" y="11967"/>
                      <a:pt x="4518" y="11982"/>
                      <a:pt x="4512" y="11995"/>
                    </a:cubicBezTo>
                    <a:lnTo>
                      <a:pt x="4512" y="11995"/>
                    </a:lnTo>
                    <a:cubicBezTo>
                      <a:pt x="4507" y="12008"/>
                      <a:pt x="4492" y="12014"/>
                      <a:pt x="4480" y="12008"/>
                    </a:cubicBezTo>
                    <a:cubicBezTo>
                      <a:pt x="4467" y="12003"/>
                      <a:pt x="4461" y="11988"/>
                      <a:pt x="4466" y="11976"/>
                    </a:cubicBezTo>
                    <a:close/>
                    <a:moveTo>
                      <a:pt x="4508" y="11885"/>
                    </a:moveTo>
                    <a:lnTo>
                      <a:pt x="4508" y="11885"/>
                    </a:lnTo>
                    <a:cubicBezTo>
                      <a:pt x="4514" y="11872"/>
                      <a:pt x="4528" y="11866"/>
                      <a:pt x="4541" y="11871"/>
                    </a:cubicBezTo>
                    <a:cubicBezTo>
                      <a:pt x="4554" y="11877"/>
                      <a:pt x="4560" y="11891"/>
                      <a:pt x="4554" y="11904"/>
                    </a:cubicBezTo>
                    <a:lnTo>
                      <a:pt x="4554" y="11904"/>
                    </a:lnTo>
                    <a:cubicBezTo>
                      <a:pt x="4549" y="11917"/>
                      <a:pt x="4534" y="11923"/>
                      <a:pt x="4522" y="11918"/>
                    </a:cubicBezTo>
                    <a:cubicBezTo>
                      <a:pt x="4509" y="11912"/>
                      <a:pt x="4503" y="11898"/>
                      <a:pt x="4508" y="11885"/>
                    </a:cubicBezTo>
                    <a:close/>
                    <a:moveTo>
                      <a:pt x="4550" y="11794"/>
                    </a:moveTo>
                    <a:lnTo>
                      <a:pt x="4550" y="11794"/>
                    </a:lnTo>
                    <a:cubicBezTo>
                      <a:pt x="4556" y="11781"/>
                      <a:pt x="4570" y="11775"/>
                      <a:pt x="4583" y="11781"/>
                    </a:cubicBezTo>
                    <a:cubicBezTo>
                      <a:pt x="4596" y="11786"/>
                      <a:pt x="4602" y="11801"/>
                      <a:pt x="4597" y="11813"/>
                    </a:cubicBezTo>
                    <a:lnTo>
                      <a:pt x="4597" y="11813"/>
                    </a:lnTo>
                    <a:cubicBezTo>
                      <a:pt x="4591" y="11826"/>
                      <a:pt x="4577" y="11832"/>
                      <a:pt x="4564" y="11827"/>
                    </a:cubicBezTo>
                    <a:cubicBezTo>
                      <a:pt x="4551" y="11822"/>
                      <a:pt x="4545" y="11807"/>
                      <a:pt x="4550" y="11794"/>
                    </a:cubicBezTo>
                    <a:close/>
                    <a:moveTo>
                      <a:pt x="4593" y="11703"/>
                    </a:moveTo>
                    <a:lnTo>
                      <a:pt x="4593" y="11703"/>
                    </a:lnTo>
                    <a:cubicBezTo>
                      <a:pt x="4598" y="11691"/>
                      <a:pt x="4613" y="11685"/>
                      <a:pt x="4625" y="11690"/>
                    </a:cubicBezTo>
                    <a:cubicBezTo>
                      <a:pt x="4638" y="11695"/>
                      <a:pt x="4644" y="11710"/>
                      <a:pt x="4639" y="11723"/>
                    </a:cubicBezTo>
                    <a:lnTo>
                      <a:pt x="4639" y="11723"/>
                    </a:lnTo>
                    <a:cubicBezTo>
                      <a:pt x="4633" y="11735"/>
                      <a:pt x="4619" y="11741"/>
                      <a:pt x="4606" y="11736"/>
                    </a:cubicBezTo>
                    <a:cubicBezTo>
                      <a:pt x="4593" y="11731"/>
                      <a:pt x="4587" y="11716"/>
                      <a:pt x="4593" y="11703"/>
                    </a:cubicBezTo>
                    <a:close/>
                    <a:moveTo>
                      <a:pt x="4635" y="11613"/>
                    </a:moveTo>
                    <a:lnTo>
                      <a:pt x="4635" y="11613"/>
                    </a:lnTo>
                    <a:cubicBezTo>
                      <a:pt x="4640" y="11600"/>
                      <a:pt x="4655" y="11594"/>
                      <a:pt x="4667" y="11599"/>
                    </a:cubicBezTo>
                    <a:cubicBezTo>
                      <a:pt x="4680" y="11605"/>
                      <a:pt x="4686" y="11619"/>
                      <a:pt x="4681" y="11632"/>
                    </a:cubicBezTo>
                    <a:lnTo>
                      <a:pt x="4681" y="11632"/>
                    </a:lnTo>
                    <a:cubicBezTo>
                      <a:pt x="4676" y="11645"/>
                      <a:pt x="4661" y="11651"/>
                      <a:pt x="4648" y="11645"/>
                    </a:cubicBezTo>
                    <a:cubicBezTo>
                      <a:pt x="4635" y="11640"/>
                      <a:pt x="4629" y="11625"/>
                      <a:pt x="4635" y="11613"/>
                    </a:cubicBezTo>
                    <a:close/>
                    <a:moveTo>
                      <a:pt x="4677" y="11522"/>
                    </a:moveTo>
                    <a:lnTo>
                      <a:pt x="4677" y="11522"/>
                    </a:lnTo>
                    <a:cubicBezTo>
                      <a:pt x="4682" y="11509"/>
                      <a:pt x="4697" y="11503"/>
                      <a:pt x="4710" y="11508"/>
                    </a:cubicBezTo>
                    <a:cubicBezTo>
                      <a:pt x="4722" y="11514"/>
                      <a:pt x="4728" y="11528"/>
                      <a:pt x="4723" y="11541"/>
                    </a:cubicBezTo>
                    <a:lnTo>
                      <a:pt x="4723" y="11541"/>
                    </a:lnTo>
                    <a:cubicBezTo>
                      <a:pt x="4718" y="11554"/>
                      <a:pt x="4703" y="11560"/>
                      <a:pt x="4690" y="11555"/>
                    </a:cubicBezTo>
                    <a:cubicBezTo>
                      <a:pt x="4678" y="11549"/>
                      <a:pt x="4672" y="11535"/>
                      <a:pt x="4677" y="11522"/>
                    </a:cubicBezTo>
                    <a:close/>
                    <a:moveTo>
                      <a:pt x="4719" y="11431"/>
                    </a:moveTo>
                    <a:lnTo>
                      <a:pt x="4719" y="11431"/>
                    </a:lnTo>
                    <a:cubicBezTo>
                      <a:pt x="4724" y="11418"/>
                      <a:pt x="4739" y="11412"/>
                      <a:pt x="4752" y="11418"/>
                    </a:cubicBezTo>
                    <a:cubicBezTo>
                      <a:pt x="4765" y="11423"/>
                      <a:pt x="4771" y="11438"/>
                      <a:pt x="4765" y="11450"/>
                    </a:cubicBezTo>
                    <a:lnTo>
                      <a:pt x="4765" y="11450"/>
                    </a:lnTo>
                    <a:cubicBezTo>
                      <a:pt x="4760" y="11463"/>
                      <a:pt x="4745" y="11469"/>
                      <a:pt x="4733" y="11464"/>
                    </a:cubicBezTo>
                    <a:cubicBezTo>
                      <a:pt x="4720" y="11459"/>
                      <a:pt x="4714" y="11444"/>
                      <a:pt x="4719" y="11431"/>
                    </a:cubicBezTo>
                    <a:close/>
                    <a:moveTo>
                      <a:pt x="4761" y="11341"/>
                    </a:moveTo>
                    <a:lnTo>
                      <a:pt x="4761" y="11340"/>
                    </a:lnTo>
                    <a:cubicBezTo>
                      <a:pt x="4767" y="11328"/>
                      <a:pt x="4781" y="11322"/>
                      <a:pt x="4794" y="11327"/>
                    </a:cubicBezTo>
                    <a:cubicBezTo>
                      <a:pt x="4807" y="11332"/>
                      <a:pt x="4813" y="11347"/>
                      <a:pt x="4807" y="11360"/>
                    </a:cubicBezTo>
                    <a:lnTo>
                      <a:pt x="4807" y="11360"/>
                    </a:lnTo>
                    <a:cubicBezTo>
                      <a:pt x="4802" y="11372"/>
                      <a:pt x="4787" y="11379"/>
                      <a:pt x="4775" y="11373"/>
                    </a:cubicBezTo>
                    <a:cubicBezTo>
                      <a:pt x="4762" y="11368"/>
                      <a:pt x="4756" y="11353"/>
                      <a:pt x="4761" y="11341"/>
                    </a:cubicBezTo>
                    <a:close/>
                    <a:moveTo>
                      <a:pt x="4803" y="11250"/>
                    </a:moveTo>
                    <a:lnTo>
                      <a:pt x="4803" y="11250"/>
                    </a:lnTo>
                    <a:cubicBezTo>
                      <a:pt x="4809" y="11237"/>
                      <a:pt x="4823" y="11231"/>
                      <a:pt x="4836" y="11236"/>
                    </a:cubicBezTo>
                    <a:cubicBezTo>
                      <a:pt x="4849" y="11242"/>
                      <a:pt x="4855" y="11256"/>
                      <a:pt x="4850" y="11269"/>
                    </a:cubicBezTo>
                    <a:lnTo>
                      <a:pt x="4850" y="11269"/>
                    </a:lnTo>
                    <a:cubicBezTo>
                      <a:pt x="4844" y="11282"/>
                      <a:pt x="4830" y="11288"/>
                      <a:pt x="4817" y="11282"/>
                    </a:cubicBezTo>
                    <a:cubicBezTo>
                      <a:pt x="4804" y="11277"/>
                      <a:pt x="4798" y="11263"/>
                      <a:pt x="4803" y="11250"/>
                    </a:cubicBezTo>
                    <a:close/>
                    <a:moveTo>
                      <a:pt x="4846" y="11159"/>
                    </a:moveTo>
                    <a:lnTo>
                      <a:pt x="4846" y="11159"/>
                    </a:lnTo>
                    <a:cubicBezTo>
                      <a:pt x="4851" y="11146"/>
                      <a:pt x="4866" y="11140"/>
                      <a:pt x="4878" y="11146"/>
                    </a:cubicBezTo>
                    <a:cubicBezTo>
                      <a:pt x="4891" y="11151"/>
                      <a:pt x="4897" y="11165"/>
                      <a:pt x="4892" y="11178"/>
                    </a:cubicBezTo>
                    <a:lnTo>
                      <a:pt x="4892" y="11178"/>
                    </a:lnTo>
                    <a:cubicBezTo>
                      <a:pt x="4886" y="11191"/>
                      <a:pt x="4872" y="11197"/>
                      <a:pt x="4859" y="11192"/>
                    </a:cubicBezTo>
                    <a:cubicBezTo>
                      <a:pt x="4846" y="11186"/>
                      <a:pt x="4840" y="11172"/>
                      <a:pt x="4846" y="11159"/>
                    </a:cubicBezTo>
                    <a:close/>
                    <a:moveTo>
                      <a:pt x="4888" y="11068"/>
                    </a:moveTo>
                    <a:lnTo>
                      <a:pt x="4888" y="11068"/>
                    </a:lnTo>
                    <a:cubicBezTo>
                      <a:pt x="4893" y="11056"/>
                      <a:pt x="4908" y="11050"/>
                      <a:pt x="4920" y="11055"/>
                    </a:cubicBezTo>
                    <a:cubicBezTo>
                      <a:pt x="4933" y="11060"/>
                      <a:pt x="4939" y="11075"/>
                      <a:pt x="4934" y="11088"/>
                    </a:cubicBezTo>
                    <a:lnTo>
                      <a:pt x="4934" y="11088"/>
                    </a:lnTo>
                    <a:cubicBezTo>
                      <a:pt x="4929" y="11100"/>
                      <a:pt x="4914" y="11106"/>
                      <a:pt x="4901" y="11101"/>
                    </a:cubicBezTo>
                    <a:cubicBezTo>
                      <a:pt x="4888" y="11096"/>
                      <a:pt x="4882" y="11081"/>
                      <a:pt x="4888" y="11068"/>
                    </a:cubicBezTo>
                    <a:close/>
                    <a:moveTo>
                      <a:pt x="4930" y="10978"/>
                    </a:moveTo>
                    <a:lnTo>
                      <a:pt x="4930" y="10978"/>
                    </a:lnTo>
                    <a:cubicBezTo>
                      <a:pt x="4935" y="10965"/>
                      <a:pt x="4950" y="10959"/>
                      <a:pt x="4963" y="10964"/>
                    </a:cubicBezTo>
                    <a:cubicBezTo>
                      <a:pt x="4975" y="10969"/>
                      <a:pt x="4981" y="10984"/>
                      <a:pt x="4976" y="10997"/>
                    </a:cubicBezTo>
                    <a:lnTo>
                      <a:pt x="4976" y="10997"/>
                    </a:lnTo>
                    <a:cubicBezTo>
                      <a:pt x="4971" y="11010"/>
                      <a:pt x="4956" y="11016"/>
                      <a:pt x="4943" y="11010"/>
                    </a:cubicBezTo>
                    <a:cubicBezTo>
                      <a:pt x="4931" y="11005"/>
                      <a:pt x="4925" y="10990"/>
                      <a:pt x="4930" y="10978"/>
                    </a:cubicBezTo>
                    <a:close/>
                    <a:moveTo>
                      <a:pt x="4972" y="10887"/>
                    </a:moveTo>
                    <a:lnTo>
                      <a:pt x="4972" y="10887"/>
                    </a:lnTo>
                    <a:cubicBezTo>
                      <a:pt x="4977" y="10874"/>
                      <a:pt x="4992" y="10868"/>
                      <a:pt x="5005" y="10873"/>
                    </a:cubicBezTo>
                    <a:cubicBezTo>
                      <a:pt x="5018" y="10879"/>
                      <a:pt x="5024" y="10893"/>
                      <a:pt x="5018" y="10906"/>
                    </a:cubicBezTo>
                    <a:lnTo>
                      <a:pt x="5018" y="10906"/>
                    </a:lnTo>
                    <a:cubicBezTo>
                      <a:pt x="5013" y="10919"/>
                      <a:pt x="4998" y="10925"/>
                      <a:pt x="4986" y="10920"/>
                    </a:cubicBezTo>
                    <a:cubicBezTo>
                      <a:pt x="4973" y="10914"/>
                      <a:pt x="4967" y="10900"/>
                      <a:pt x="4972" y="10887"/>
                    </a:cubicBezTo>
                    <a:close/>
                    <a:moveTo>
                      <a:pt x="5014" y="10796"/>
                    </a:moveTo>
                    <a:lnTo>
                      <a:pt x="5014" y="10796"/>
                    </a:lnTo>
                    <a:cubicBezTo>
                      <a:pt x="5020" y="10783"/>
                      <a:pt x="5034" y="10777"/>
                      <a:pt x="5047" y="10783"/>
                    </a:cubicBezTo>
                    <a:cubicBezTo>
                      <a:pt x="5060" y="10788"/>
                      <a:pt x="5066" y="10803"/>
                      <a:pt x="5060" y="10815"/>
                    </a:cubicBezTo>
                    <a:lnTo>
                      <a:pt x="5060" y="10815"/>
                    </a:lnTo>
                    <a:cubicBezTo>
                      <a:pt x="5055" y="10828"/>
                      <a:pt x="5040" y="10834"/>
                      <a:pt x="5028" y="10829"/>
                    </a:cubicBezTo>
                    <a:cubicBezTo>
                      <a:pt x="5015" y="10824"/>
                      <a:pt x="5009" y="10809"/>
                      <a:pt x="5014" y="10796"/>
                    </a:cubicBezTo>
                    <a:close/>
                    <a:moveTo>
                      <a:pt x="5056" y="10705"/>
                    </a:moveTo>
                    <a:lnTo>
                      <a:pt x="5056" y="10705"/>
                    </a:lnTo>
                    <a:cubicBezTo>
                      <a:pt x="5062" y="10693"/>
                      <a:pt x="5076" y="10687"/>
                      <a:pt x="5089" y="10692"/>
                    </a:cubicBezTo>
                    <a:cubicBezTo>
                      <a:pt x="5102" y="10697"/>
                      <a:pt x="5108" y="10712"/>
                      <a:pt x="5103" y="10725"/>
                    </a:cubicBezTo>
                    <a:lnTo>
                      <a:pt x="5103" y="10725"/>
                    </a:lnTo>
                    <a:cubicBezTo>
                      <a:pt x="5097" y="10737"/>
                      <a:pt x="5083" y="10743"/>
                      <a:pt x="5070" y="10738"/>
                    </a:cubicBezTo>
                    <a:cubicBezTo>
                      <a:pt x="5057" y="10733"/>
                      <a:pt x="5051" y="10718"/>
                      <a:pt x="5056" y="10705"/>
                    </a:cubicBezTo>
                    <a:close/>
                    <a:moveTo>
                      <a:pt x="5099" y="10615"/>
                    </a:moveTo>
                    <a:lnTo>
                      <a:pt x="5099" y="10615"/>
                    </a:lnTo>
                    <a:cubicBezTo>
                      <a:pt x="5104" y="10602"/>
                      <a:pt x="5119" y="10596"/>
                      <a:pt x="5131" y="10601"/>
                    </a:cubicBezTo>
                    <a:cubicBezTo>
                      <a:pt x="5144" y="10606"/>
                      <a:pt x="5150" y="10621"/>
                      <a:pt x="5145" y="10634"/>
                    </a:cubicBezTo>
                    <a:lnTo>
                      <a:pt x="5145" y="10634"/>
                    </a:lnTo>
                    <a:cubicBezTo>
                      <a:pt x="5139" y="10647"/>
                      <a:pt x="5125" y="10653"/>
                      <a:pt x="5112" y="10647"/>
                    </a:cubicBezTo>
                    <a:cubicBezTo>
                      <a:pt x="5099" y="10642"/>
                      <a:pt x="5093" y="10627"/>
                      <a:pt x="5099" y="10615"/>
                    </a:cubicBezTo>
                    <a:close/>
                    <a:moveTo>
                      <a:pt x="5141" y="10524"/>
                    </a:moveTo>
                    <a:lnTo>
                      <a:pt x="5141" y="10524"/>
                    </a:lnTo>
                    <a:cubicBezTo>
                      <a:pt x="5146" y="10511"/>
                      <a:pt x="5161" y="10505"/>
                      <a:pt x="5173" y="10510"/>
                    </a:cubicBezTo>
                    <a:cubicBezTo>
                      <a:pt x="5186" y="10516"/>
                      <a:pt x="5192" y="10530"/>
                      <a:pt x="5187" y="10543"/>
                    </a:cubicBezTo>
                    <a:lnTo>
                      <a:pt x="5187" y="10543"/>
                    </a:lnTo>
                    <a:cubicBezTo>
                      <a:pt x="5182" y="10556"/>
                      <a:pt x="5167" y="10562"/>
                      <a:pt x="5154" y="10557"/>
                    </a:cubicBezTo>
                    <a:cubicBezTo>
                      <a:pt x="5141" y="10551"/>
                      <a:pt x="5135" y="10537"/>
                      <a:pt x="5141" y="10524"/>
                    </a:cubicBezTo>
                    <a:close/>
                    <a:moveTo>
                      <a:pt x="5183" y="10433"/>
                    </a:moveTo>
                    <a:lnTo>
                      <a:pt x="5183" y="10433"/>
                    </a:lnTo>
                    <a:cubicBezTo>
                      <a:pt x="5188" y="10420"/>
                      <a:pt x="5203" y="10414"/>
                      <a:pt x="5216" y="10420"/>
                    </a:cubicBezTo>
                    <a:cubicBezTo>
                      <a:pt x="5228" y="10425"/>
                      <a:pt x="5234" y="10440"/>
                      <a:pt x="5229" y="10452"/>
                    </a:cubicBezTo>
                    <a:lnTo>
                      <a:pt x="5229" y="10452"/>
                    </a:lnTo>
                    <a:cubicBezTo>
                      <a:pt x="5224" y="10465"/>
                      <a:pt x="5209" y="10471"/>
                      <a:pt x="5196" y="10466"/>
                    </a:cubicBezTo>
                    <a:cubicBezTo>
                      <a:pt x="5184" y="10461"/>
                      <a:pt x="5178" y="10446"/>
                      <a:pt x="5183" y="10433"/>
                    </a:cubicBezTo>
                    <a:close/>
                    <a:moveTo>
                      <a:pt x="5225" y="10342"/>
                    </a:moveTo>
                    <a:lnTo>
                      <a:pt x="5225" y="10342"/>
                    </a:lnTo>
                    <a:cubicBezTo>
                      <a:pt x="5230" y="10330"/>
                      <a:pt x="5245" y="10324"/>
                      <a:pt x="5258" y="10329"/>
                    </a:cubicBezTo>
                    <a:cubicBezTo>
                      <a:pt x="5271" y="10334"/>
                      <a:pt x="5277" y="10349"/>
                      <a:pt x="5271" y="10362"/>
                    </a:cubicBezTo>
                    <a:lnTo>
                      <a:pt x="5271" y="10362"/>
                    </a:lnTo>
                    <a:cubicBezTo>
                      <a:pt x="5266" y="10374"/>
                      <a:pt x="5251" y="10380"/>
                      <a:pt x="5239" y="10375"/>
                    </a:cubicBezTo>
                    <a:cubicBezTo>
                      <a:pt x="5226" y="10370"/>
                      <a:pt x="5220" y="10355"/>
                      <a:pt x="5225" y="10342"/>
                    </a:cubicBezTo>
                    <a:close/>
                    <a:moveTo>
                      <a:pt x="5267" y="10252"/>
                    </a:moveTo>
                    <a:lnTo>
                      <a:pt x="5267" y="10252"/>
                    </a:lnTo>
                    <a:cubicBezTo>
                      <a:pt x="5273" y="10239"/>
                      <a:pt x="5287" y="10233"/>
                      <a:pt x="5300" y="10238"/>
                    </a:cubicBezTo>
                    <a:cubicBezTo>
                      <a:pt x="5313" y="10244"/>
                      <a:pt x="5319" y="10258"/>
                      <a:pt x="5313" y="10271"/>
                    </a:cubicBezTo>
                    <a:lnTo>
                      <a:pt x="5313" y="10271"/>
                    </a:lnTo>
                    <a:cubicBezTo>
                      <a:pt x="5308" y="10284"/>
                      <a:pt x="5293" y="10290"/>
                      <a:pt x="5281" y="10284"/>
                    </a:cubicBezTo>
                    <a:cubicBezTo>
                      <a:pt x="5268" y="10279"/>
                      <a:pt x="5262" y="10264"/>
                      <a:pt x="5267" y="10252"/>
                    </a:cubicBezTo>
                    <a:close/>
                    <a:moveTo>
                      <a:pt x="5309" y="10161"/>
                    </a:moveTo>
                    <a:lnTo>
                      <a:pt x="5309" y="10161"/>
                    </a:lnTo>
                    <a:cubicBezTo>
                      <a:pt x="5315" y="10148"/>
                      <a:pt x="5329" y="10142"/>
                      <a:pt x="5342" y="10148"/>
                    </a:cubicBezTo>
                    <a:cubicBezTo>
                      <a:pt x="5355" y="10153"/>
                      <a:pt x="5361" y="10167"/>
                      <a:pt x="5356" y="10180"/>
                    </a:cubicBezTo>
                    <a:lnTo>
                      <a:pt x="5356" y="10180"/>
                    </a:lnTo>
                    <a:cubicBezTo>
                      <a:pt x="5350" y="10193"/>
                      <a:pt x="5336" y="10199"/>
                      <a:pt x="5323" y="10194"/>
                    </a:cubicBezTo>
                    <a:cubicBezTo>
                      <a:pt x="5310" y="10188"/>
                      <a:pt x="5304" y="10174"/>
                      <a:pt x="5309" y="10161"/>
                    </a:cubicBezTo>
                    <a:close/>
                    <a:moveTo>
                      <a:pt x="5352" y="10070"/>
                    </a:moveTo>
                    <a:lnTo>
                      <a:pt x="5352" y="10070"/>
                    </a:lnTo>
                    <a:cubicBezTo>
                      <a:pt x="5357" y="10057"/>
                      <a:pt x="5372" y="10051"/>
                      <a:pt x="5384" y="10057"/>
                    </a:cubicBezTo>
                    <a:cubicBezTo>
                      <a:pt x="5397" y="10062"/>
                      <a:pt x="5403" y="10077"/>
                      <a:pt x="5398" y="10089"/>
                    </a:cubicBezTo>
                    <a:lnTo>
                      <a:pt x="5398" y="10090"/>
                    </a:lnTo>
                    <a:cubicBezTo>
                      <a:pt x="5392" y="10102"/>
                      <a:pt x="5378" y="10108"/>
                      <a:pt x="5365" y="10103"/>
                    </a:cubicBezTo>
                    <a:cubicBezTo>
                      <a:pt x="5352" y="10098"/>
                      <a:pt x="5346" y="10083"/>
                      <a:pt x="5352" y="10070"/>
                    </a:cubicBezTo>
                    <a:close/>
                    <a:moveTo>
                      <a:pt x="5394" y="9980"/>
                    </a:moveTo>
                    <a:lnTo>
                      <a:pt x="5394" y="9980"/>
                    </a:lnTo>
                    <a:cubicBezTo>
                      <a:pt x="5399" y="9967"/>
                      <a:pt x="5414" y="9961"/>
                      <a:pt x="5426" y="9966"/>
                    </a:cubicBezTo>
                    <a:cubicBezTo>
                      <a:pt x="5439" y="9971"/>
                      <a:pt x="5445" y="9986"/>
                      <a:pt x="5440" y="9999"/>
                    </a:cubicBezTo>
                    <a:lnTo>
                      <a:pt x="5440" y="9999"/>
                    </a:lnTo>
                    <a:cubicBezTo>
                      <a:pt x="5435" y="10012"/>
                      <a:pt x="5420" y="10018"/>
                      <a:pt x="5407" y="10012"/>
                    </a:cubicBezTo>
                    <a:cubicBezTo>
                      <a:pt x="5394" y="10007"/>
                      <a:pt x="5388" y="9992"/>
                      <a:pt x="5394" y="9980"/>
                    </a:cubicBezTo>
                    <a:close/>
                    <a:moveTo>
                      <a:pt x="5436" y="9889"/>
                    </a:moveTo>
                    <a:lnTo>
                      <a:pt x="5436" y="9889"/>
                    </a:lnTo>
                    <a:cubicBezTo>
                      <a:pt x="5441" y="9876"/>
                      <a:pt x="5456" y="9870"/>
                      <a:pt x="5469" y="9875"/>
                    </a:cubicBezTo>
                    <a:cubicBezTo>
                      <a:pt x="5481" y="9881"/>
                      <a:pt x="5487" y="9895"/>
                      <a:pt x="5482" y="9908"/>
                    </a:cubicBezTo>
                    <a:lnTo>
                      <a:pt x="5482" y="9908"/>
                    </a:lnTo>
                    <a:cubicBezTo>
                      <a:pt x="5477" y="9921"/>
                      <a:pt x="5462" y="9927"/>
                      <a:pt x="5449" y="9922"/>
                    </a:cubicBezTo>
                    <a:cubicBezTo>
                      <a:pt x="5437" y="9916"/>
                      <a:pt x="5431" y="9902"/>
                      <a:pt x="5436" y="9889"/>
                    </a:cubicBezTo>
                    <a:close/>
                    <a:moveTo>
                      <a:pt x="5478" y="9798"/>
                    </a:moveTo>
                    <a:lnTo>
                      <a:pt x="5478" y="9798"/>
                    </a:lnTo>
                    <a:cubicBezTo>
                      <a:pt x="5483" y="9785"/>
                      <a:pt x="5498" y="9779"/>
                      <a:pt x="5511" y="9785"/>
                    </a:cubicBezTo>
                    <a:cubicBezTo>
                      <a:pt x="5524" y="9790"/>
                      <a:pt x="5530" y="9805"/>
                      <a:pt x="5524" y="9817"/>
                    </a:cubicBezTo>
                    <a:lnTo>
                      <a:pt x="5524" y="9817"/>
                    </a:lnTo>
                    <a:cubicBezTo>
                      <a:pt x="5519" y="9830"/>
                      <a:pt x="5504" y="9836"/>
                      <a:pt x="5492" y="9831"/>
                    </a:cubicBezTo>
                    <a:cubicBezTo>
                      <a:pt x="5479" y="9825"/>
                      <a:pt x="5473" y="9811"/>
                      <a:pt x="5478" y="9798"/>
                    </a:cubicBezTo>
                    <a:close/>
                    <a:moveTo>
                      <a:pt x="5520" y="9707"/>
                    </a:moveTo>
                    <a:lnTo>
                      <a:pt x="5520" y="9707"/>
                    </a:lnTo>
                    <a:cubicBezTo>
                      <a:pt x="5526" y="9695"/>
                      <a:pt x="5540" y="9689"/>
                      <a:pt x="5553" y="9694"/>
                    </a:cubicBezTo>
                    <a:cubicBezTo>
                      <a:pt x="5566" y="9699"/>
                      <a:pt x="5572" y="9714"/>
                      <a:pt x="5566" y="9727"/>
                    </a:cubicBezTo>
                    <a:lnTo>
                      <a:pt x="5566" y="9727"/>
                    </a:lnTo>
                    <a:cubicBezTo>
                      <a:pt x="5561" y="9739"/>
                      <a:pt x="5546" y="9745"/>
                      <a:pt x="5534" y="9740"/>
                    </a:cubicBezTo>
                    <a:cubicBezTo>
                      <a:pt x="5521" y="9735"/>
                      <a:pt x="5515" y="9720"/>
                      <a:pt x="5520" y="9707"/>
                    </a:cubicBezTo>
                    <a:close/>
                    <a:moveTo>
                      <a:pt x="5562" y="9617"/>
                    </a:moveTo>
                    <a:lnTo>
                      <a:pt x="5562" y="9617"/>
                    </a:lnTo>
                    <a:cubicBezTo>
                      <a:pt x="5568" y="9604"/>
                      <a:pt x="5582" y="9598"/>
                      <a:pt x="5595" y="9603"/>
                    </a:cubicBezTo>
                    <a:cubicBezTo>
                      <a:pt x="5608" y="9608"/>
                      <a:pt x="5614" y="9623"/>
                      <a:pt x="5609" y="9636"/>
                    </a:cubicBezTo>
                    <a:lnTo>
                      <a:pt x="5609" y="9636"/>
                    </a:lnTo>
                    <a:cubicBezTo>
                      <a:pt x="5603" y="9649"/>
                      <a:pt x="5589" y="9655"/>
                      <a:pt x="5576" y="9649"/>
                    </a:cubicBezTo>
                    <a:cubicBezTo>
                      <a:pt x="5563" y="9644"/>
                      <a:pt x="5557" y="9629"/>
                      <a:pt x="5562" y="9617"/>
                    </a:cubicBezTo>
                    <a:close/>
                    <a:moveTo>
                      <a:pt x="5605" y="9526"/>
                    </a:moveTo>
                    <a:lnTo>
                      <a:pt x="5605" y="9526"/>
                    </a:lnTo>
                    <a:cubicBezTo>
                      <a:pt x="5610" y="9513"/>
                      <a:pt x="5625" y="9507"/>
                      <a:pt x="5637" y="9512"/>
                    </a:cubicBezTo>
                    <a:cubicBezTo>
                      <a:pt x="5650" y="9518"/>
                      <a:pt x="5656" y="9532"/>
                      <a:pt x="5651" y="9545"/>
                    </a:cubicBezTo>
                    <a:lnTo>
                      <a:pt x="5651" y="9545"/>
                    </a:lnTo>
                    <a:cubicBezTo>
                      <a:pt x="5645" y="9558"/>
                      <a:pt x="5631" y="9564"/>
                      <a:pt x="5618" y="9559"/>
                    </a:cubicBezTo>
                    <a:cubicBezTo>
                      <a:pt x="5605" y="9553"/>
                      <a:pt x="5599" y="9539"/>
                      <a:pt x="5605" y="9526"/>
                    </a:cubicBezTo>
                    <a:close/>
                    <a:moveTo>
                      <a:pt x="5647" y="9435"/>
                    </a:moveTo>
                    <a:lnTo>
                      <a:pt x="5647" y="9435"/>
                    </a:lnTo>
                    <a:cubicBezTo>
                      <a:pt x="5652" y="9422"/>
                      <a:pt x="5667" y="9416"/>
                      <a:pt x="5679" y="9422"/>
                    </a:cubicBezTo>
                    <a:cubicBezTo>
                      <a:pt x="5692" y="9427"/>
                      <a:pt x="5698" y="9442"/>
                      <a:pt x="5693" y="9454"/>
                    </a:cubicBezTo>
                    <a:lnTo>
                      <a:pt x="5693" y="9454"/>
                    </a:lnTo>
                    <a:cubicBezTo>
                      <a:pt x="5688" y="9467"/>
                      <a:pt x="5673" y="9473"/>
                      <a:pt x="5660" y="9468"/>
                    </a:cubicBezTo>
                    <a:cubicBezTo>
                      <a:pt x="5647" y="9463"/>
                      <a:pt x="5641" y="9448"/>
                      <a:pt x="5647" y="9435"/>
                    </a:cubicBezTo>
                    <a:close/>
                    <a:moveTo>
                      <a:pt x="5689" y="9344"/>
                    </a:moveTo>
                    <a:lnTo>
                      <a:pt x="5689" y="9344"/>
                    </a:lnTo>
                    <a:cubicBezTo>
                      <a:pt x="5694" y="9332"/>
                      <a:pt x="5709" y="9326"/>
                      <a:pt x="5722" y="9331"/>
                    </a:cubicBezTo>
                    <a:cubicBezTo>
                      <a:pt x="5734" y="9336"/>
                      <a:pt x="5740" y="9351"/>
                      <a:pt x="5735" y="9364"/>
                    </a:cubicBezTo>
                    <a:lnTo>
                      <a:pt x="5735" y="9364"/>
                    </a:lnTo>
                    <a:cubicBezTo>
                      <a:pt x="5730" y="9376"/>
                      <a:pt x="5715" y="9382"/>
                      <a:pt x="5702" y="9377"/>
                    </a:cubicBezTo>
                    <a:cubicBezTo>
                      <a:pt x="5690" y="9372"/>
                      <a:pt x="5684" y="9357"/>
                      <a:pt x="5689" y="9344"/>
                    </a:cubicBezTo>
                    <a:close/>
                    <a:moveTo>
                      <a:pt x="5731" y="9254"/>
                    </a:moveTo>
                    <a:lnTo>
                      <a:pt x="5731" y="9254"/>
                    </a:lnTo>
                    <a:cubicBezTo>
                      <a:pt x="5736" y="9241"/>
                      <a:pt x="5751" y="9235"/>
                      <a:pt x="5764" y="9240"/>
                    </a:cubicBezTo>
                    <a:cubicBezTo>
                      <a:pt x="5777" y="9246"/>
                      <a:pt x="5783" y="9260"/>
                      <a:pt x="5777" y="9273"/>
                    </a:cubicBezTo>
                    <a:lnTo>
                      <a:pt x="5777" y="9273"/>
                    </a:lnTo>
                    <a:cubicBezTo>
                      <a:pt x="5772" y="9286"/>
                      <a:pt x="5757" y="9292"/>
                      <a:pt x="5745" y="9286"/>
                    </a:cubicBezTo>
                    <a:cubicBezTo>
                      <a:pt x="5732" y="9281"/>
                      <a:pt x="5726" y="9266"/>
                      <a:pt x="5731" y="9254"/>
                    </a:cubicBezTo>
                    <a:close/>
                    <a:moveTo>
                      <a:pt x="5773" y="9163"/>
                    </a:moveTo>
                    <a:lnTo>
                      <a:pt x="5773" y="9163"/>
                    </a:lnTo>
                    <a:cubicBezTo>
                      <a:pt x="5779" y="9150"/>
                      <a:pt x="5793" y="9144"/>
                      <a:pt x="5806" y="9149"/>
                    </a:cubicBezTo>
                    <a:cubicBezTo>
                      <a:pt x="5819" y="9155"/>
                      <a:pt x="5825" y="9169"/>
                      <a:pt x="5819" y="9182"/>
                    </a:cubicBezTo>
                    <a:lnTo>
                      <a:pt x="5819" y="9182"/>
                    </a:lnTo>
                    <a:cubicBezTo>
                      <a:pt x="5814" y="9195"/>
                      <a:pt x="5799" y="9201"/>
                      <a:pt x="5787" y="9196"/>
                    </a:cubicBezTo>
                    <a:cubicBezTo>
                      <a:pt x="5774" y="9190"/>
                      <a:pt x="5768" y="9176"/>
                      <a:pt x="5773" y="9163"/>
                    </a:cubicBezTo>
                    <a:close/>
                    <a:moveTo>
                      <a:pt x="5815" y="9072"/>
                    </a:moveTo>
                    <a:lnTo>
                      <a:pt x="5815" y="9072"/>
                    </a:lnTo>
                    <a:cubicBezTo>
                      <a:pt x="5821" y="9059"/>
                      <a:pt x="5835" y="9053"/>
                      <a:pt x="5848" y="9059"/>
                    </a:cubicBezTo>
                    <a:cubicBezTo>
                      <a:pt x="5861" y="9064"/>
                      <a:pt x="5867" y="9079"/>
                      <a:pt x="5862" y="9091"/>
                    </a:cubicBezTo>
                    <a:lnTo>
                      <a:pt x="5862" y="9091"/>
                    </a:lnTo>
                    <a:cubicBezTo>
                      <a:pt x="5856" y="9104"/>
                      <a:pt x="5842" y="9110"/>
                      <a:pt x="5829" y="9105"/>
                    </a:cubicBezTo>
                    <a:cubicBezTo>
                      <a:pt x="5816" y="9100"/>
                      <a:pt x="5810" y="9085"/>
                      <a:pt x="5815" y="9072"/>
                    </a:cubicBezTo>
                    <a:close/>
                    <a:moveTo>
                      <a:pt x="5858" y="8982"/>
                    </a:moveTo>
                    <a:lnTo>
                      <a:pt x="5858" y="8981"/>
                    </a:lnTo>
                    <a:cubicBezTo>
                      <a:pt x="5863" y="8969"/>
                      <a:pt x="5878" y="8963"/>
                      <a:pt x="5890" y="8968"/>
                    </a:cubicBezTo>
                    <a:cubicBezTo>
                      <a:pt x="5903" y="8973"/>
                      <a:pt x="5909" y="8988"/>
                      <a:pt x="5904" y="9001"/>
                    </a:cubicBezTo>
                    <a:lnTo>
                      <a:pt x="5904" y="9001"/>
                    </a:lnTo>
                    <a:cubicBezTo>
                      <a:pt x="5898" y="9013"/>
                      <a:pt x="5884" y="9020"/>
                      <a:pt x="5871" y="9014"/>
                    </a:cubicBezTo>
                    <a:cubicBezTo>
                      <a:pt x="5858" y="9009"/>
                      <a:pt x="5852" y="8994"/>
                      <a:pt x="5858" y="8982"/>
                    </a:cubicBezTo>
                    <a:close/>
                    <a:moveTo>
                      <a:pt x="5900" y="8891"/>
                    </a:moveTo>
                    <a:lnTo>
                      <a:pt x="5900" y="8891"/>
                    </a:lnTo>
                    <a:cubicBezTo>
                      <a:pt x="5905" y="8878"/>
                      <a:pt x="5920" y="8872"/>
                      <a:pt x="5932" y="8877"/>
                    </a:cubicBezTo>
                    <a:cubicBezTo>
                      <a:pt x="5945" y="8883"/>
                      <a:pt x="5951" y="8897"/>
                      <a:pt x="5946" y="8910"/>
                    </a:cubicBezTo>
                    <a:lnTo>
                      <a:pt x="5946" y="8910"/>
                    </a:lnTo>
                    <a:cubicBezTo>
                      <a:pt x="5941" y="8923"/>
                      <a:pt x="5926" y="8929"/>
                      <a:pt x="5913" y="8923"/>
                    </a:cubicBezTo>
                    <a:cubicBezTo>
                      <a:pt x="5900" y="8918"/>
                      <a:pt x="5894" y="8904"/>
                      <a:pt x="5900" y="8891"/>
                    </a:cubicBezTo>
                    <a:close/>
                    <a:moveTo>
                      <a:pt x="5942" y="8800"/>
                    </a:moveTo>
                    <a:lnTo>
                      <a:pt x="5942" y="8800"/>
                    </a:lnTo>
                    <a:cubicBezTo>
                      <a:pt x="5947" y="8787"/>
                      <a:pt x="5962" y="8781"/>
                      <a:pt x="5975" y="8787"/>
                    </a:cubicBezTo>
                    <a:cubicBezTo>
                      <a:pt x="5987" y="8792"/>
                      <a:pt x="5993" y="8807"/>
                      <a:pt x="5988" y="8819"/>
                    </a:cubicBezTo>
                    <a:lnTo>
                      <a:pt x="5988" y="8819"/>
                    </a:lnTo>
                    <a:cubicBezTo>
                      <a:pt x="5983" y="8832"/>
                      <a:pt x="5968" y="8838"/>
                      <a:pt x="5955" y="8833"/>
                    </a:cubicBezTo>
                    <a:cubicBezTo>
                      <a:pt x="5943" y="8827"/>
                      <a:pt x="5937" y="8813"/>
                      <a:pt x="5942" y="8800"/>
                    </a:cubicBezTo>
                    <a:close/>
                    <a:moveTo>
                      <a:pt x="5984" y="8709"/>
                    </a:moveTo>
                    <a:lnTo>
                      <a:pt x="5984" y="8709"/>
                    </a:lnTo>
                    <a:cubicBezTo>
                      <a:pt x="5989" y="8697"/>
                      <a:pt x="6004" y="8691"/>
                      <a:pt x="6017" y="8696"/>
                    </a:cubicBezTo>
                    <a:cubicBezTo>
                      <a:pt x="6030" y="8701"/>
                      <a:pt x="6036" y="8716"/>
                      <a:pt x="6030" y="8729"/>
                    </a:cubicBezTo>
                    <a:lnTo>
                      <a:pt x="6030" y="8729"/>
                    </a:lnTo>
                    <a:cubicBezTo>
                      <a:pt x="6025" y="8741"/>
                      <a:pt x="6010" y="8747"/>
                      <a:pt x="5998" y="8742"/>
                    </a:cubicBezTo>
                    <a:cubicBezTo>
                      <a:pt x="5985" y="8737"/>
                      <a:pt x="5979" y="8722"/>
                      <a:pt x="5984" y="8709"/>
                    </a:cubicBezTo>
                    <a:close/>
                    <a:moveTo>
                      <a:pt x="6026" y="8619"/>
                    </a:moveTo>
                    <a:lnTo>
                      <a:pt x="6026" y="8619"/>
                    </a:lnTo>
                    <a:cubicBezTo>
                      <a:pt x="6032" y="8606"/>
                      <a:pt x="6046" y="8600"/>
                      <a:pt x="6059" y="8605"/>
                    </a:cubicBezTo>
                    <a:cubicBezTo>
                      <a:pt x="6072" y="8610"/>
                      <a:pt x="6078" y="8625"/>
                      <a:pt x="6072" y="8638"/>
                    </a:cubicBezTo>
                    <a:lnTo>
                      <a:pt x="6072" y="8638"/>
                    </a:lnTo>
                    <a:cubicBezTo>
                      <a:pt x="6067" y="8651"/>
                      <a:pt x="6052" y="8657"/>
                      <a:pt x="6040" y="8651"/>
                    </a:cubicBezTo>
                    <a:cubicBezTo>
                      <a:pt x="6027" y="8646"/>
                      <a:pt x="6021" y="8631"/>
                      <a:pt x="6026" y="8619"/>
                    </a:cubicBezTo>
                    <a:close/>
                    <a:moveTo>
                      <a:pt x="6068" y="8528"/>
                    </a:moveTo>
                    <a:lnTo>
                      <a:pt x="6068" y="8528"/>
                    </a:lnTo>
                    <a:cubicBezTo>
                      <a:pt x="6074" y="8515"/>
                      <a:pt x="6088" y="8509"/>
                      <a:pt x="6101" y="8514"/>
                    </a:cubicBezTo>
                    <a:cubicBezTo>
                      <a:pt x="6114" y="8520"/>
                      <a:pt x="6120" y="8534"/>
                      <a:pt x="6115" y="8547"/>
                    </a:cubicBezTo>
                    <a:lnTo>
                      <a:pt x="6115" y="8547"/>
                    </a:lnTo>
                    <a:cubicBezTo>
                      <a:pt x="6109" y="8560"/>
                      <a:pt x="6095" y="8566"/>
                      <a:pt x="6082" y="8561"/>
                    </a:cubicBezTo>
                    <a:cubicBezTo>
                      <a:pt x="6069" y="8555"/>
                      <a:pt x="6063" y="8541"/>
                      <a:pt x="6068" y="8528"/>
                    </a:cubicBezTo>
                    <a:close/>
                    <a:moveTo>
                      <a:pt x="6111" y="8437"/>
                    </a:moveTo>
                    <a:lnTo>
                      <a:pt x="6111" y="8437"/>
                    </a:lnTo>
                    <a:cubicBezTo>
                      <a:pt x="6116" y="8424"/>
                      <a:pt x="6131" y="8418"/>
                      <a:pt x="6143" y="8424"/>
                    </a:cubicBezTo>
                    <a:cubicBezTo>
                      <a:pt x="6156" y="8429"/>
                      <a:pt x="6162" y="8444"/>
                      <a:pt x="6157" y="8456"/>
                    </a:cubicBezTo>
                    <a:lnTo>
                      <a:pt x="6157" y="8456"/>
                    </a:lnTo>
                    <a:cubicBezTo>
                      <a:pt x="6151" y="8469"/>
                      <a:pt x="6137" y="8475"/>
                      <a:pt x="6124" y="8470"/>
                    </a:cubicBezTo>
                    <a:cubicBezTo>
                      <a:pt x="6111" y="8465"/>
                      <a:pt x="6105" y="8450"/>
                      <a:pt x="6111" y="8437"/>
                    </a:cubicBezTo>
                    <a:close/>
                    <a:moveTo>
                      <a:pt x="6153" y="8346"/>
                    </a:moveTo>
                    <a:lnTo>
                      <a:pt x="6153" y="8346"/>
                    </a:lnTo>
                    <a:cubicBezTo>
                      <a:pt x="6158" y="8334"/>
                      <a:pt x="6173" y="8328"/>
                      <a:pt x="6185" y="8333"/>
                    </a:cubicBezTo>
                    <a:cubicBezTo>
                      <a:pt x="6198" y="8338"/>
                      <a:pt x="6204" y="8353"/>
                      <a:pt x="6199" y="8366"/>
                    </a:cubicBezTo>
                    <a:lnTo>
                      <a:pt x="6199" y="8366"/>
                    </a:lnTo>
                    <a:cubicBezTo>
                      <a:pt x="6194" y="8378"/>
                      <a:pt x="6179" y="8384"/>
                      <a:pt x="6166" y="8379"/>
                    </a:cubicBezTo>
                    <a:cubicBezTo>
                      <a:pt x="6153" y="8374"/>
                      <a:pt x="6147" y="8359"/>
                      <a:pt x="6153" y="8346"/>
                    </a:cubicBezTo>
                    <a:close/>
                    <a:moveTo>
                      <a:pt x="6195" y="8256"/>
                    </a:moveTo>
                    <a:lnTo>
                      <a:pt x="6195" y="8256"/>
                    </a:lnTo>
                    <a:cubicBezTo>
                      <a:pt x="6200" y="8243"/>
                      <a:pt x="6215" y="8237"/>
                      <a:pt x="6228" y="8242"/>
                    </a:cubicBezTo>
                    <a:cubicBezTo>
                      <a:pt x="6240" y="8248"/>
                      <a:pt x="6246" y="8262"/>
                      <a:pt x="6241" y="8275"/>
                    </a:cubicBezTo>
                    <a:lnTo>
                      <a:pt x="6241" y="8275"/>
                    </a:lnTo>
                    <a:cubicBezTo>
                      <a:pt x="6236" y="8288"/>
                      <a:pt x="6221" y="8294"/>
                      <a:pt x="6208" y="8288"/>
                    </a:cubicBezTo>
                    <a:cubicBezTo>
                      <a:pt x="6196" y="8283"/>
                      <a:pt x="6190" y="8268"/>
                      <a:pt x="6195" y="8256"/>
                    </a:cubicBezTo>
                    <a:close/>
                    <a:moveTo>
                      <a:pt x="6237" y="8165"/>
                    </a:moveTo>
                    <a:lnTo>
                      <a:pt x="6237" y="8165"/>
                    </a:lnTo>
                    <a:cubicBezTo>
                      <a:pt x="6242" y="8152"/>
                      <a:pt x="6257" y="8146"/>
                      <a:pt x="6270" y="8151"/>
                    </a:cubicBezTo>
                    <a:cubicBezTo>
                      <a:pt x="6283" y="8157"/>
                      <a:pt x="6289" y="8171"/>
                      <a:pt x="6283" y="8184"/>
                    </a:cubicBezTo>
                    <a:lnTo>
                      <a:pt x="6283" y="8184"/>
                    </a:lnTo>
                    <a:cubicBezTo>
                      <a:pt x="6278" y="8197"/>
                      <a:pt x="6263" y="8203"/>
                      <a:pt x="6251" y="8198"/>
                    </a:cubicBezTo>
                    <a:cubicBezTo>
                      <a:pt x="6238" y="8192"/>
                      <a:pt x="6232" y="8178"/>
                      <a:pt x="6237" y="8165"/>
                    </a:cubicBezTo>
                    <a:close/>
                    <a:moveTo>
                      <a:pt x="6279" y="8074"/>
                    </a:moveTo>
                    <a:lnTo>
                      <a:pt x="6279" y="8074"/>
                    </a:lnTo>
                    <a:cubicBezTo>
                      <a:pt x="6285" y="8061"/>
                      <a:pt x="6299" y="8055"/>
                      <a:pt x="6312" y="8061"/>
                    </a:cubicBezTo>
                    <a:cubicBezTo>
                      <a:pt x="6325" y="8066"/>
                      <a:pt x="6331" y="8081"/>
                      <a:pt x="6325" y="8093"/>
                    </a:cubicBezTo>
                    <a:lnTo>
                      <a:pt x="6325" y="8093"/>
                    </a:lnTo>
                    <a:cubicBezTo>
                      <a:pt x="6320" y="8106"/>
                      <a:pt x="6305" y="8112"/>
                      <a:pt x="6293" y="8107"/>
                    </a:cubicBezTo>
                    <a:cubicBezTo>
                      <a:pt x="6280" y="8102"/>
                      <a:pt x="6274" y="8087"/>
                      <a:pt x="6279" y="8074"/>
                    </a:cubicBezTo>
                    <a:close/>
                    <a:moveTo>
                      <a:pt x="6321" y="7984"/>
                    </a:moveTo>
                    <a:lnTo>
                      <a:pt x="6321" y="7983"/>
                    </a:lnTo>
                    <a:cubicBezTo>
                      <a:pt x="6327" y="7971"/>
                      <a:pt x="6341" y="7965"/>
                      <a:pt x="6354" y="7970"/>
                    </a:cubicBezTo>
                    <a:cubicBezTo>
                      <a:pt x="6367" y="7975"/>
                      <a:pt x="6373" y="7990"/>
                      <a:pt x="6368" y="8003"/>
                    </a:cubicBezTo>
                    <a:lnTo>
                      <a:pt x="6368" y="8003"/>
                    </a:lnTo>
                    <a:cubicBezTo>
                      <a:pt x="6362" y="8015"/>
                      <a:pt x="6348" y="8022"/>
                      <a:pt x="6335" y="8016"/>
                    </a:cubicBezTo>
                    <a:cubicBezTo>
                      <a:pt x="6322" y="8011"/>
                      <a:pt x="6316" y="7996"/>
                      <a:pt x="6321" y="7984"/>
                    </a:cubicBezTo>
                    <a:close/>
                    <a:moveTo>
                      <a:pt x="6364" y="7893"/>
                    </a:moveTo>
                    <a:lnTo>
                      <a:pt x="6364" y="7893"/>
                    </a:lnTo>
                    <a:cubicBezTo>
                      <a:pt x="6369" y="7880"/>
                      <a:pt x="6384" y="7874"/>
                      <a:pt x="6396" y="7879"/>
                    </a:cubicBezTo>
                    <a:cubicBezTo>
                      <a:pt x="6409" y="7885"/>
                      <a:pt x="6415" y="7899"/>
                      <a:pt x="6410" y="7912"/>
                    </a:cubicBezTo>
                    <a:lnTo>
                      <a:pt x="6410" y="7912"/>
                    </a:lnTo>
                    <a:cubicBezTo>
                      <a:pt x="6404" y="7925"/>
                      <a:pt x="6390" y="7931"/>
                      <a:pt x="6377" y="7925"/>
                    </a:cubicBezTo>
                    <a:cubicBezTo>
                      <a:pt x="6364" y="7920"/>
                      <a:pt x="6358" y="7906"/>
                      <a:pt x="6364" y="789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000000"/>
                </a:solidFill>
                <a:prstDash val="solid"/>
                <a:bevel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0" name="Group 18"/>
          <p:cNvGrpSpPr>
            <a:grpSpLocks/>
          </p:cNvGrpSpPr>
          <p:nvPr/>
        </p:nvGrpSpPr>
        <p:grpSpPr bwMode="auto">
          <a:xfrm>
            <a:off x="4459288" y="2979738"/>
            <a:ext cx="2378075" cy="2582862"/>
            <a:chOff x="2809" y="1613"/>
            <a:chExt cx="1498" cy="1627"/>
          </a:xfrm>
          <a:solidFill>
            <a:srgbClr val="6EA89E">
              <a:alpha val="50000"/>
            </a:srgbClr>
          </a:solidFill>
        </p:grpSpPr>
        <p:grpSp>
          <p:nvGrpSpPr>
            <p:cNvPr id="21" name="Group 19"/>
            <p:cNvGrpSpPr>
              <a:grpSpLocks/>
            </p:cNvGrpSpPr>
            <p:nvPr/>
          </p:nvGrpSpPr>
          <p:grpSpPr bwMode="auto">
            <a:xfrm>
              <a:off x="2809" y="1615"/>
              <a:ext cx="1497" cy="1623"/>
              <a:chOff x="2809" y="1615"/>
              <a:chExt cx="1497" cy="1623"/>
            </a:xfrm>
            <a:grpFill/>
          </p:grpSpPr>
          <p:sp>
            <p:nvSpPr>
              <p:cNvPr id="25" name="Freeform 20"/>
              <p:cNvSpPr>
                <a:spLocks/>
              </p:cNvSpPr>
              <p:nvPr/>
            </p:nvSpPr>
            <p:spPr bwMode="auto">
              <a:xfrm>
                <a:off x="2809" y="1615"/>
                <a:ext cx="1497" cy="1623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0" y="0"/>
                  </a:cxn>
                  <a:cxn ang="0">
                    <a:pos x="374" y="811"/>
                  </a:cxn>
                  <a:cxn ang="0">
                    <a:pos x="0" y="1623"/>
                  </a:cxn>
                  <a:cxn ang="0">
                    <a:pos x="1123" y="1623"/>
                  </a:cxn>
                  <a:cxn ang="0">
                    <a:pos x="1497" y="811"/>
                  </a:cxn>
                  <a:cxn ang="0">
                    <a:pos x="1123" y="0"/>
                  </a:cxn>
                </a:cxnLst>
                <a:rect l="0" t="0" r="r" b="b"/>
                <a:pathLst>
                  <a:path w="1497" h="1623">
                    <a:moveTo>
                      <a:pt x="1123" y="0"/>
                    </a:moveTo>
                    <a:lnTo>
                      <a:pt x="0" y="0"/>
                    </a:lnTo>
                    <a:lnTo>
                      <a:pt x="374" y="811"/>
                    </a:lnTo>
                    <a:lnTo>
                      <a:pt x="0" y="1623"/>
                    </a:lnTo>
                    <a:lnTo>
                      <a:pt x="1123" y="1623"/>
                    </a:lnTo>
                    <a:lnTo>
                      <a:pt x="1497" y="811"/>
                    </a:lnTo>
                    <a:lnTo>
                      <a:pt x="1123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21"/>
              <p:cNvSpPr>
                <a:spLocks/>
              </p:cNvSpPr>
              <p:nvPr/>
            </p:nvSpPr>
            <p:spPr bwMode="auto">
              <a:xfrm>
                <a:off x="2809" y="1615"/>
                <a:ext cx="1497" cy="1623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0" y="0"/>
                  </a:cxn>
                  <a:cxn ang="0">
                    <a:pos x="374" y="811"/>
                  </a:cxn>
                  <a:cxn ang="0">
                    <a:pos x="0" y="1623"/>
                  </a:cxn>
                  <a:cxn ang="0">
                    <a:pos x="1123" y="1623"/>
                  </a:cxn>
                  <a:cxn ang="0">
                    <a:pos x="1497" y="811"/>
                  </a:cxn>
                  <a:cxn ang="0">
                    <a:pos x="1123" y="0"/>
                  </a:cxn>
                </a:cxnLst>
                <a:rect l="0" t="0" r="r" b="b"/>
                <a:pathLst>
                  <a:path w="1497" h="1623">
                    <a:moveTo>
                      <a:pt x="1123" y="0"/>
                    </a:moveTo>
                    <a:lnTo>
                      <a:pt x="0" y="0"/>
                    </a:lnTo>
                    <a:lnTo>
                      <a:pt x="374" y="811"/>
                    </a:lnTo>
                    <a:lnTo>
                      <a:pt x="0" y="1623"/>
                    </a:lnTo>
                    <a:lnTo>
                      <a:pt x="1123" y="1623"/>
                    </a:lnTo>
                    <a:lnTo>
                      <a:pt x="1497" y="811"/>
                    </a:lnTo>
                    <a:lnTo>
                      <a:pt x="1123" y="0"/>
                    </a:lnTo>
                    <a:close/>
                  </a:path>
                </a:pathLst>
              </a:custGeom>
              <a:grp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22"/>
            <p:cNvGrpSpPr>
              <a:grpSpLocks/>
            </p:cNvGrpSpPr>
            <p:nvPr/>
          </p:nvGrpSpPr>
          <p:grpSpPr bwMode="auto">
            <a:xfrm>
              <a:off x="3638" y="1613"/>
              <a:ext cx="669" cy="1627"/>
              <a:chOff x="3638" y="1613"/>
              <a:chExt cx="669" cy="1627"/>
            </a:xfrm>
            <a:grpFill/>
          </p:grpSpPr>
          <p:sp>
            <p:nvSpPr>
              <p:cNvPr id="23" name="Freeform 23"/>
              <p:cNvSpPr>
                <a:spLocks/>
              </p:cNvSpPr>
              <p:nvPr/>
            </p:nvSpPr>
            <p:spPr bwMode="auto">
              <a:xfrm>
                <a:off x="3641" y="1615"/>
                <a:ext cx="665" cy="1623"/>
              </a:xfrm>
              <a:custGeom>
                <a:avLst/>
                <a:gdLst/>
                <a:ahLst/>
                <a:cxnLst>
                  <a:cxn ang="0">
                    <a:pos x="288" y="0"/>
                  </a:cxn>
                  <a:cxn ang="0">
                    <a:pos x="0" y="0"/>
                  </a:cxn>
                  <a:cxn ang="0">
                    <a:pos x="377" y="811"/>
                  </a:cxn>
                  <a:cxn ang="0">
                    <a:pos x="0" y="1623"/>
                  </a:cxn>
                  <a:cxn ang="0">
                    <a:pos x="288" y="1623"/>
                  </a:cxn>
                  <a:cxn ang="0">
                    <a:pos x="665" y="811"/>
                  </a:cxn>
                  <a:cxn ang="0">
                    <a:pos x="288" y="0"/>
                  </a:cxn>
                </a:cxnLst>
                <a:rect l="0" t="0" r="r" b="b"/>
                <a:pathLst>
                  <a:path w="665" h="1623">
                    <a:moveTo>
                      <a:pt x="288" y="0"/>
                    </a:moveTo>
                    <a:lnTo>
                      <a:pt x="0" y="0"/>
                    </a:lnTo>
                    <a:lnTo>
                      <a:pt x="377" y="811"/>
                    </a:lnTo>
                    <a:lnTo>
                      <a:pt x="0" y="1623"/>
                    </a:lnTo>
                    <a:lnTo>
                      <a:pt x="288" y="1623"/>
                    </a:lnTo>
                    <a:lnTo>
                      <a:pt x="665" y="811"/>
                    </a:lnTo>
                    <a:lnTo>
                      <a:pt x="28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24"/>
              <p:cNvSpPr>
                <a:spLocks noEditPoints="1"/>
              </p:cNvSpPr>
              <p:nvPr/>
            </p:nvSpPr>
            <p:spPr bwMode="auto">
              <a:xfrm>
                <a:off x="3638" y="1613"/>
                <a:ext cx="669" cy="1627"/>
              </a:xfrm>
              <a:custGeom>
                <a:avLst/>
                <a:gdLst/>
                <a:ahLst/>
                <a:cxnLst>
                  <a:cxn ang="0">
                    <a:pos x="3063" y="3623"/>
                  </a:cxn>
                  <a:cxn ang="0">
                    <a:pos x="2959" y="3340"/>
                  </a:cxn>
                  <a:cxn ang="0">
                    <a:pos x="2827" y="3084"/>
                  </a:cxn>
                  <a:cxn ang="0">
                    <a:pos x="2663" y="2761"/>
                  </a:cxn>
                  <a:cxn ang="0">
                    <a:pos x="2542" y="2472"/>
                  </a:cxn>
                  <a:cxn ang="0">
                    <a:pos x="2432" y="2206"/>
                  </a:cxn>
                  <a:cxn ang="0">
                    <a:pos x="2283" y="1945"/>
                  </a:cxn>
                  <a:cxn ang="0">
                    <a:pos x="2136" y="1627"/>
                  </a:cxn>
                  <a:cxn ang="0">
                    <a:pos x="2031" y="1344"/>
                  </a:cxn>
                  <a:cxn ang="0">
                    <a:pos x="1899" y="1088"/>
                  </a:cxn>
                  <a:cxn ang="0">
                    <a:pos x="1735" y="765"/>
                  </a:cxn>
                  <a:cxn ang="0">
                    <a:pos x="1614" y="476"/>
                  </a:cxn>
                  <a:cxn ang="0">
                    <a:pos x="1504" y="209"/>
                  </a:cxn>
                  <a:cxn ang="0">
                    <a:pos x="1322" y="25"/>
                  </a:cxn>
                  <a:cxn ang="0">
                    <a:pos x="972" y="25"/>
                  </a:cxn>
                  <a:cxn ang="0">
                    <a:pos x="672" y="0"/>
                  </a:cxn>
                  <a:cxn ang="0">
                    <a:pos x="384" y="12"/>
                  </a:cxn>
                  <a:cxn ang="0">
                    <a:pos x="22" y="25"/>
                  </a:cxn>
                  <a:cxn ang="0">
                    <a:pos x="139" y="287"/>
                  </a:cxn>
                  <a:cxn ang="0">
                    <a:pos x="249" y="552"/>
                  </a:cxn>
                  <a:cxn ang="0">
                    <a:pos x="398" y="815"/>
                  </a:cxn>
                  <a:cxn ang="0">
                    <a:pos x="546" y="1132"/>
                  </a:cxn>
                  <a:cxn ang="0">
                    <a:pos x="649" y="1414"/>
                  </a:cxn>
                  <a:cxn ang="0">
                    <a:pos x="782" y="1670"/>
                  </a:cxn>
                  <a:cxn ang="0">
                    <a:pos x="946" y="1994"/>
                  </a:cxn>
                  <a:cxn ang="0">
                    <a:pos x="1066" y="2283"/>
                  </a:cxn>
                  <a:cxn ang="0">
                    <a:pos x="1176" y="2549"/>
                  </a:cxn>
                  <a:cxn ang="0">
                    <a:pos x="1326" y="2811"/>
                  </a:cxn>
                  <a:cxn ang="0">
                    <a:pos x="1473" y="3128"/>
                  </a:cxn>
                  <a:cxn ang="0">
                    <a:pos x="1577" y="3411"/>
                  </a:cxn>
                  <a:cxn ang="0">
                    <a:pos x="1710" y="3666"/>
                  </a:cxn>
                  <a:cxn ang="0">
                    <a:pos x="1797" y="4001"/>
                  </a:cxn>
                  <a:cxn ang="0">
                    <a:pos x="1653" y="4279"/>
                  </a:cxn>
                  <a:cxn ang="0">
                    <a:pos x="1521" y="4534"/>
                  </a:cxn>
                  <a:cxn ang="0">
                    <a:pos x="1417" y="4818"/>
                  </a:cxn>
                  <a:cxn ang="0">
                    <a:pos x="1269" y="5135"/>
                  </a:cxn>
                  <a:cxn ang="0">
                    <a:pos x="1121" y="5396"/>
                  </a:cxn>
                  <a:cxn ang="0">
                    <a:pos x="1011" y="5663"/>
                  </a:cxn>
                  <a:cxn ang="0">
                    <a:pos x="869" y="5997"/>
                  </a:cxn>
                  <a:cxn ang="0">
                    <a:pos x="726" y="6275"/>
                  </a:cxn>
                  <a:cxn ang="0">
                    <a:pos x="593" y="6530"/>
                  </a:cxn>
                  <a:cxn ang="0">
                    <a:pos x="490" y="6813"/>
                  </a:cxn>
                  <a:cxn ang="0">
                    <a:pos x="342" y="7131"/>
                  </a:cxn>
                  <a:cxn ang="0">
                    <a:pos x="193" y="7392"/>
                  </a:cxn>
                  <a:cxn ang="0">
                    <a:pos x="83" y="7659"/>
                  </a:cxn>
                  <a:cxn ang="0">
                    <a:pos x="204" y="7800"/>
                  </a:cxn>
                  <a:cxn ang="0">
                    <a:pos x="517" y="7812"/>
                  </a:cxn>
                  <a:cxn ang="0">
                    <a:pos x="805" y="7825"/>
                  </a:cxn>
                  <a:cxn ang="0">
                    <a:pos x="1105" y="7800"/>
                  </a:cxn>
                  <a:cxn ang="0">
                    <a:pos x="1411" y="7757"/>
                  </a:cxn>
                  <a:cxn ang="0">
                    <a:pos x="1561" y="7494"/>
                  </a:cxn>
                  <a:cxn ang="0">
                    <a:pos x="1671" y="7229"/>
                  </a:cxn>
                  <a:cxn ang="0">
                    <a:pos x="1812" y="6895"/>
                  </a:cxn>
                  <a:cxn ang="0">
                    <a:pos x="1954" y="6616"/>
                  </a:cxn>
                  <a:cxn ang="0">
                    <a:pos x="2088" y="6360"/>
                  </a:cxn>
                  <a:cxn ang="0">
                    <a:pos x="2191" y="6078"/>
                  </a:cxn>
                  <a:cxn ang="0">
                    <a:pos x="2339" y="5761"/>
                  </a:cxn>
                  <a:cxn ang="0">
                    <a:pos x="2488" y="5498"/>
                  </a:cxn>
                  <a:cxn ang="0">
                    <a:pos x="2598" y="5233"/>
                  </a:cxn>
                  <a:cxn ang="0">
                    <a:pos x="2739" y="4899"/>
                  </a:cxn>
                  <a:cxn ang="0">
                    <a:pos x="2882" y="4620"/>
                  </a:cxn>
                  <a:cxn ang="0">
                    <a:pos x="3015" y="4364"/>
                  </a:cxn>
                  <a:cxn ang="0">
                    <a:pos x="3119" y="4082"/>
                  </a:cxn>
                </a:cxnLst>
                <a:rect l="0" t="0" r="r" b="b"/>
                <a:pathLst>
                  <a:path w="3215" h="7825">
                    <a:moveTo>
                      <a:pt x="3190" y="3895"/>
                    </a:moveTo>
                    <a:lnTo>
                      <a:pt x="3190" y="3895"/>
                    </a:lnTo>
                    <a:cubicBezTo>
                      <a:pt x="3187" y="3889"/>
                      <a:pt x="3189" y="3882"/>
                      <a:pt x="3195" y="3879"/>
                    </a:cubicBezTo>
                    <a:cubicBezTo>
                      <a:pt x="3202" y="3876"/>
                      <a:pt x="3209" y="3878"/>
                      <a:pt x="3212" y="3884"/>
                    </a:cubicBezTo>
                    <a:lnTo>
                      <a:pt x="3212" y="3884"/>
                    </a:lnTo>
                    <a:cubicBezTo>
                      <a:pt x="3215" y="3890"/>
                      <a:pt x="3213" y="3898"/>
                      <a:pt x="3207" y="3901"/>
                    </a:cubicBezTo>
                    <a:cubicBezTo>
                      <a:pt x="3200" y="3904"/>
                      <a:pt x="3193" y="3902"/>
                      <a:pt x="3190" y="3895"/>
                    </a:cubicBezTo>
                    <a:close/>
                    <a:moveTo>
                      <a:pt x="3169" y="3850"/>
                    </a:moveTo>
                    <a:lnTo>
                      <a:pt x="3169" y="3850"/>
                    </a:lnTo>
                    <a:cubicBezTo>
                      <a:pt x="3166" y="3844"/>
                      <a:pt x="3168" y="3836"/>
                      <a:pt x="3174" y="3833"/>
                    </a:cubicBezTo>
                    <a:cubicBezTo>
                      <a:pt x="3180" y="3830"/>
                      <a:pt x="3188" y="3833"/>
                      <a:pt x="3191" y="3839"/>
                    </a:cubicBezTo>
                    <a:lnTo>
                      <a:pt x="3191" y="3839"/>
                    </a:lnTo>
                    <a:cubicBezTo>
                      <a:pt x="3194" y="3845"/>
                      <a:pt x="3192" y="3853"/>
                      <a:pt x="3185" y="3856"/>
                    </a:cubicBezTo>
                    <a:cubicBezTo>
                      <a:pt x="3179" y="3859"/>
                      <a:pt x="3172" y="3856"/>
                      <a:pt x="3169" y="3850"/>
                    </a:cubicBezTo>
                    <a:close/>
                    <a:moveTo>
                      <a:pt x="3148" y="3805"/>
                    </a:moveTo>
                    <a:lnTo>
                      <a:pt x="3148" y="3805"/>
                    </a:lnTo>
                    <a:cubicBezTo>
                      <a:pt x="3144" y="3798"/>
                      <a:pt x="3147" y="3791"/>
                      <a:pt x="3153" y="3788"/>
                    </a:cubicBezTo>
                    <a:cubicBezTo>
                      <a:pt x="3159" y="3785"/>
                      <a:pt x="3167" y="3787"/>
                      <a:pt x="3170" y="3793"/>
                    </a:cubicBezTo>
                    <a:lnTo>
                      <a:pt x="3170" y="3793"/>
                    </a:lnTo>
                    <a:cubicBezTo>
                      <a:pt x="3173" y="3800"/>
                      <a:pt x="3171" y="3807"/>
                      <a:pt x="3164" y="3810"/>
                    </a:cubicBezTo>
                    <a:cubicBezTo>
                      <a:pt x="3158" y="3813"/>
                      <a:pt x="3151" y="3811"/>
                      <a:pt x="3148" y="3805"/>
                    </a:cubicBezTo>
                    <a:close/>
                    <a:moveTo>
                      <a:pt x="3126" y="3759"/>
                    </a:moveTo>
                    <a:lnTo>
                      <a:pt x="3126" y="3759"/>
                    </a:lnTo>
                    <a:cubicBezTo>
                      <a:pt x="3123" y="3753"/>
                      <a:pt x="3126" y="3746"/>
                      <a:pt x="3132" y="3742"/>
                    </a:cubicBezTo>
                    <a:cubicBezTo>
                      <a:pt x="3138" y="3739"/>
                      <a:pt x="3146" y="3742"/>
                      <a:pt x="3149" y="3748"/>
                    </a:cubicBezTo>
                    <a:lnTo>
                      <a:pt x="3149" y="3748"/>
                    </a:lnTo>
                    <a:cubicBezTo>
                      <a:pt x="3152" y="3754"/>
                      <a:pt x="3149" y="3762"/>
                      <a:pt x="3143" y="3765"/>
                    </a:cubicBezTo>
                    <a:cubicBezTo>
                      <a:pt x="3137" y="3768"/>
                      <a:pt x="3130" y="3765"/>
                      <a:pt x="3126" y="3759"/>
                    </a:cubicBezTo>
                    <a:close/>
                    <a:moveTo>
                      <a:pt x="3105" y="3714"/>
                    </a:moveTo>
                    <a:lnTo>
                      <a:pt x="3105" y="3714"/>
                    </a:lnTo>
                    <a:cubicBezTo>
                      <a:pt x="3102" y="3708"/>
                      <a:pt x="3105" y="3700"/>
                      <a:pt x="3111" y="3697"/>
                    </a:cubicBezTo>
                    <a:cubicBezTo>
                      <a:pt x="3117" y="3694"/>
                      <a:pt x="3125" y="3697"/>
                      <a:pt x="3128" y="3703"/>
                    </a:cubicBezTo>
                    <a:lnTo>
                      <a:pt x="3128" y="3703"/>
                    </a:lnTo>
                    <a:cubicBezTo>
                      <a:pt x="3131" y="3709"/>
                      <a:pt x="3128" y="3716"/>
                      <a:pt x="3122" y="3720"/>
                    </a:cubicBezTo>
                    <a:cubicBezTo>
                      <a:pt x="3116" y="3723"/>
                      <a:pt x="3109" y="3720"/>
                      <a:pt x="3105" y="3714"/>
                    </a:cubicBezTo>
                    <a:close/>
                    <a:moveTo>
                      <a:pt x="3084" y="3669"/>
                    </a:moveTo>
                    <a:lnTo>
                      <a:pt x="3084" y="3669"/>
                    </a:lnTo>
                    <a:cubicBezTo>
                      <a:pt x="3081" y="3662"/>
                      <a:pt x="3084" y="3655"/>
                      <a:pt x="3090" y="3652"/>
                    </a:cubicBezTo>
                    <a:cubicBezTo>
                      <a:pt x="3096" y="3649"/>
                      <a:pt x="3104" y="3651"/>
                      <a:pt x="3107" y="3657"/>
                    </a:cubicBezTo>
                    <a:lnTo>
                      <a:pt x="3107" y="3657"/>
                    </a:lnTo>
                    <a:cubicBezTo>
                      <a:pt x="3110" y="3664"/>
                      <a:pt x="3107" y="3671"/>
                      <a:pt x="3101" y="3674"/>
                    </a:cubicBezTo>
                    <a:cubicBezTo>
                      <a:pt x="3095" y="3677"/>
                      <a:pt x="3087" y="3675"/>
                      <a:pt x="3084" y="3669"/>
                    </a:cubicBezTo>
                    <a:close/>
                    <a:moveTo>
                      <a:pt x="3063" y="3623"/>
                    </a:moveTo>
                    <a:lnTo>
                      <a:pt x="3063" y="3623"/>
                    </a:lnTo>
                    <a:cubicBezTo>
                      <a:pt x="3060" y="3617"/>
                      <a:pt x="3063" y="3609"/>
                      <a:pt x="3069" y="3606"/>
                    </a:cubicBezTo>
                    <a:cubicBezTo>
                      <a:pt x="3075" y="3603"/>
                      <a:pt x="3083" y="3606"/>
                      <a:pt x="3086" y="3612"/>
                    </a:cubicBezTo>
                    <a:lnTo>
                      <a:pt x="3086" y="3612"/>
                    </a:lnTo>
                    <a:cubicBezTo>
                      <a:pt x="3089" y="3618"/>
                      <a:pt x="3086" y="3626"/>
                      <a:pt x="3080" y="3629"/>
                    </a:cubicBezTo>
                    <a:cubicBezTo>
                      <a:pt x="3074" y="3632"/>
                      <a:pt x="3066" y="3629"/>
                      <a:pt x="3063" y="3623"/>
                    </a:cubicBezTo>
                    <a:close/>
                    <a:moveTo>
                      <a:pt x="3042" y="3578"/>
                    </a:moveTo>
                    <a:lnTo>
                      <a:pt x="3042" y="3578"/>
                    </a:lnTo>
                    <a:cubicBezTo>
                      <a:pt x="3039" y="3572"/>
                      <a:pt x="3042" y="3564"/>
                      <a:pt x="3048" y="3561"/>
                    </a:cubicBezTo>
                    <a:cubicBezTo>
                      <a:pt x="3054" y="3558"/>
                      <a:pt x="3061" y="3560"/>
                      <a:pt x="3065" y="3567"/>
                    </a:cubicBezTo>
                    <a:lnTo>
                      <a:pt x="3065" y="3567"/>
                    </a:lnTo>
                    <a:cubicBezTo>
                      <a:pt x="3068" y="3573"/>
                      <a:pt x="3065" y="3580"/>
                      <a:pt x="3059" y="3583"/>
                    </a:cubicBezTo>
                    <a:cubicBezTo>
                      <a:pt x="3053" y="3587"/>
                      <a:pt x="3045" y="3584"/>
                      <a:pt x="3042" y="3578"/>
                    </a:cubicBezTo>
                    <a:close/>
                    <a:moveTo>
                      <a:pt x="3021" y="3532"/>
                    </a:moveTo>
                    <a:lnTo>
                      <a:pt x="3021" y="3532"/>
                    </a:lnTo>
                    <a:cubicBezTo>
                      <a:pt x="3018" y="3526"/>
                      <a:pt x="3020" y="3519"/>
                      <a:pt x="3027" y="3516"/>
                    </a:cubicBezTo>
                    <a:cubicBezTo>
                      <a:pt x="3033" y="3513"/>
                      <a:pt x="3040" y="3515"/>
                      <a:pt x="3043" y="3521"/>
                    </a:cubicBezTo>
                    <a:lnTo>
                      <a:pt x="3043" y="3521"/>
                    </a:lnTo>
                    <a:cubicBezTo>
                      <a:pt x="3047" y="3527"/>
                      <a:pt x="3044" y="3535"/>
                      <a:pt x="3038" y="3538"/>
                    </a:cubicBezTo>
                    <a:cubicBezTo>
                      <a:pt x="3032" y="3541"/>
                      <a:pt x="3024" y="3539"/>
                      <a:pt x="3021" y="3532"/>
                    </a:cubicBezTo>
                    <a:close/>
                    <a:moveTo>
                      <a:pt x="3000" y="3487"/>
                    </a:moveTo>
                    <a:lnTo>
                      <a:pt x="3000" y="3487"/>
                    </a:lnTo>
                    <a:cubicBezTo>
                      <a:pt x="2997" y="3481"/>
                      <a:pt x="2999" y="3473"/>
                      <a:pt x="3006" y="3470"/>
                    </a:cubicBezTo>
                    <a:cubicBezTo>
                      <a:pt x="3012" y="3467"/>
                      <a:pt x="3019" y="3470"/>
                      <a:pt x="3022" y="3476"/>
                    </a:cubicBezTo>
                    <a:lnTo>
                      <a:pt x="3022" y="3476"/>
                    </a:lnTo>
                    <a:cubicBezTo>
                      <a:pt x="3025" y="3482"/>
                      <a:pt x="3023" y="3490"/>
                      <a:pt x="3017" y="3493"/>
                    </a:cubicBezTo>
                    <a:cubicBezTo>
                      <a:pt x="3011" y="3496"/>
                      <a:pt x="3003" y="3493"/>
                      <a:pt x="3000" y="3487"/>
                    </a:cubicBezTo>
                    <a:close/>
                    <a:moveTo>
                      <a:pt x="2979" y="3442"/>
                    </a:moveTo>
                    <a:lnTo>
                      <a:pt x="2979" y="3442"/>
                    </a:lnTo>
                    <a:cubicBezTo>
                      <a:pt x="2976" y="3436"/>
                      <a:pt x="2978" y="3428"/>
                      <a:pt x="2984" y="3425"/>
                    </a:cubicBezTo>
                    <a:cubicBezTo>
                      <a:pt x="2991" y="3422"/>
                      <a:pt x="2998" y="3424"/>
                      <a:pt x="3001" y="3431"/>
                    </a:cubicBezTo>
                    <a:lnTo>
                      <a:pt x="3001" y="3431"/>
                    </a:lnTo>
                    <a:cubicBezTo>
                      <a:pt x="3004" y="3437"/>
                      <a:pt x="3002" y="3444"/>
                      <a:pt x="2996" y="3447"/>
                    </a:cubicBezTo>
                    <a:cubicBezTo>
                      <a:pt x="2990" y="3450"/>
                      <a:pt x="2982" y="3448"/>
                      <a:pt x="2979" y="3442"/>
                    </a:cubicBezTo>
                    <a:close/>
                    <a:moveTo>
                      <a:pt x="2958" y="3396"/>
                    </a:moveTo>
                    <a:lnTo>
                      <a:pt x="2958" y="3396"/>
                    </a:lnTo>
                    <a:cubicBezTo>
                      <a:pt x="2955" y="3390"/>
                      <a:pt x="2957" y="3383"/>
                      <a:pt x="2963" y="3380"/>
                    </a:cubicBezTo>
                    <a:cubicBezTo>
                      <a:pt x="2970" y="3376"/>
                      <a:pt x="2977" y="3379"/>
                      <a:pt x="2980" y="3385"/>
                    </a:cubicBezTo>
                    <a:lnTo>
                      <a:pt x="2980" y="3385"/>
                    </a:lnTo>
                    <a:cubicBezTo>
                      <a:pt x="2983" y="3391"/>
                      <a:pt x="2981" y="3399"/>
                      <a:pt x="2975" y="3402"/>
                    </a:cubicBezTo>
                    <a:cubicBezTo>
                      <a:pt x="2968" y="3405"/>
                      <a:pt x="2961" y="3403"/>
                      <a:pt x="2958" y="3396"/>
                    </a:cubicBezTo>
                    <a:close/>
                    <a:moveTo>
                      <a:pt x="2937" y="3351"/>
                    </a:moveTo>
                    <a:lnTo>
                      <a:pt x="2937" y="3351"/>
                    </a:lnTo>
                    <a:cubicBezTo>
                      <a:pt x="2934" y="3345"/>
                      <a:pt x="2936" y="3337"/>
                      <a:pt x="2942" y="3334"/>
                    </a:cubicBezTo>
                    <a:cubicBezTo>
                      <a:pt x="2948" y="3331"/>
                      <a:pt x="2956" y="3334"/>
                      <a:pt x="2959" y="3340"/>
                    </a:cubicBezTo>
                    <a:lnTo>
                      <a:pt x="2959" y="3340"/>
                    </a:lnTo>
                    <a:cubicBezTo>
                      <a:pt x="2962" y="3346"/>
                      <a:pt x="2960" y="3353"/>
                      <a:pt x="2954" y="3357"/>
                    </a:cubicBezTo>
                    <a:cubicBezTo>
                      <a:pt x="2947" y="3360"/>
                      <a:pt x="2940" y="3357"/>
                      <a:pt x="2937" y="3351"/>
                    </a:cubicBezTo>
                    <a:close/>
                    <a:moveTo>
                      <a:pt x="2916" y="3306"/>
                    </a:moveTo>
                    <a:lnTo>
                      <a:pt x="2916" y="3306"/>
                    </a:lnTo>
                    <a:cubicBezTo>
                      <a:pt x="2913" y="3299"/>
                      <a:pt x="2915" y="3292"/>
                      <a:pt x="2921" y="3289"/>
                    </a:cubicBezTo>
                    <a:cubicBezTo>
                      <a:pt x="2927" y="3286"/>
                      <a:pt x="2935" y="3288"/>
                      <a:pt x="2938" y="3294"/>
                    </a:cubicBezTo>
                    <a:lnTo>
                      <a:pt x="2938" y="3294"/>
                    </a:lnTo>
                    <a:cubicBezTo>
                      <a:pt x="2941" y="3301"/>
                      <a:pt x="2939" y="3308"/>
                      <a:pt x="2932" y="3311"/>
                    </a:cubicBezTo>
                    <a:cubicBezTo>
                      <a:pt x="2926" y="3314"/>
                      <a:pt x="2919" y="3312"/>
                      <a:pt x="2916" y="3306"/>
                    </a:cubicBezTo>
                    <a:close/>
                    <a:moveTo>
                      <a:pt x="2895" y="3260"/>
                    </a:moveTo>
                    <a:lnTo>
                      <a:pt x="2895" y="3260"/>
                    </a:lnTo>
                    <a:cubicBezTo>
                      <a:pt x="2891" y="3254"/>
                      <a:pt x="2894" y="3247"/>
                      <a:pt x="2900" y="3243"/>
                    </a:cubicBezTo>
                    <a:cubicBezTo>
                      <a:pt x="2906" y="3240"/>
                      <a:pt x="2914" y="3243"/>
                      <a:pt x="2917" y="3249"/>
                    </a:cubicBezTo>
                    <a:lnTo>
                      <a:pt x="2917" y="3249"/>
                    </a:lnTo>
                    <a:cubicBezTo>
                      <a:pt x="2920" y="3255"/>
                      <a:pt x="2918" y="3263"/>
                      <a:pt x="2911" y="3266"/>
                    </a:cubicBezTo>
                    <a:cubicBezTo>
                      <a:pt x="2905" y="3269"/>
                      <a:pt x="2898" y="3266"/>
                      <a:pt x="2895" y="3260"/>
                    </a:cubicBezTo>
                    <a:close/>
                    <a:moveTo>
                      <a:pt x="2873" y="3215"/>
                    </a:moveTo>
                    <a:lnTo>
                      <a:pt x="2873" y="3215"/>
                    </a:lnTo>
                    <a:cubicBezTo>
                      <a:pt x="2870" y="3209"/>
                      <a:pt x="2873" y="3201"/>
                      <a:pt x="2879" y="3198"/>
                    </a:cubicBezTo>
                    <a:cubicBezTo>
                      <a:pt x="2885" y="3195"/>
                      <a:pt x="2893" y="3198"/>
                      <a:pt x="2896" y="3204"/>
                    </a:cubicBezTo>
                    <a:lnTo>
                      <a:pt x="2896" y="3204"/>
                    </a:lnTo>
                    <a:cubicBezTo>
                      <a:pt x="2899" y="3210"/>
                      <a:pt x="2896" y="3217"/>
                      <a:pt x="2890" y="3220"/>
                    </a:cubicBezTo>
                    <a:cubicBezTo>
                      <a:pt x="2884" y="3224"/>
                      <a:pt x="2877" y="3221"/>
                      <a:pt x="2873" y="3215"/>
                    </a:cubicBezTo>
                    <a:close/>
                    <a:moveTo>
                      <a:pt x="2852" y="3170"/>
                    </a:moveTo>
                    <a:lnTo>
                      <a:pt x="2852" y="3170"/>
                    </a:lnTo>
                    <a:cubicBezTo>
                      <a:pt x="2849" y="3163"/>
                      <a:pt x="2852" y="3156"/>
                      <a:pt x="2858" y="3153"/>
                    </a:cubicBezTo>
                    <a:cubicBezTo>
                      <a:pt x="2864" y="3150"/>
                      <a:pt x="2872" y="3152"/>
                      <a:pt x="2875" y="3158"/>
                    </a:cubicBezTo>
                    <a:lnTo>
                      <a:pt x="2875" y="3158"/>
                    </a:lnTo>
                    <a:cubicBezTo>
                      <a:pt x="2878" y="3164"/>
                      <a:pt x="2875" y="3172"/>
                      <a:pt x="2869" y="3175"/>
                    </a:cubicBezTo>
                    <a:cubicBezTo>
                      <a:pt x="2863" y="3178"/>
                      <a:pt x="2856" y="3176"/>
                      <a:pt x="2852" y="3170"/>
                    </a:cubicBezTo>
                    <a:close/>
                    <a:moveTo>
                      <a:pt x="2831" y="3124"/>
                    </a:moveTo>
                    <a:lnTo>
                      <a:pt x="2831" y="3124"/>
                    </a:lnTo>
                    <a:cubicBezTo>
                      <a:pt x="2828" y="3118"/>
                      <a:pt x="2831" y="3111"/>
                      <a:pt x="2837" y="3107"/>
                    </a:cubicBezTo>
                    <a:cubicBezTo>
                      <a:pt x="2843" y="3104"/>
                      <a:pt x="2850" y="3107"/>
                      <a:pt x="2854" y="3113"/>
                    </a:cubicBezTo>
                    <a:lnTo>
                      <a:pt x="2854" y="3113"/>
                    </a:lnTo>
                    <a:cubicBezTo>
                      <a:pt x="2857" y="3119"/>
                      <a:pt x="2854" y="3127"/>
                      <a:pt x="2848" y="3130"/>
                    </a:cubicBezTo>
                    <a:cubicBezTo>
                      <a:pt x="2842" y="3133"/>
                      <a:pt x="2835" y="3130"/>
                      <a:pt x="2831" y="3124"/>
                    </a:cubicBezTo>
                    <a:close/>
                    <a:moveTo>
                      <a:pt x="2810" y="3079"/>
                    </a:moveTo>
                    <a:lnTo>
                      <a:pt x="2810" y="3079"/>
                    </a:lnTo>
                    <a:cubicBezTo>
                      <a:pt x="2807" y="3073"/>
                      <a:pt x="2810" y="3065"/>
                      <a:pt x="2816" y="3062"/>
                    </a:cubicBezTo>
                    <a:cubicBezTo>
                      <a:pt x="2822" y="3059"/>
                      <a:pt x="2829" y="3061"/>
                      <a:pt x="2833" y="3067"/>
                    </a:cubicBezTo>
                    <a:lnTo>
                      <a:pt x="2833" y="3068"/>
                    </a:lnTo>
                    <a:cubicBezTo>
                      <a:pt x="2836" y="3074"/>
                      <a:pt x="2833" y="3081"/>
                      <a:pt x="2827" y="3084"/>
                    </a:cubicBezTo>
                    <a:cubicBezTo>
                      <a:pt x="2821" y="3087"/>
                      <a:pt x="2813" y="3085"/>
                      <a:pt x="2810" y="3079"/>
                    </a:cubicBezTo>
                    <a:close/>
                    <a:moveTo>
                      <a:pt x="2789" y="3034"/>
                    </a:moveTo>
                    <a:lnTo>
                      <a:pt x="2789" y="3034"/>
                    </a:lnTo>
                    <a:cubicBezTo>
                      <a:pt x="2786" y="3027"/>
                      <a:pt x="2788" y="3020"/>
                      <a:pt x="2795" y="3017"/>
                    </a:cubicBezTo>
                    <a:cubicBezTo>
                      <a:pt x="2801" y="3014"/>
                      <a:pt x="2808" y="3016"/>
                      <a:pt x="2811" y="3022"/>
                    </a:cubicBezTo>
                    <a:lnTo>
                      <a:pt x="2811" y="3022"/>
                    </a:lnTo>
                    <a:cubicBezTo>
                      <a:pt x="2815" y="3028"/>
                      <a:pt x="2812" y="3036"/>
                      <a:pt x="2806" y="3039"/>
                    </a:cubicBezTo>
                    <a:cubicBezTo>
                      <a:pt x="2800" y="3042"/>
                      <a:pt x="2792" y="3040"/>
                      <a:pt x="2789" y="3034"/>
                    </a:cubicBezTo>
                    <a:close/>
                    <a:moveTo>
                      <a:pt x="2768" y="2988"/>
                    </a:moveTo>
                    <a:lnTo>
                      <a:pt x="2768" y="2988"/>
                    </a:lnTo>
                    <a:cubicBezTo>
                      <a:pt x="2765" y="2982"/>
                      <a:pt x="2767" y="2974"/>
                      <a:pt x="2774" y="2971"/>
                    </a:cubicBezTo>
                    <a:cubicBezTo>
                      <a:pt x="2780" y="2968"/>
                      <a:pt x="2787" y="2971"/>
                      <a:pt x="2790" y="2977"/>
                    </a:cubicBezTo>
                    <a:lnTo>
                      <a:pt x="2790" y="2977"/>
                    </a:lnTo>
                    <a:cubicBezTo>
                      <a:pt x="2794" y="2983"/>
                      <a:pt x="2791" y="2990"/>
                      <a:pt x="2785" y="2994"/>
                    </a:cubicBezTo>
                    <a:cubicBezTo>
                      <a:pt x="2779" y="2997"/>
                      <a:pt x="2771" y="2994"/>
                      <a:pt x="2768" y="2988"/>
                    </a:cubicBezTo>
                    <a:close/>
                    <a:moveTo>
                      <a:pt x="2747" y="2943"/>
                    </a:moveTo>
                    <a:lnTo>
                      <a:pt x="2747" y="2943"/>
                    </a:lnTo>
                    <a:cubicBezTo>
                      <a:pt x="2744" y="2937"/>
                      <a:pt x="2746" y="2929"/>
                      <a:pt x="2752" y="2926"/>
                    </a:cubicBezTo>
                    <a:cubicBezTo>
                      <a:pt x="2759" y="2923"/>
                      <a:pt x="2766" y="2925"/>
                      <a:pt x="2769" y="2931"/>
                    </a:cubicBezTo>
                    <a:lnTo>
                      <a:pt x="2769" y="2931"/>
                    </a:lnTo>
                    <a:cubicBezTo>
                      <a:pt x="2772" y="2938"/>
                      <a:pt x="2770" y="2945"/>
                      <a:pt x="2764" y="2948"/>
                    </a:cubicBezTo>
                    <a:cubicBezTo>
                      <a:pt x="2758" y="2951"/>
                      <a:pt x="2750" y="2949"/>
                      <a:pt x="2747" y="2943"/>
                    </a:cubicBezTo>
                    <a:close/>
                    <a:moveTo>
                      <a:pt x="2726" y="2897"/>
                    </a:moveTo>
                    <a:lnTo>
                      <a:pt x="2726" y="2897"/>
                    </a:lnTo>
                    <a:cubicBezTo>
                      <a:pt x="2723" y="2891"/>
                      <a:pt x="2725" y="2884"/>
                      <a:pt x="2731" y="2881"/>
                    </a:cubicBezTo>
                    <a:cubicBezTo>
                      <a:pt x="2738" y="2877"/>
                      <a:pt x="2745" y="2880"/>
                      <a:pt x="2748" y="2886"/>
                    </a:cubicBezTo>
                    <a:lnTo>
                      <a:pt x="2748" y="2886"/>
                    </a:lnTo>
                    <a:cubicBezTo>
                      <a:pt x="2751" y="2892"/>
                      <a:pt x="2749" y="2900"/>
                      <a:pt x="2743" y="2903"/>
                    </a:cubicBezTo>
                    <a:cubicBezTo>
                      <a:pt x="2737" y="2906"/>
                      <a:pt x="2729" y="2904"/>
                      <a:pt x="2726" y="2897"/>
                    </a:cubicBezTo>
                    <a:close/>
                    <a:moveTo>
                      <a:pt x="2705" y="2852"/>
                    </a:moveTo>
                    <a:lnTo>
                      <a:pt x="2705" y="2852"/>
                    </a:lnTo>
                    <a:cubicBezTo>
                      <a:pt x="2702" y="2846"/>
                      <a:pt x="2704" y="2838"/>
                      <a:pt x="2710" y="2835"/>
                    </a:cubicBezTo>
                    <a:cubicBezTo>
                      <a:pt x="2716" y="2832"/>
                      <a:pt x="2724" y="2835"/>
                      <a:pt x="2727" y="2841"/>
                    </a:cubicBezTo>
                    <a:lnTo>
                      <a:pt x="2727" y="2841"/>
                    </a:lnTo>
                    <a:cubicBezTo>
                      <a:pt x="2730" y="2847"/>
                      <a:pt x="2728" y="2854"/>
                      <a:pt x="2722" y="2858"/>
                    </a:cubicBezTo>
                    <a:cubicBezTo>
                      <a:pt x="2716" y="2861"/>
                      <a:pt x="2708" y="2858"/>
                      <a:pt x="2705" y="2852"/>
                    </a:cubicBezTo>
                    <a:close/>
                    <a:moveTo>
                      <a:pt x="2684" y="2807"/>
                    </a:moveTo>
                    <a:lnTo>
                      <a:pt x="2684" y="2807"/>
                    </a:lnTo>
                    <a:cubicBezTo>
                      <a:pt x="2681" y="2801"/>
                      <a:pt x="2683" y="2793"/>
                      <a:pt x="2689" y="2790"/>
                    </a:cubicBezTo>
                    <a:cubicBezTo>
                      <a:pt x="2695" y="2787"/>
                      <a:pt x="2703" y="2789"/>
                      <a:pt x="2706" y="2795"/>
                    </a:cubicBezTo>
                    <a:lnTo>
                      <a:pt x="2706" y="2795"/>
                    </a:lnTo>
                    <a:cubicBezTo>
                      <a:pt x="2709" y="2801"/>
                      <a:pt x="2707" y="2809"/>
                      <a:pt x="2701" y="2812"/>
                    </a:cubicBezTo>
                    <a:cubicBezTo>
                      <a:pt x="2694" y="2815"/>
                      <a:pt x="2687" y="2813"/>
                      <a:pt x="2684" y="2807"/>
                    </a:cubicBezTo>
                    <a:close/>
                    <a:moveTo>
                      <a:pt x="2663" y="2761"/>
                    </a:moveTo>
                    <a:lnTo>
                      <a:pt x="2663" y="2761"/>
                    </a:lnTo>
                    <a:cubicBezTo>
                      <a:pt x="2660" y="2755"/>
                      <a:pt x="2662" y="2748"/>
                      <a:pt x="2668" y="2744"/>
                    </a:cubicBezTo>
                    <a:cubicBezTo>
                      <a:pt x="2674" y="2741"/>
                      <a:pt x="2682" y="2744"/>
                      <a:pt x="2685" y="2750"/>
                    </a:cubicBezTo>
                    <a:lnTo>
                      <a:pt x="2685" y="2750"/>
                    </a:lnTo>
                    <a:cubicBezTo>
                      <a:pt x="2688" y="2756"/>
                      <a:pt x="2686" y="2764"/>
                      <a:pt x="2680" y="2767"/>
                    </a:cubicBezTo>
                    <a:cubicBezTo>
                      <a:pt x="2673" y="2770"/>
                      <a:pt x="2666" y="2767"/>
                      <a:pt x="2663" y="2761"/>
                    </a:cubicBezTo>
                    <a:close/>
                    <a:moveTo>
                      <a:pt x="2642" y="2716"/>
                    </a:moveTo>
                    <a:lnTo>
                      <a:pt x="2642" y="2716"/>
                    </a:lnTo>
                    <a:cubicBezTo>
                      <a:pt x="2638" y="2710"/>
                      <a:pt x="2641" y="2702"/>
                      <a:pt x="2647" y="2699"/>
                    </a:cubicBezTo>
                    <a:cubicBezTo>
                      <a:pt x="2653" y="2696"/>
                      <a:pt x="2661" y="2698"/>
                      <a:pt x="2664" y="2705"/>
                    </a:cubicBezTo>
                    <a:lnTo>
                      <a:pt x="2664" y="2705"/>
                    </a:lnTo>
                    <a:cubicBezTo>
                      <a:pt x="2667" y="2711"/>
                      <a:pt x="2665" y="2718"/>
                      <a:pt x="2658" y="2721"/>
                    </a:cubicBezTo>
                    <a:cubicBezTo>
                      <a:pt x="2652" y="2725"/>
                      <a:pt x="2645" y="2722"/>
                      <a:pt x="2642" y="2716"/>
                    </a:cubicBezTo>
                    <a:close/>
                    <a:moveTo>
                      <a:pt x="2621" y="2671"/>
                    </a:moveTo>
                    <a:lnTo>
                      <a:pt x="2621" y="2671"/>
                    </a:lnTo>
                    <a:cubicBezTo>
                      <a:pt x="2617" y="2664"/>
                      <a:pt x="2620" y="2657"/>
                      <a:pt x="2626" y="2654"/>
                    </a:cubicBezTo>
                    <a:cubicBezTo>
                      <a:pt x="2632" y="2651"/>
                      <a:pt x="2640" y="2653"/>
                      <a:pt x="2643" y="2659"/>
                    </a:cubicBezTo>
                    <a:lnTo>
                      <a:pt x="2643" y="2659"/>
                    </a:lnTo>
                    <a:cubicBezTo>
                      <a:pt x="2646" y="2665"/>
                      <a:pt x="2643" y="2673"/>
                      <a:pt x="2637" y="2676"/>
                    </a:cubicBezTo>
                    <a:cubicBezTo>
                      <a:pt x="2631" y="2679"/>
                      <a:pt x="2624" y="2677"/>
                      <a:pt x="2621" y="2671"/>
                    </a:cubicBezTo>
                    <a:close/>
                    <a:moveTo>
                      <a:pt x="2599" y="2625"/>
                    </a:moveTo>
                    <a:lnTo>
                      <a:pt x="2599" y="2625"/>
                    </a:lnTo>
                    <a:cubicBezTo>
                      <a:pt x="2596" y="2619"/>
                      <a:pt x="2599" y="2612"/>
                      <a:pt x="2605" y="2608"/>
                    </a:cubicBezTo>
                    <a:cubicBezTo>
                      <a:pt x="2611" y="2605"/>
                      <a:pt x="2619" y="2608"/>
                      <a:pt x="2622" y="2614"/>
                    </a:cubicBezTo>
                    <a:lnTo>
                      <a:pt x="2622" y="2614"/>
                    </a:lnTo>
                    <a:cubicBezTo>
                      <a:pt x="2625" y="2620"/>
                      <a:pt x="2622" y="2628"/>
                      <a:pt x="2616" y="2631"/>
                    </a:cubicBezTo>
                    <a:cubicBezTo>
                      <a:pt x="2610" y="2634"/>
                      <a:pt x="2603" y="2631"/>
                      <a:pt x="2599" y="2625"/>
                    </a:cubicBezTo>
                    <a:close/>
                    <a:moveTo>
                      <a:pt x="2578" y="2580"/>
                    </a:moveTo>
                    <a:lnTo>
                      <a:pt x="2578" y="2580"/>
                    </a:lnTo>
                    <a:cubicBezTo>
                      <a:pt x="2575" y="2574"/>
                      <a:pt x="2578" y="2566"/>
                      <a:pt x="2584" y="2563"/>
                    </a:cubicBezTo>
                    <a:cubicBezTo>
                      <a:pt x="2590" y="2560"/>
                      <a:pt x="2597" y="2562"/>
                      <a:pt x="2601" y="2568"/>
                    </a:cubicBezTo>
                    <a:lnTo>
                      <a:pt x="2601" y="2568"/>
                    </a:lnTo>
                    <a:cubicBezTo>
                      <a:pt x="2604" y="2575"/>
                      <a:pt x="2601" y="2582"/>
                      <a:pt x="2595" y="2585"/>
                    </a:cubicBezTo>
                    <a:cubicBezTo>
                      <a:pt x="2589" y="2588"/>
                      <a:pt x="2582" y="2586"/>
                      <a:pt x="2578" y="2580"/>
                    </a:cubicBezTo>
                    <a:close/>
                    <a:moveTo>
                      <a:pt x="2557" y="2535"/>
                    </a:moveTo>
                    <a:lnTo>
                      <a:pt x="2557" y="2534"/>
                    </a:lnTo>
                    <a:cubicBezTo>
                      <a:pt x="2554" y="2528"/>
                      <a:pt x="2557" y="2521"/>
                      <a:pt x="2563" y="2518"/>
                    </a:cubicBezTo>
                    <a:cubicBezTo>
                      <a:pt x="2569" y="2515"/>
                      <a:pt x="2576" y="2517"/>
                      <a:pt x="2580" y="2523"/>
                    </a:cubicBezTo>
                    <a:lnTo>
                      <a:pt x="2580" y="2523"/>
                    </a:lnTo>
                    <a:cubicBezTo>
                      <a:pt x="2583" y="2529"/>
                      <a:pt x="2580" y="2537"/>
                      <a:pt x="2574" y="2540"/>
                    </a:cubicBezTo>
                    <a:cubicBezTo>
                      <a:pt x="2568" y="2543"/>
                      <a:pt x="2560" y="2541"/>
                      <a:pt x="2557" y="2535"/>
                    </a:cubicBezTo>
                    <a:close/>
                    <a:moveTo>
                      <a:pt x="2536" y="2489"/>
                    </a:moveTo>
                    <a:lnTo>
                      <a:pt x="2536" y="2489"/>
                    </a:lnTo>
                    <a:cubicBezTo>
                      <a:pt x="2533" y="2483"/>
                      <a:pt x="2535" y="2475"/>
                      <a:pt x="2542" y="2472"/>
                    </a:cubicBezTo>
                    <a:cubicBezTo>
                      <a:pt x="2548" y="2469"/>
                      <a:pt x="2555" y="2472"/>
                      <a:pt x="2558" y="2478"/>
                    </a:cubicBezTo>
                    <a:lnTo>
                      <a:pt x="2558" y="2478"/>
                    </a:lnTo>
                    <a:cubicBezTo>
                      <a:pt x="2562" y="2484"/>
                      <a:pt x="2559" y="2491"/>
                      <a:pt x="2553" y="2495"/>
                    </a:cubicBezTo>
                    <a:cubicBezTo>
                      <a:pt x="2547" y="2498"/>
                      <a:pt x="2539" y="2495"/>
                      <a:pt x="2536" y="2489"/>
                    </a:cubicBezTo>
                    <a:close/>
                    <a:moveTo>
                      <a:pt x="2515" y="2444"/>
                    </a:moveTo>
                    <a:lnTo>
                      <a:pt x="2515" y="2444"/>
                    </a:lnTo>
                    <a:cubicBezTo>
                      <a:pt x="2512" y="2438"/>
                      <a:pt x="2514" y="2430"/>
                      <a:pt x="2521" y="2427"/>
                    </a:cubicBezTo>
                    <a:cubicBezTo>
                      <a:pt x="2527" y="2424"/>
                      <a:pt x="2534" y="2426"/>
                      <a:pt x="2537" y="2432"/>
                    </a:cubicBezTo>
                    <a:lnTo>
                      <a:pt x="2537" y="2432"/>
                    </a:lnTo>
                    <a:cubicBezTo>
                      <a:pt x="2541" y="2439"/>
                      <a:pt x="2538" y="2446"/>
                      <a:pt x="2532" y="2449"/>
                    </a:cubicBezTo>
                    <a:cubicBezTo>
                      <a:pt x="2526" y="2452"/>
                      <a:pt x="2518" y="2450"/>
                      <a:pt x="2515" y="2444"/>
                    </a:cubicBezTo>
                    <a:close/>
                    <a:moveTo>
                      <a:pt x="2494" y="2398"/>
                    </a:moveTo>
                    <a:lnTo>
                      <a:pt x="2494" y="2398"/>
                    </a:lnTo>
                    <a:cubicBezTo>
                      <a:pt x="2491" y="2392"/>
                      <a:pt x="2493" y="2385"/>
                      <a:pt x="2499" y="2382"/>
                    </a:cubicBezTo>
                    <a:cubicBezTo>
                      <a:pt x="2506" y="2378"/>
                      <a:pt x="2513" y="2381"/>
                      <a:pt x="2516" y="2387"/>
                    </a:cubicBezTo>
                    <a:lnTo>
                      <a:pt x="2516" y="2387"/>
                    </a:lnTo>
                    <a:cubicBezTo>
                      <a:pt x="2519" y="2393"/>
                      <a:pt x="2517" y="2401"/>
                      <a:pt x="2511" y="2404"/>
                    </a:cubicBezTo>
                    <a:cubicBezTo>
                      <a:pt x="2505" y="2407"/>
                      <a:pt x="2497" y="2405"/>
                      <a:pt x="2494" y="2398"/>
                    </a:cubicBezTo>
                    <a:close/>
                    <a:moveTo>
                      <a:pt x="2473" y="2353"/>
                    </a:moveTo>
                    <a:lnTo>
                      <a:pt x="2473" y="2353"/>
                    </a:lnTo>
                    <a:cubicBezTo>
                      <a:pt x="2470" y="2347"/>
                      <a:pt x="2472" y="2339"/>
                      <a:pt x="2478" y="2336"/>
                    </a:cubicBezTo>
                    <a:cubicBezTo>
                      <a:pt x="2485" y="2333"/>
                      <a:pt x="2492" y="2335"/>
                      <a:pt x="2495" y="2342"/>
                    </a:cubicBezTo>
                    <a:lnTo>
                      <a:pt x="2495" y="2342"/>
                    </a:lnTo>
                    <a:cubicBezTo>
                      <a:pt x="2498" y="2348"/>
                      <a:pt x="2496" y="2355"/>
                      <a:pt x="2490" y="2358"/>
                    </a:cubicBezTo>
                    <a:cubicBezTo>
                      <a:pt x="2484" y="2362"/>
                      <a:pt x="2476" y="2359"/>
                      <a:pt x="2473" y="2353"/>
                    </a:cubicBezTo>
                    <a:close/>
                    <a:moveTo>
                      <a:pt x="2452" y="2308"/>
                    </a:moveTo>
                    <a:lnTo>
                      <a:pt x="2452" y="2308"/>
                    </a:lnTo>
                    <a:cubicBezTo>
                      <a:pt x="2449" y="2302"/>
                      <a:pt x="2451" y="2294"/>
                      <a:pt x="2457" y="2291"/>
                    </a:cubicBezTo>
                    <a:cubicBezTo>
                      <a:pt x="2463" y="2288"/>
                      <a:pt x="2471" y="2290"/>
                      <a:pt x="2474" y="2296"/>
                    </a:cubicBezTo>
                    <a:lnTo>
                      <a:pt x="2474" y="2296"/>
                    </a:lnTo>
                    <a:cubicBezTo>
                      <a:pt x="2477" y="2302"/>
                      <a:pt x="2475" y="2310"/>
                      <a:pt x="2469" y="2313"/>
                    </a:cubicBezTo>
                    <a:cubicBezTo>
                      <a:pt x="2463" y="2316"/>
                      <a:pt x="2455" y="2314"/>
                      <a:pt x="2452" y="2308"/>
                    </a:cubicBezTo>
                    <a:close/>
                    <a:moveTo>
                      <a:pt x="2431" y="2262"/>
                    </a:moveTo>
                    <a:lnTo>
                      <a:pt x="2431" y="2262"/>
                    </a:lnTo>
                    <a:cubicBezTo>
                      <a:pt x="2428" y="2256"/>
                      <a:pt x="2430" y="2249"/>
                      <a:pt x="2436" y="2245"/>
                    </a:cubicBezTo>
                    <a:cubicBezTo>
                      <a:pt x="2442" y="2242"/>
                      <a:pt x="2450" y="2245"/>
                      <a:pt x="2453" y="2251"/>
                    </a:cubicBezTo>
                    <a:lnTo>
                      <a:pt x="2453" y="2251"/>
                    </a:lnTo>
                    <a:cubicBezTo>
                      <a:pt x="2456" y="2257"/>
                      <a:pt x="2454" y="2265"/>
                      <a:pt x="2448" y="2268"/>
                    </a:cubicBezTo>
                    <a:cubicBezTo>
                      <a:pt x="2441" y="2271"/>
                      <a:pt x="2434" y="2268"/>
                      <a:pt x="2431" y="2262"/>
                    </a:cubicBezTo>
                    <a:close/>
                    <a:moveTo>
                      <a:pt x="2410" y="2217"/>
                    </a:moveTo>
                    <a:lnTo>
                      <a:pt x="2410" y="2217"/>
                    </a:lnTo>
                    <a:cubicBezTo>
                      <a:pt x="2407" y="2211"/>
                      <a:pt x="2409" y="2203"/>
                      <a:pt x="2415" y="2200"/>
                    </a:cubicBezTo>
                    <a:cubicBezTo>
                      <a:pt x="2421" y="2197"/>
                      <a:pt x="2429" y="2199"/>
                      <a:pt x="2432" y="2206"/>
                    </a:cubicBezTo>
                    <a:lnTo>
                      <a:pt x="2432" y="2206"/>
                    </a:lnTo>
                    <a:cubicBezTo>
                      <a:pt x="2435" y="2212"/>
                      <a:pt x="2433" y="2219"/>
                      <a:pt x="2427" y="2222"/>
                    </a:cubicBezTo>
                    <a:cubicBezTo>
                      <a:pt x="2420" y="2226"/>
                      <a:pt x="2413" y="2223"/>
                      <a:pt x="2410" y="2217"/>
                    </a:cubicBezTo>
                    <a:close/>
                    <a:moveTo>
                      <a:pt x="2389" y="2172"/>
                    </a:moveTo>
                    <a:lnTo>
                      <a:pt x="2389" y="2172"/>
                    </a:lnTo>
                    <a:cubicBezTo>
                      <a:pt x="2385" y="2165"/>
                      <a:pt x="2388" y="2158"/>
                      <a:pt x="2394" y="2155"/>
                    </a:cubicBezTo>
                    <a:cubicBezTo>
                      <a:pt x="2400" y="2152"/>
                      <a:pt x="2408" y="2154"/>
                      <a:pt x="2411" y="2160"/>
                    </a:cubicBezTo>
                    <a:lnTo>
                      <a:pt x="2411" y="2160"/>
                    </a:lnTo>
                    <a:cubicBezTo>
                      <a:pt x="2414" y="2166"/>
                      <a:pt x="2412" y="2174"/>
                      <a:pt x="2405" y="2177"/>
                    </a:cubicBezTo>
                    <a:cubicBezTo>
                      <a:pt x="2399" y="2180"/>
                      <a:pt x="2392" y="2178"/>
                      <a:pt x="2389" y="2172"/>
                    </a:cubicBezTo>
                    <a:close/>
                    <a:moveTo>
                      <a:pt x="2368" y="2126"/>
                    </a:moveTo>
                    <a:lnTo>
                      <a:pt x="2368" y="2126"/>
                    </a:lnTo>
                    <a:cubicBezTo>
                      <a:pt x="2364" y="2120"/>
                      <a:pt x="2367" y="2113"/>
                      <a:pt x="2373" y="2109"/>
                    </a:cubicBezTo>
                    <a:cubicBezTo>
                      <a:pt x="2379" y="2106"/>
                      <a:pt x="2387" y="2109"/>
                      <a:pt x="2390" y="2115"/>
                    </a:cubicBezTo>
                    <a:lnTo>
                      <a:pt x="2390" y="2115"/>
                    </a:lnTo>
                    <a:cubicBezTo>
                      <a:pt x="2393" y="2121"/>
                      <a:pt x="2390" y="2129"/>
                      <a:pt x="2384" y="2132"/>
                    </a:cubicBezTo>
                    <a:cubicBezTo>
                      <a:pt x="2378" y="2135"/>
                      <a:pt x="2371" y="2132"/>
                      <a:pt x="2368" y="2126"/>
                    </a:cubicBezTo>
                    <a:close/>
                    <a:moveTo>
                      <a:pt x="2346" y="2081"/>
                    </a:moveTo>
                    <a:lnTo>
                      <a:pt x="2346" y="2081"/>
                    </a:lnTo>
                    <a:cubicBezTo>
                      <a:pt x="2343" y="2075"/>
                      <a:pt x="2346" y="2067"/>
                      <a:pt x="2352" y="2064"/>
                    </a:cubicBezTo>
                    <a:cubicBezTo>
                      <a:pt x="2358" y="2061"/>
                      <a:pt x="2366" y="2063"/>
                      <a:pt x="2369" y="2069"/>
                    </a:cubicBezTo>
                    <a:lnTo>
                      <a:pt x="2369" y="2069"/>
                    </a:lnTo>
                    <a:cubicBezTo>
                      <a:pt x="2372" y="2076"/>
                      <a:pt x="2369" y="2083"/>
                      <a:pt x="2363" y="2086"/>
                    </a:cubicBezTo>
                    <a:cubicBezTo>
                      <a:pt x="2357" y="2089"/>
                      <a:pt x="2350" y="2087"/>
                      <a:pt x="2346" y="2081"/>
                    </a:cubicBezTo>
                    <a:close/>
                    <a:moveTo>
                      <a:pt x="2325" y="2035"/>
                    </a:moveTo>
                    <a:lnTo>
                      <a:pt x="2325" y="2035"/>
                    </a:lnTo>
                    <a:cubicBezTo>
                      <a:pt x="2322" y="2029"/>
                      <a:pt x="2325" y="2022"/>
                      <a:pt x="2331" y="2019"/>
                    </a:cubicBezTo>
                    <a:cubicBezTo>
                      <a:pt x="2337" y="2015"/>
                      <a:pt x="2344" y="2018"/>
                      <a:pt x="2348" y="2024"/>
                    </a:cubicBezTo>
                    <a:lnTo>
                      <a:pt x="2348" y="2024"/>
                    </a:lnTo>
                    <a:cubicBezTo>
                      <a:pt x="2351" y="2030"/>
                      <a:pt x="2348" y="2038"/>
                      <a:pt x="2342" y="2041"/>
                    </a:cubicBezTo>
                    <a:cubicBezTo>
                      <a:pt x="2336" y="2044"/>
                      <a:pt x="2328" y="2042"/>
                      <a:pt x="2325" y="2035"/>
                    </a:cubicBezTo>
                    <a:close/>
                    <a:moveTo>
                      <a:pt x="2304" y="1990"/>
                    </a:moveTo>
                    <a:lnTo>
                      <a:pt x="2304" y="1990"/>
                    </a:lnTo>
                    <a:cubicBezTo>
                      <a:pt x="2301" y="1984"/>
                      <a:pt x="2304" y="1976"/>
                      <a:pt x="2310" y="1973"/>
                    </a:cubicBezTo>
                    <a:cubicBezTo>
                      <a:pt x="2316" y="1970"/>
                      <a:pt x="2323" y="1973"/>
                      <a:pt x="2327" y="1979"/>
                    </a:cubicBezTo>
                    <a:lnTo>
                      <a:pt x="2327" y="1979"/>
                    </a:lnTo>
                    <a:cubicBezTo>
                      <a:pt x="2330" y="1985"/>
                      <a:pt x="2327" y="1992"/>
                      <a:pt x="2321" y="1996"/>
                    </a:cubicBezTo>
                    <a:cubicBezTo>
                      <a:pt x="2315" y="1999"/>
                      <a:pt x="2307" y="1996"/>
                      <a:pt x="2304" y="1990"/>
                    </a:cubicBezTo>
                    <a:close/>
                    <a:moveTo>
                      <a:pt x="2283" y="1945"/>
                    </a:moveTo>
                    <a:lnTo>
                      <a:pt x="2283" y="1945"/>
                    </a:lnTo>
                    <a:cubicBezTo>
                      <a:pt x="2280" y="1939"/>
                      <a:pt x="2282" y="1931"/>
                      <a:pt x="2289" y="1928"/>
                    </a:cubicBezTo>
                    <a:cubicBezTo>
                      <a:pt x="2295" y="1925"/>
                      <a:pt x="2302" y="1927"/>
                      <a:pt x="2305" y="1933"/>
                    </a:cubicBezTo>
                    <a:lnTo>
                      <a:pt x="2305" y="1933"/>
                    </a:lnTo>
                    <a:cubicBezTo>
                      <a:pt x="2309" y="1940"/>
                      <a:pt x="2306" y="1947"/>
                      <a:pt x="2300" y="1950"/>
                    </a:cubicBezTo>
                    <a:cubicBezTo>
                      <a:pt x="2294" y="1953"/>
                      <a:pt x="2286" y="1951"/>
                      <a:pt x="2283" y="1945"/>
                    </a:cubicBezTo>
                    <a:close/>
                    <a:moveTo>
                      <a:pt x="2262" y="1899"/>
                    </a:moveTo>
                    <a:lnTo>
                      <a:pt x="2262" y="1899"/>
                    </a:lnTo>
                    <a:cubicBezTo>
                      <a:pt x="2259" y="1893"/>
                      <a:pt x="2261" y="1886"/>
                      <a:pt x="2268" y="1883"/>
                    </a:cubicBezTo>
                    <a:cubicBezTo>
                      <a:pt x="2274" y="1879"/>
                      <a:pt x="2281" y="1882"/>
                      <a:pt x="2284" y="1888"/>
                    </a:cubicBezTo>
                    <a:lnTo>
                      <a:pt x="2284" y="1888"/>
                    </a:lnTo>
                    <a:cubicBezTo>
                      <a:pt x="2288" y="1894"/>
                      <a:pt x="2285" y="1902"/>
                      <a:pt x="2279" y="1905"/>
                    </a:cubicBezTo>
                    <a:cubicBezTo>
                      <a:pt x="2273" y="1908"/>
                      <a:pt x="2265" y="1906"/>
                      <a:pt x="2262" y="1899"/>
                    </a:cubicBezTo>
                    <a:close/>
                    <a:moveTo>
                      <a:pt x="2241" y="1854"/>
                    </a:moveTo>
                    <a:lnTo>
                      <a:pt x="2241" y="1854"/>
                    </a:lnTo>
                    <a:cubicBezTo>
                      <a:pt x="2238" y="1848"/>
                      <a:pt x="2240" y="1840"/>
                      <a:pt x="2246" y="1837"/>
                    </a:cubicBezTo>
                    <a:cubicBezTo>
                      <a:pt x="2253" y="1834"/>
                      <a:pt x="2260" y="1836"/>
                      <a:pt x="2263" y="1843"/>
                    </a:cubicBezTo>
                    <a:lnTo>
                      <a:pt x="2263" y="1843"/>
                    </a:lnTo>
                    <a:cubicBezTo>
                      <a:pt x="2266" y="1849"/>
                      <a:pt x="2264" y="1856"/>
                      <a:pt x="2258" y="1859"/>
                    </a:cubicBezTo>
                    <a:cubicBezTo>
                      <a:pt x="2252" y="1863"/>
                      <a:pt x="2244" y="1860"/>
                      <a:pt x="2241" y="1854"/>
                    </a:cubicBezTo>
                    <a:close/>
                    <a:moveTo>
                      <a:pt x="2220" y="1809"/>
                    </a:moveTo>
                    <a:lnTo>
                      <a:pt x="2220" y="1809"/>
                    </a:lnTo>
                    <a:cubicBezTo>
                      <a:pt x="2217" y="1802"/>
                      <a:pt x="2219" y="1795"/>
                      <a:pt x="2225" y="1792"/>
                    </a:cubicBezTo>
                    <a:cubicBezTo>
                      <a:pt x="2232" y="1789"/>
                      <a:pt x="2239" y="1791"/>
                      <a:pt x="2242" y="1797"/>
                    </a:cubicBezTo>
                    <a:lnTo>
                      <a:pt x="2242" y="1797"/>
                    </a:lnTo>
                    <a:cubicBezTo>
                      <a:pt x="2245" y="1803"/>
                      <a:pt x="2243" y="1811"/>
                      <a:pt x="2237" y="1814"/>
                    </a:cubicBezTo>
                    <a:cubicBezTo>
                      <a:pt x="2231" y="1817"/>
                      <a:pt x="2223" y="1815"/>
                      <a:pt x="2220" y="1809"/>
                    </a:cubicBezTo>
                    <a:close/>
                    <a:moveTo>
                      <a:pt x="2199" y="1763"/>
                    </a:moveTo>
                    <a:lnTo>
                      <a:pt x="2199" y="1763"/>
                    </a:lnTo>
                    <a:cubicBezTo>
                      <a:pt x="2196" y="1757"/>
                      <a:pt x="2198" y="1750"/>
                      <a:pt x="2204" y="1746"/>
                    </a:cubicBezTo>
                    <a:cubicBezTo>
                      <a:pt x="2210" y="1743"/>
                      <a:pt x="2218" y="1746"/>
                      <a:pt x="2221" y="1752"/>
                    </a:cubicBezTo>
                    <a:lnTo>
                      <a:pt x="2221" y="1752"/>
                    </a:lnTo>
                    <a:cubicBezTo>
                      <a:pt x="2224" y="1758"/>
                      <a:pt x="2222" y="1766"/>
                      <a:pt x="2216" y="1769"/>
                    </a:cubicBezTo>
                    <a:cubicBezTo>
                      <a:pt x="2210" y="1772"/>
                      <a:pt x="2202" y="1769"/>
                      <a:pt x="2199" y="1763"/>
                    </a:cubicBezTo>
                    <a:close/>
                    <a:moveTo>
                      <a:pt x="2178" y="1718"/>
                    </a:moveTo>
                    <a:lnTo>
                      <a:pt x="2178" y="1718"/>
                    </a:lnTo>
                    <a:cubicBezTo>
                      <a:pt x="2175" y="1712"/>
                      <a:pt x="2177" y="1704"/>
                      <a:pt x="2183" y="1701"/>
                    </a:cubicBezTo>
                    <a:cubicBezTo>
                      <a:pt x="2189" y="1698"/>
                      <a:pt x="2197" y="1700"/>
                      <a:pt x="2200" y="1707"/>
                    </a:cubicBezTo>
                    <a:lnTo>
                      <a:pt x="2200" y="1707"/>
                    </a:lnTo>
                    <a:cubicBezTo>
                      <a:pt x="2203" y="1713"/>
                      <a:pt x="2201" y="1720"/>
                      <a:pt x="2195" y="1723"/>
                    </a:cubicBezTo>
                    <a:cubicBezTo>
                      <a:pt x="2188" y="1727"/>
                      <a:pt x="2181" y="1724"/>
                      <a:pt x="2178" y="1718"/>
                    </a:cubicBezTo>
                    <a:close/>
                    <a:moveTo>
                      <a:pt x="2157" y="1673"/>
                    </a:moveTo>
                    <a:lnTo>
                      <a:pt x="2157" y="1673"/>
                    </a:lnTo>
                    <a:cubicBezTo>
                      <a:pt x="2154" y="1666"/>
                      <a:pt x="2156" y="1659"/>
                      <a:pt x="2162" y="1656"/>
                    </a:cubicBezTo>
                    <a:cubicBezTo>
                      <a:pt x="2168" y="1653"/>
                      <a:pt x="2176" y="1655"/>
                      <a:pt x="2179" y="1661"/>
                    </a:cubicBezTo>
                    <a:lnTo>
                      <a:pt x="2179" y="1661"/>
                    </a:lnTo>
                    <a:cubicBezTo>
                      <a:pt x="2182" y="1667"/>
                      <a:pt x="2180" y="1675"/>
                      <a:pt x="2174" y="1678"/>
                    </a:cubicBezTo>
                    <a:cubicBezTo>
                      <a:pt x="2167" y="1681"/>
                      <a:pt x="2160" y="1679"/>
                      <a:pt x="2157" y="1673"/>
                    </a:cubicBezTo>
                    <a:close/>
                    <a:moveTo>
                      <a:pt x="2136" y="1627"/>
                    </a:moveTo>
                    <a:lnTo>
                      <a:pt x="2136" y="1627"/>
                    </a:lnTo>
                    <a:cubicBezTo>
                      <a:pt x="2132" y="1621"/>
                      <a:pt x="2135" y="1613"/>
                      <a:pt x="2141" y="1610"/>
                    </a:cubicBezTo>
                    <a:cubicBezTo>
                      <a:pt x="2147" y="1607"/>
                      <a:pt x="2155" y="1610"/>
                      <a:pt x="2158" y="1616"/>
                    </a:cubicBezTo>
                    <a:lnTo>
                      <a:pt x="2158" y="1616"/>
                    </a:lnTo>
                    <a:cubicBezTo>
                      <a:pt x="2161" y="1622"/>
                      <a:pt x="2159" y="1629"/>
                      <a:pt x="2152" y="1633"/>
                    </a:cubicBezTo>
                    <a:cubicBezTo>
                      <a:pt x="2146" y="1636"/>
                      <a:pt x="2139" y="1633"/>
                      <a:pt x="2136" y="1627"/>
                    </a:cubicBezTo>
                    <a:close/>
                    <a:moveTo>
                      <a:pt x="2115" y="1582"/>
                    </a:moveTo>
                    <a:lnTo>
                      <a:pt x="2115" y="1582"/>
                    </a:lnTo>
                    <a:cubicBezTo>
                      <a:pt x="2111" y="1576"/>
                      <a:pt x="2114" y="1568"/>
                      <a:pt x="2120" y="1565"/>
                    </a:cubicBezTo>
                    <a:cubicBezTo>
                      <a:pt x="2126" y="1562"/>
                      <a:pt x="2134" y="1564"/>
                      <a:pt x="2137" y="1570"/>
                    </a:cubicBezTo>
                    <a:lnTo>
                      <a:pt x="2137" y="1570"/>
                    </a:lnTo>
                    <a:cubicBezTo>
                      <a:pt x="2140" y="1577"/>
                      <a:pt x="2137" y="1584"/>
                      <a:pt x="2131" y="1587"/>
                    </a:cubicBezTo>
                    <a:cubicBezTo>
                      <a:pt x="2125" y="1590"/>
                      <a:pt x="2118" y="1588"/>
                      <a:pt x="2115" y="1582"/>
                    </a:cubicBezTo>
                    <a:close/>
                    <a:moveTo>
                      <a:pt x="2093" y="1536"/>
                    </a:moveTo>
                    <a:lnTo>
                      <a:pt x="2093" y="1536"/>
                    </a:lnTo>
                    <a:cubicBezTo>
                      <a:pt x="2090" y="1530"/>
                      <a:pt x="2093" y="1523"/>
                      <a:pt x="2099" y="1520"/>
                    </a:cubicBezTo>
                    <a:cubicBezTo>
                      <a:pt x="2105" y="1516"/>
                      <a:pt x="2113" y="1519"/>
                      <a:pt x="2116" y="1525"/>
                    </a:cubicBezTo>
                    <a:lnTo>
                      <a:pt x="2116" y="1525"/>
                    </a:lnTo>
                    <a:cubicBezTo>
                      <a:pt x="2119" y="1531"/>
                      <a:pt x="2116" y="1539"/>
                      <a:pt x="2110" y="1542"/>
                    </a:cubicBezTo>
                    <a:cubicBezTo>
                      <a:pt x="2104" y="1545"/>
                      <a:pt x="2097" y="1543"/>
                      <a:pt x="2093" y="1536"/>
                    </a:cubicBezTo>
                    <a:close/>
                    <a:moveTo>
                      <a:pt x="2072" y="1491"/>
                    </a:moveTo>
                    <a:lnTo>
                      <a:pt x="2072" y="1491"/>
                    </a:lnTo>
                    <a:cubicBezTo>
                      <a:pt x="2069" y="1485"/>
                      <a:pt x="2072" y="1477"/>
                      <a:pt x="2078" y="1474"/>
                    </a:cubicBezTo>
                    <a:cubicBezTo>
                      <a:pt x="2084" y="1471"/>
                      <a:pt x="2091" y="1474"/>
                      <a:pt x="2095" y="1480"/>
                    </a:cubicBezTo>
                    <a:lnTo>
                      <a:pt x="2095" y="1480"/>
                    </a:lnTo>
                    <a:cubicBezTo>
                      <a:pt x="2098" y="1486"/>
                      <a:pt x="2095" y="1493"/>
                      <a:pt x="2089" y="1497"/>
                    </a:cubicBezTo>
                    <a:cubicBezTo>
                      <a:pt x="2083" y="1500"/>
                      <a:pt x="2075" y="1497"/>
                      <a:pt x="2072" y="1491"/>
                    </a:cubicBezTo>
                    <a:close/>
                    <a:moveTo>
                      <a:pt x="2051" y="1446"/>
                    </a:moveTo>
                    <a:lnTo>
                      <a:pt x="2051" y="1446"/>
                    </a:lnTo>
                    <a:cubicBezTo>
                      <a:pt x="2048" y="1440"/>
                      <a:pt x="2051" y="1432"/>
                      <a:pt x="2057" y="1429"/>
                    </a:cubicBezTo>
                    <a:cubicBezTo>
                      <a:pt x="2063" y="1426"/>
                      <a:pt x="2070" y="1428"/>
                      <a:pt x="2074" y="1434"/>
                    </a:cubicBezTo>
                    <a:lnTo>
                      <a:pt x="2074" y="1434"/>
                    </a:lnTo>
                    <a:cubicBezTo>
                      <a:pt x="2077" y="1441"/>
                      <a:pt x="2074" y="1448"/>
                      <a:pt x="2068" y="1451"/>
                    </a:cubicBezTo>
                    <a:cubicBezTo>
                      <a:pt x="2062" y="1454"/>
                      <a:pt x="2054" y="1452"/>
                      <a:pt x="2051" y="1446"/>
                    </a:cubicBezTo>
                    <a:close/>
                    <a:moveTo>
                      <a:pt x="2030" y="1400"/>
                    </a:moveTo>
                    <a:lnTo>
                      <a:pt x="2030" y="1400"/>
                    </a:lnTo>
                    <a:cubicBezTo>
                      <a:pt x="2027" y="1394"/>
                      <a:pt x="2029" y="1387"/>
                      <a:pt x="2036" y="1384"/>
                    </a:cubicBezTo>
                    <a:cubicBezTo>
                      <a:pt x="2042" y="1380"/>
                      <a:pt x="2049" y="1383"/>
                      <a:pt x="2052" y="1389"/>
                    </a:cubicBezTo>
                    <a:lnTo>
                      <a:pt x="2052" y="1389"/>
                    </a:lnTo>
                    <a:cubicBezTo>
                      <a:pt x="2056" y="1395"/>
                      <a:pt x="2053" y="1403"/>
                      <a:pt x="2047" y="1406"/>
                    </a:cubicBezTo>
                    <a:cubicBezTo>
                      <a:pt x="2041" y="1409"/>
                      <a:pt x="2033" y="1407"/>
                      <a:pt x="2030" y="1400"/>
                    </a:cubicBezTo>
                    <a:close/>
                    <a:moveTo>
                      <a:pt x="2009" y="1355"/>
                    </a:moveTo>
                    <a:lnTo>
                      <a:pt x="2009" y="1355"/>
                    </a:lnTo>
                    <a:cubicBezTo>
                      <a:pt x="2006" y="1349"/>
                      <a:pt x="2008" y="1341"/>
                      <a:pt x="2015" y="1338"/>
                    </a:cubicBezTo>
                    <a:cubicBezTo>
                      <a:pt x="2021" y="1335"/>
                      <a:pt x="2028" y="1337"/>
                      <a:pt x="2031" y="1344"/>
                    </a:cubicBezTo>
                    <a:lnTo>
                      <a:pt x="2031" y="1344"/>
                    </a:lnTo>
                    <a:cubicBezTo>
                      <a:pt x="2035" y="1350"/>
                      <a:pt x="2032" y="1357"/>
                      <a:pt x="2026" y="1360"/>
                    </a:cubicBezTo>
                    <a:cubicBezTo>
                      <a:pt x="2020" y="1364"/>
                      <a:pt x="2012" y="1361"/>
                      <a:pt x="2009" y="1355"/>
                    </a:cubicBezTo>
                    <a:close/>
                    <a:moveTo>
                      <a:pt x="1988" y="1310"/>
                    </a:moveTo>
                    <a:lnTo>
                      <a:pt x="1988" y="1310"/>
                    </a:lnTo>
                    <a:cubicBezTo>
                      <a:pt x="1985" y="1303"/>
                      <a:pt x="1987" y="1296"/>
                      <a:pt x="1993" y="1293"/>
                    </a:cubicBezTo>
                    <a:cubicBezTo>
                      <a:pt x="2000" y="1290"/>
                      <a:pt x="2007" y="1292"/>
                      <a:pt x="2010" y="1298"/>
                    </a:cubicBezTo>
                    <a:lnTo>
                      <a:pt x="2010" y="1298"/>
                    </a:lnTo>
                    <a:cubicBezTo>
                      <a:pt x="2013" y="1304"/>
                      <a:pt x="2011" y="1312"/>
                      <a:pt x="2005" y="1315"/>
                    </a:cubicBezTo>
                    <a:cubicBezTo>
                      <a:pt x="1999" y="1318"/>
                      <a:pt x="1991" y="1316"/>
                      <a:pt x="1988" y="1310"/>
                    </a:cubicBezTo>
                    <a:close/>
                    <a:moveTo>
                      <a:pt x="1967" y="1264"/>
                    </a:moveTo>
                    <a:lnTo>
                      <a:pt x="1967" y="1264"/>
                    </a:lnTo>
                    <a:cubicBezTo>
                      <a:pt x="1964" y="1258"/>
                      <a:pt x="1966" y="1251"/>
                      <a:pt x="1972" y="1247"/>
                    </a:cubicBezTo>
                    <a:cubicBezTo>
                      <a:pt x="1979" y="1244"/>
                      <a:pt x="1986" y="1247"/>
                      <a:pt x="1989" y="1253"/>
                    </a:cubicBezTo>
                    <a:lnTo>
                      <a:pt x="1989" y="1253"/>
                    </a:lnTo>
                    <a:cubicBezTo>
                      <a:pt x="1992" y="1259"/>
                      <a:pt x="1990" y="1267"/>
                      <a:pt x="1984" y="1270"/>
                    </a:cubicBezTo>
                    <a:cubicBezTo>
                      <a:pt x="1978" y="1273"/>
                      <a:pt x="1970" y="1270"/>
                      <a:pt x="1967" y="1264"/>
                    </a:cubicBezTo>
                    <a:close/>
                    <a:moveTo>
                      <a:pt x="1946" y="1219"/>
                    </a:moveTo>
                    <a:lnTo>
                      <a:pt x="1946" y="1219"/>
                    </a:lnTo>
                    <a:cubicBezTo>
                      <a:pt x="1943" y="1213"/>
                      <a:pt x="1945" y="1205"/>
                      <a:pt x="1951" y="1202"/>
                    </a:cubicBezTo>
                    <a:cubicBezTo>
                      <a:pt x="1957" y="1199"/>
                      <a:pt x="1965" y="1201"/>
                      <a:pt x="1968" y="1208"/>
                    </a:cubicBezTo>
                    <a:lnTo>
                      <a:pt x="1968" y="1208"/>
                    </a:lnTo>
                    <a:cubicBezTo>
                      <a:pt x="1971" y="1214"/>
                      <a:pt x="1969" y="1221"/>
                      <a:pt x="1963" y="1224"/>
                    </a:cubicBezTo>
                    <a:cubicBezTo>
                      <a:pt x="1957" y="1227"/>
                      <a:pt x="1949" y="1225"/>
                      <a:pt x="1946" y="1219"/>
                    </a:cubicBezTo>
                    <a:close/>
                    <a:moveTo>
                      <a:pt x="1925" y="1174"/>
                    </a:moveTo>
                    <a:lnTo>
                      <a:pt x="1925" y="1174"/>
                    </a:lnTo>
                    <a:cubicBezTo>
                      <a:pt x="1922" y="1167"/>
                      <a:pt x="1924" y="1160"/>
                      <a:pt x="1930" y="1157"/>
                    </a:cubicBezTo>
                    <a:cubicBezTo>
                      <a:pt x="1936" y="1154"/>
                      <a:pt x="1944" y="1156"/>
                      <a:pt x="1947" y="1162"/>
                    </a:cubicBezTo>
                    <a:lnTo>
                      <a:pt x="1947" y="1162"/>
                    </a:lnTo>
                    <a:cubicBezTo>
                      <a:pt x="1950" y="1168"/>
                      <a:pt x="1948" y="1176"/>
                      <a:pt x="1942" y="1179"/>
                    </a:cubicBezTo>
                    <a:cubicBezTo>
                      <a:pt x="1935" y="1182"/>
                      <a:pt x="1928" y="1180"/>
                      <a:pt x="1925" y="1174"/>
                    </a:cubicBezTo>
                    <a:close/>
                    <a:moveTo>
                      <a:pt x="1904" y="1128"/>
                    </a:moveTo>
                    <a:lnTo>
                      <a:pt x="1904" y="1128"/>
                    </a:lnTo>
                    <a:cubicBezTo>
                      <a:pt x="1901" y="1122"/>
                      <a:pt x="1903" y="1114"/>
                      <a:pt x="1909" y="1111"/>
                    </a:cubicBezTo>
                    <a:cubicBezTo>
                      <a:pt x="1915" y="1108"/>
                      <a:pt x="1923" y="1111"/>
                      <a:pt x="1926" y="1117"/>
                    </a:cubicBezTo>
                    <a:lnTo>
                      <a:pt x="1926" y="1117"/>
                    </a:lnTo>
                    <a:cubicBezTo>
                      <a:pt x="1929" y="1123"/>
                      <a:pt x="1927" y="1130"/>
                      <a:pt x="1921" y="1134"/>
                    </a:cubicBezTo>
                    <a:cubicBezTo>
                      <a:pt x="1914" y="1137"/>
                      <a:pt x="1907" y="1134"/>
                      <a:pt x="1904" y="1128"/>
                    </a:cubicBezTo>
                    <a:close/>
                    <a:moveTo>
                      <a:pt x="1883" y="1083"/>
                    </a:moveTo>
                    <a:lnTo>
                      <a:pt x="1883" y="1083"/>
                    </a:lnTo>
                    <a:cubicBezTo>
                      <a:pt x="1879" y="1077"/>
                      <a:pt x="1882" y="1069"/>
                      <a:pt x="1888" y="1066"/>
                    </a:cubicBezTo>
                    <a:cubicBezTo>
                      <a:pt x="1894" y="1063"/>
                      <a:pt x="1902" y="1065"/>
                      <a:pt x="1905" y="1071"/>
                    </a:cubicBezTo>
                    <a:lnTo>
                      <a:pt x="1905" y="1071"/>
                    </a:lnTo>
                    <a:cubicBezTo>
                      <a:pt x="1908" y="1078"/>
                      <a:pt x="1906" y="1085"/>
                      <a:pt x="1899" y="1088"/>
                    </a:cubicBezTo>
                    <a:cubicBezTo>
                      <a:pt x="1893" y="1091"/>
                      <a:pt x="1886" y="1089"/>
                      <a:pt x="1883" y="1083"/>
                    </a:cubicBezTo>
                    <a:close/>
                    <a:moveTo>
                      <a:pt x="1862" y="1037"/>
                    </a:moveTo>
                    <a:lnTo>
                      <a:pt x="1862" y="1037"/>
                    </a:lnTo>
                    <a:cubicBezTo>
                      <a:pt x="1858" y="1031"/>
                      <a:pt x="1861" y="1024"/>
                      <a:pt x="1867" y="1021"/>
                    </a:cubicBezTo>
                    <a:cubicBezTo>
                      <a:pt x="1873" y="1017"/>
                      <a:pt x="1881" y="1020"/>
                      <a:pt x="1884" y="1026"/>
                    </a:cubicBezTo>
                    <a:lnTo>
                      <a:pt x="1884" y="1026"/>
                    </a:lnTo>
                    <a:cubicBezTo>
                      <a:pt x="1887" y="1032"/>
                      <a:pt x="1884" y="1040"/>
                      <a:pt x="1878" y="1043"/>
                    </a:cubicBezTo>
                    <a:cubicBezTo>
                      <a:pt x="1872" y="1046"/>
                      <a:pt x="1865" y="1044"/>
                      <a:pt x="1862" y="1037"/>
                    </a:cubicBezTo>
                    <a:close/>
                    <a:moveTo>
                      <a:pt x="1840" y="992"/>
                    </a:moveTo>
                    <a:lnTo>
                      <a:pt x="1840" y="992"/>
                    </a:lnTo>
                    <a:cubicBezTo>
                      <a:pt x="1837" y="986"/>
                      <a:pt x="1840" y="978"/>
                      <a:pt x="1846" y="975"/>
                    </a:cubicBezTo>
                    <a:cubicBezTo>
                      <a:pt x="1852" y="972"/>
                      <a:pt x="1860" y="975"/>
                      <a:pt x="1863" y="981"/>
                    </a:cubicBezTo>
                    <a:lnTo>
                      <a:pt x="1863" y="981"/>
                    </a:lnTo>
                    <a:cubicBezTo>
                      <a:pt x="1866" y="987"/>
                      <a:pt x="1863" y="994"/>
                      <a:pt x="1857" y="998"/>
                    </a:cubicBezTo>
                    <a:cubicBezTo>
                      <a:pt x="1851" y="1001"/>
                      <a:pt x="1844" y="998"/>
                      <a:pt x="1840" y="992"/>
                    </a:cubicBezTo>
                    <a:close/>
                    <a:moveTo>
                      <a:pt x="1819" y="947"/>
                    </a:moveTo>
                    <a:lnTo>
                      <a:pt x="1819" y="947"/>
                    </a:lnTo>
                    <a:cubicBezTo>
                      <a:pt x="1816" y="941"/>
                      <a:pt x="1819" y="933"/>
                      <a:pt x="1825" y="930"/>
                    </a:cubicBezTo>
                    <a:cubicBezTo>
                      <a:pt x="1831" y="927"/>
                      <a:pt x="1838" y="929"/>
                      <a:pt x="1842" y="935"/>
                    </a:cubicBezTo>
                    <a:lnTo>
                      <a:pt x="1842" y="935"/>
                    </a:lnTo>
                    <a:cubicBezTo>
                      <a:pt x="1845" y="941"/>
                      <a:pt x="1842" y="949"/>
                      <a:pt x="1836" y="952"/>
                    </a:cubicBezTo>
                    <a:cubicBezTo>
                      <a:pt x="1830" y="955"/>
                      <a:pt x="1823" y="953"/>
                      <a:pt x="1819" y="947"/>
                    </a:cubicBezTo>
                    <a:close/>
                    <a:moveTo>
                      <a:pt x="1798" y="901"/>
                    </a:moveTo>
                    <a:lnTo>
                      <a:pt x="1798" y="901"/>
                    </a:lnTo>
                    <a:cubicBezTo>
                      <a:pt x="1795" y="895"/>
                      <a:pt x="1798" y="888"/>
                      <a:pt x="1804" y="885"/>
                    </a:cubicBezTo>
                    <a:cubicBezTo>
                      <a:pt x="1810" y="881"/>
                      <a:pt x="1817" y="884"/>
                      <a:pt x="1821" y="890"/>
                    </a:cubicBezTo>
                    <a:lnTo>
                      <a:pt x="1821" y="890"/>
                    </a:lnTo>
                    <a:cubicBezTo>
                      <a:pt x="1824" y="896"/>
                      <a:pt x="1821" y="904"/>
                      <a:pt x="1815" y="907"/>
                    </a:cubicBezTo>
                    <a:cubicBezTo>
                      <a:pt x="1809" y="910"/>
                      <a:pt x="1801" y="907"/>
                      <a:pt x="1798" y="901"/>
                    </a:cubicBezTo>
                    <a:close/>
                    <a:moveTo>
                      <a:pt x="1777" y="856"/>
                    </a:moveTo>
                    <a:lnTo>
                      <a:pt x="1777" y="856"/>
                    </a:lnTo>
                    <a:cubicBezTo>
                      <a:pt x="1774" y="850"/>
                      <a:pt x="1776" y="842"/>
                      <a:pt x="1783" y="839"/>
                    </a:cubicBezTo>
                    <a:cubicBezTo>
                      <a:pt x="1789" y="836"/>
                      <a:pt x="1796" y="838"/>
                      <a:pt x="1799" y="845"/>
                    </a:cubicBezTo>
                    <a:lnTo>
                      <a:pt x="1799" y="845"/>
                    </a:lnTo>
                    <a:cubicBezTo>
                      <a:pt x="1803" y="851"/>
                      <a:pt x="1800" y="858"/>
                      <a:pt x="1794" y="861"/>
                    </a:cubicBezTo>
                    <a:cubicBezTo>
                      <a:pt x="1788" y="865"/>
                      <a:pt x="1780" y="862"/>
                      <a:pt x="1777" y="856"/>
                    </a:cubicBezTo>
                    <a:close/>
                    <a:moveTo>
                      <a:pt x="1756" y="811"/>
                    </a:moveTo>
                    <a:lnTo>
                      <a:pt x="1756" y="811"/>
                    </a:lnTo>
                    <a:cubicBezTo>
                      <a:pt x="1753" y="804"/>
                      <a:pt x="1755" y="797"/>
                      <a:pt x="1762" y="794"/>
                    </a:cubicBezTo>
                    <a:cubicBezTo>
                      <a:pt x="1768" y="791"/>
                      <a:pt x="1775" y="793"/>
                      <a:pt x="1778" y="799"/>
                    </a:cubicBezTo>
                    <a:lnTo>
                      <a:pt x="1778" y="799"/>
                    </a:lnTo>
                    <a:cubicBezTo>
                      <a:pt x="1782" y="805"/>
                      <a:pt x="1779" y="813"/>
                      <a:pt x="1773" y="816"/>
                    </a:cubicBezTo>
                    <a:cubicBezTo>
                      <a:pt x="1767" y="819"/>
                      <a:pt x="1759" y="817"/>
                      <a:pt x="1756" y="811"/>
                    </a:cubicBezTo>
                    <a:close/>
                    <a:moveTo>
                      <a:pt x="1735" y="765"/>
                    </a:moveTo>
                    <a:lnTo>
                      <a:pt x="1735" y="765"/>
                    </a:lnTo>
                    <a:cubicBezTo>
                      <a:pt x="1732" y="759"/>
                      <a:pt x="1734" y="752"/>
                      <a:pt x="1740" y="748"/>
                    </a:cubicBezTo>
                    <a:cubicBezTo>
                      <a:pt x="1747" y="745"/>
                      <a:pt x="1754" y="748"/>
                      <a:pt x="1757" y="754"/>
                    </a:cubicBezTo>
                    <a:lnTo>
                      <a:pt x="1757" y="754"/>
                    </a:lnTo>
                    <a:cubicBezTo>
                      <a:pt x="1760" y="760"/>
                      <a:pt x="1758" y="768"/>
                      <a:pt x="1752" y="771"/>
                    </a:cubicBezTo>
                    <a:cubicBezTo>
                      <a:pt x="1746" y="774"/>
                      <a:pt x="1738" y="771"/>
                      <a:pt x="1735" y="765"/>
                    </a:cubicBezTo>
                    <a:close/>
                    <a:moveTo>
                      <a:pt x="1714" y="720"/>
                    </a:moveTo>
                    <a:lnTo>
                      <a:pt x="1714" y="720"/>
                    </a:lnTo>
                    <a:cubicBezTo>
                      <a:pt x="1711" y="714"/>
                      <a:pt x="1713" y="706"/>
                      <a:pt x="1719" y="703"/>
                    </a:cubicBezTo>
                    <a:cubicBezTo>
                      <a:pt x="1726" y="700"/>
                      <a:pt x="1733" y="702"/>
                      <a:pt x="1736" y="708"/>
                    </a:cubicBezTo>
                    <a:lnTo>
                      <a:pt x="1736" y="709"/>
                    </a:lnTo>
                    <a:cubicBezTo>
                      <a:pt x="1739" y="715"/>
                      <a:pt x="1737" y="722"/>
                      <a:pt x="1731" y="725"/>
                    </a:cubicBezTo>
                    <a:cubicBezTo>
                      <a:pt x="1725" y="728"/>
                      <a:pt x="1717" y="726"/>
                      <a:pt x="1714" y="720"/>
                    </a:cubicBezTo>
                    <a:close/>
                    <a:moveTo>
                      <a:pt x="1693" y="675"/>
                    </a:moveTo>
                    <a:lnTo>
                      <a:pt x="1693" y="674"/>
                    </a:lnTo>
                    <a:cubicBezTo>
                      <a:pt x="1690" y="668"/>
                      <a:pt x="1692" y="661"/>
                      <a:pt x="1698" y="658"/>
                    </a:cubicBezTo>
                    <a:cubicBezTo>
                      <a:pt x="1704" y="655"/>
                      <a:pt x="1712" y="657"/>
                      <a:pt x="1715" y="663"/>
                    </a:cubicBezTo>
                    <a:lnTo>
                      <a:pt x="1715" y="663"/>
                    </a:lnTo>
                    <a:cubicBezTo>
                      <a:pt x="1718" y="669"/>
                      <a:pt x="1716" y="677"/>
                      <a:pt x="1710" y="680"/>
                    </a:cubicBezTo>
                    <a:cubicBezTo>
                      <a:pt x="1704" y="683"/>
                      <a:pt x="1696" y="681"/>
                      <a:pt x="1693" y="675"/>
                    </a:cubicBezTo>
                    <a:close/>
                    <a:moveTo>
                      <a:pt x="1672" y="629"/>
                    </a:moveTo>
                    <a:lnTo>
                      <a:pt x="1672" y="629"/>
                    </a:lnTo>
                    <a:cubicBezTo>
                      <a:pt x="1669" y="623"/>
                      <a:pt x="1671" y="615"/>
                      <a:pt x="1677" y="612"/>
                    </a:cubicBezTo>
                    <a:cubicBezTo>
                      <a:pt x="1683" y="609"/>
                      <a:pt x="1691" y="612"/>
                      <a:pt x="1694" y="618"/>
                    </a:cubicBezTo>
                    <a:lnTo>
                      <a:pt x="1694" y="618"/>
                    </a:lnTo>
                    <a:cubicBezTo>
                      <a:pt x="1697" y="624"/>
                      <a:pt x="1695" y="631"/>
                      <a:pt x="1689" y="635"/>
                    </a:cubicBezTo>
                    <a:cubicBezTo>
                      <a:pt x="1682" y="638"/>
                      <a:pt x="1675" y="635"/>
                      <a:pt x="1672" y="629"/>
                    </a:cubicBezTo>
                    <a:close/>
                    <a:moveTo>
                      <a:pt x="1651" y="584"/>
                    </a:moveTo>
                    <a:lnTo>
                      <a:pt x="1651" y="584"/>
                    </a:lnTo>
                    <a:cubicBezTo>
                      <a:pt x="1648" y="578"/>
                      <a:pt x="1650" y="570"/>
                      <a:pt x="1656" y="567"/>
                    </a:cubicBezTo>
                    <a:cubicBezTo>
                      <a:pt x="1662" y="564"/>
                      <a:pt x="1670" y="566"/>
                      <a:pt x="1673" y="572"/>
                    </a:cubicBezTo>
                    <a:lnTo>
                      <a:pt x="1673" y="572"/>
                    </a:lnTo>
                    <a:cubicBezTo>
                      <a:pt x="1676" y="579"/>
                      <a:pt x="1674" y="586"/>
                      <a:pt x="1668" y="589"/>
                    </a:cubicBezTo>
                    <a:cubicBezTo>
                      <a:pt x="1661" y="592"/>
                      <a:pt x="1654" y="590"/>
                      <a:pt x="1651" y="584"/>
                    </a:cubicBezTo>
                    <a:close/>
                    <a:moveTo>
                      <a:pt x="1630" y="538"/>
                    </a:moveTo>
                    <a:lnTo>
                      <a:pt x="1630" y="538"/>
                    </a:lnTo>
                    <a:cubicBezTo>
                      <a:pt x="1626" y="532"/>
                      <a:pt x="1629" y="525"/>
                      <a:pt x="1635" y="522"/>
                    </a:cubicBezTo>
                    <a:cubicBezTo>
                      <a:pt x="1641" y="518"/>
                      <a:pt x="1649" y="521"/>
                      <a:pt x="1652" y="527"/>
                    </a:cubicBezTo>
                    <a:lnTo>
                      <a:pt x="1652" y="527"/>
                    </a:lnTo>
                    <a:cubicBezTo>
                      <a:pt x="1655" y="533"/>
                      <a:pt x="1653" y="541"/>
                      <a:pt x="1646" y="544"/>
                    </a:cubicBezTo>
                    <a:cubicBezTo>
                      <a:pt x="1640" y="547"/>
                      <a:pt x="1633" y="545"/>
                      <a:pt x="1630" y="538"/>
                    </a:cubicBezTo>
                    <a:close/>
                    <a:moveTo>
                      <a:pt x="1609" y="493"/>
                    </a:moveTo>
                    <a:lnTo>
                      <a:pt x="1609" y="493"/>
                    </a:lnTo>
                    <a:cubicBezTo>
                      <a:pt x="1605" y="487"/>
                      <a:pt x="1608" y="479"/>
                      <a:pt x="1614" y="476"/>
                    </a:cubicBezTo>
                    <a:cubicBezTo>
                      <a:pt x="1620" y="473"/>
                      <a:pt x="1628" y="476"/>
                      <a:pt x="1631" y="482"/>
                    </a:cubicBezTo>
                    <a:lnTo>
                      <a:pt x="1631" y="482"/>
                    </a:lnTo>
                    <a:cubicBezTo>
                      <a:pt x="1634" y="488"/>
                      <a:pt x="1632" y="495"/>
                      <a:pt x="1625" y="499"/>
                    </a:cubicBezTo>
                    <a:cubicBezTo>
                      <a:pt x="1619" y="502"/>
                      <a:pt x="1612" y="499"/>
                      <a:pt x="1609" y="493"/>
                    </a:cubicBezTo>
                    <a:close/>
                    <a:moveTo>
                      <a:pt x="1587" y="448"/>
                    </a:moveTo>
                    <a:lnTo>
                      <a:pt x="1587" y="448"/>
                    </a:lnTo>
                    <a:cubicBezTo>
                      <a:pt x="1584" y="442"/>
                      <a:pt x="1587" y="434"/>
                      <a:pt x="1593" y="431"/>
                    </a:cubicBezTo>
                    <a:cubicBezTo>
                      <a:pt x="1599" y="428"/>
                      <a:pt x="1607" y="430"/>
                      <a:pt x="1610" y="436"/>
                    </a:cubicBezTo>
                    <a:lnTo>
                      <a:pt x="1610" y="436"/>
                    </a:lnTo>
                    <a:cubicBezTo>
                      <a:pt x="1613" y="442"/>
                      <a:pt x="1610" y="450"/>
                      <a:pt x="1604" y="453"/>
                    </a:cubicBezTo>
                    <a:cubicBezTo>
                      <a:pt x="1598" y="456"/>
                      <a:pt x="1591" y="454"/>
                      <a:pt x="1587" y="448"/>
                    </a:cubicBezTo>
                    <a:close/>
                    <a:moveTo>
                      <a:pt x="1566" y="402"/>
                    </a:moveTo>
                    <a:lnTo>
                      <a:pt x="1566" y="402"/>
                    </a:lnTo>
                    <a:cubicBezTo>
                      <a:pt x="1563" y="396"/>
                      <a:pt x="1566" y="389"/>
                      <a:pt x="1572" y="385"/>
                    </a:cubicBezTo>
                    <a:cubicBezTo>
                      <a:pt x="1578" y="382"/>
                      <a:pt x="1586" y="385"/>
                      <a:pt x="1589" y="391"/>
                    </a:cubicBezTo>
                    <a:lnTo>
                      <a:pt x="1589" y="391"/>
                    </a:lnTo>
                    <a:cubicBezTo>
                      <a:pt x="1592" y="397"/>
                      <a:pt x="1589" y="405"/>
                      <a:pt x="1583" y="408"/>
                    </a:cubicBezTo>
                    <a:cubicBezTo>
                      <a:pt x="1577" y="411"/>
                      <a:pt x="1570" y="408"/>
                      <a:pt x="1566" y="402"/>
                    </a:cubicBezTo>
                    <a:close/>
                    <a:moveTo>
                      <a:pt x="1545" y="357"/>
                    </a:moveTo>
                    <a:lnTo>
                      <a:pt x="1545" y="357"/>
                    </a:lnTo>
                    <a:cubicBezTo>
                      <a:pt x="1542" y="351"/>
                      <a:pt x="1545" y="343"/>
                      <a:pt x="1551" y="340"/>
                    </a:cubicBezTo>
                    <a:cubicBezTo>
                      <a:pt x="1557" y="337"/>
                      <a:pt x="1564" y="339"/>
                      <a:pt x="1568" y="346"/>
                    </a:cubicBezTo>
                    <a:lnTo>
                      <a:pt x="1568" y="346"/>
                    </a:lnTo>
                    <a:cubicBezTo>
                      <a:pt x="1571" y="352"/>
                      <a:pt x="1568" y="359"/>
                      <a:pt x="1562" y="362"/>
                    </a:cubicBezTo>
                    <a:cubicBezTo>
                      <a:pt x="1556" y="366"/>
                      <a:pt x="1548" y="363"/>
                      <a:pt x="1545" y="357"/>
                    </a:cubicBezTo>
                    <a:close/>
                    <a:moveTo>
                      <a:pt x="1524" y="312"/>
                    </a:moveTo>
                    <a:lnTo>
                      <a:pt x="1524" y="312"/>
                    </a:lnTo>
                    <a:cubicBezTo>
                      <a:pt x="1521" y="305"/>
                      <a:pt x="1524" y="298"/>
                      <a:pt x="1530" y="295"/>
                    </a:cubicBezTo>
                    <a:cubicBezTo>
                      <a:pt x="1536" y="292"/>
                      <a:pt x="1543" y="294"/>
                      <a:pt x="1546" y="300"/>
                    </a:cubicBezTo>
                    <a:lnTo>
                      <a:pt x="1546" y="300"/>
                    </a:lnTo>
                    <a:cubicBezTo>
                      <a:pt x="1550" y="306"/>
                      <a:pt x="1547" y="314"/>
                      <a:pt x="1541" y="317"/>
                    </a:cubicBezTo>
                    <a:cubicBezTo>
                      <a:pt x="1535" y="320"/>
                      <a:pt x="1527" y="318"/>
                      <a:pt x="1524" y="312"/>
                    </a:cubicBezTo>
                    <a:close/>
                    <a:moveTo>
                      <a:pt x="1503" y="266"/>
                    </a:moveTo>
                    <a:lnTo>
                      <a:pt x="1503" y="266"/>
                    </a:lnTo>
                    <a:cubicBezTo>
                      <a:pt x="1500" y="260"/>
                      <a:pt x="1502" y="253"/>
                      <a:pt x="1509" y="249"/>
                    </a:cubicBezTo>
                    <a:cubicBezTo>
                      <a:pt x="1515" y="246"/>
                      <a:pt x="1522" y="249"/>
                      <a:pt x="1525" y="255"/>
                    </a:cubicBezTo>
                    <a:lnTo>
                      <a:pt x="1525" y="255"/>
                    </a:lnTo>
                    <a:cubicBezTo>
                      <a:pt x="1529" y="261"/>
                      <a:pt x="1526" y="269"/>
                      <a:pt x="1520" y="272"/>
                    </a:cubicBezTo>
                    <a:cubicBezTo>
                      <a:pt x="1514" y="275"/>
                      <a:pt x="1506" y="272"/>
                      <a:pt x="1503" y="266"/>
                    </a:cubicBezTo>
                    <a:close/>
                    <a:moveTo>
                      <a:pt x="1482" y="221"/>
                    </a:moveTo>
                    <a:lnTo>
                      <a:pt x="1482" y="221"/>
                    </a:lnTo>
                    <a:cubicBezTo>
                      <a:pt x="1479" y="215"/>
                      <a:pt x="1481" y="207"/>
                      <a:pt x="1488" y="204"/>
                    </a:cubicBezTo>
                    <a:cubicBezTo>
                      <a:pt x="1494" y="201"/>
                      <a:pt x="1501" y="203"/>
                      <a:pt x="1504" y="209"/>
                    </a:cubicBezTo>
                    <a:lnTo>
                      <a:pt x="1504" y="209"/>
                    </a:lnTo>
                    <a:cubicBezTo>
                      <a:pt x="1507" y="216"/>
                      <a:pt x="1505" y="223"/>
                      <a:pt x="1499" y="226"/>
                    </a:cubicBezTo>
                    <a:cubicBezTo>
                      <a:pt x="1493" y="229"/>
                      <a:pt x="1485" y="227"/>
                      <a:pt x="1482" y="221"/>
                    </a:cubicBezTo>
                    <a:close/>
                    <a:moveTo>
                      <a:pt x="1461" y="176"/>
                    </a:moveTo>
                    <a:lnTo>
                      <a:pt x="1461" y="175"/>
                    </a:lnTo>
                    <a:cubicBezTo>
                      <a:pt x="1458" y="169"/>
                      <a:pt x="1460" y="162"/>
                      <a:pt x="1466" y="159"/>
                    </a:cubicBezTo>
                    <a:cubicBezTo>
                      <a:pt x="1473" y="156"/>
                      <a:pt x="1480" y="158"/>
                      <a:pt x="1483" y="164"/>
                    </a:cubicBezTo>
                    <a:lnTo>
                      <a:pt x="1483" y="164"/>
                    </a:lnTo>
                    <a:cubicBezTo>
                      <a:pt x="1486" y="170"/>
                      <a:pt x="1484" y="178"/>
                      <a:pt x="1478" y="181"/>
                    </a:cubicBezTo>
                    <a:cubicBezTo>
                      <a:pt x="1472" y="184"/>
                      <a:pt x="1464" y="182"/>
                      <a:pt x="1461" y="176"/>
                    </a:cubicBezTo>
                    <a:close/>
                    <a:moveTo>
                      <a:pt x="1440" y="130"/>
                    </a:moveTo>
                    <a:lnTo>
                      <a:pt x="1440" y="130"/>
                    </a:lnTo>
                    <a:cubicBezTo>
                      <a:pt x="1437" y="124"/>
                      <a:pt x="1439" y="116"/>
                      <a:pt x="1445" y="113"/>
                    </a:cubicBezTo>
                    <a:cubicBezTo>
                      <a:pt x="1452" y="110"/>
                      <a:pt x="1459" y="113"/>
                      <a:pt x="1462" y="119"/>
                    </a:cubicBezTo>
                    <a:lnTo>
                      <a:pt x="1462" y="119"/>
                    </a:lnTo>
                    <a:cubicBezTo>
                      <a:pt x="1465" y="125"/>
                      <a:pt x="1463" y="132"/>
                      <a:pt x="1457" y="136"/>
                    </a:cubicBezTo>
                    <a:cubicBezTo>
                      <a:pt x="1451" y="139"/>
                      <a:pt x="1443" y="136"/>
                      <a:pt x="1440" y="130"/>
                    </a:cubicBezTo>
                    <a:close/>
                    <a:moveTo>
                      <a:pt x="1419" y="85"/>
                    </a:moveTo>
                    <a:lnTo>
                      <a:pt x="1419" y="85"/>
                    </a:lnTo>
                    <a:cubicBezTo>
                      <a:pt x="1416" y="79"/>
                      <a:pt x="1418" y="71"/>
                      <a:pt x="1424" y="68"/>
                    </a:cubicBezTo>
                    <a:cubicBezTo>
                      <a:pt x="1430" y="65"/>
                      <a:pt x="1438" y="67"/>
                      <a:pt x="1441" y="73"/>
                    </a:cubicBezTo>
                    <a:lnTo>
                      <a:pt x="1441" y="73"/>
                    </a:lnTo>
                    <a:cubicBezTo>
                      <a:pt x="1444" y="80"/>
                      <a:pt x="1442" y="87"/>
                      <a:pt x="1436" y="90"/>
                    </a:cubicBezTo>
                    <a:cubicBezTo>
                      <a:pt x="1430" y="93"/>
                      <a:pt x="1422" y="91"/>
                      <a:pt x="1419" y="85"/>
                    </a:cubicBezTo>
                    <a:close/>
                    <a:moveTo>
                      <a:pt x="1398" y="39"/>
                    </a:moveTo>
                    <a:lnTo>
                      <a:pt x="1398" y="39"/>
                    </a:lnTo>
                    <a:cubicBezTo>
                      <a:pt x="1395" y="33"/>
                      <a:pt x="1397" y="26"/>
                      <a:pt x="1403" y="23"/>
                    </a:cubicBezTo>
                    <a:cubicBezTo>
                      <a:pt x="1409" y="19"/>
                      <a:pt x="1417" y="22"/>
                      <a:pt x="1420" y="28"/>
                    </a:cubicBezTo>
                    <a:lnTo>
                      <a:pt x="1420" y="28"/>
                    </a:lnTo>
                    <a:cubicBezTo>
                      <a:pt x="1423" y="34"/>
                      <a:pt x="1421" y="42"/>
                      <a:pt x="1415" y="45"/>
                    </a:cubicBezTo>
                    <a:cubicBezTo>
                      <a:pt x="1408" y="48"/>
                      <a:pt x="1401" y="46"/>
                      <a:pt x="1398" y="39"/>
                    </a:cubicBezTo>
                    <a:close/>
                    <a:moveTo>
                      <a:pt x="1372" y="25"/>
                    </a:moveTo>
                    <a:lnTo>
                      <a:pt x="1372" y="25"/>
                    </a:lnTo>
                    <a:cubicBezTo>
                      <a:pt x="1366" y="25"/>
                      <a:pt x="1360" y="19"/>
                      <a:pt x="1360" y="12"/>
                    </a:cubicBezTo>
                    <a:cubicBezTo>
                      <a:pt x="1360" y="6"/>
                      <a:pt x="1366" y="0"/>
                      <a:pt x="1372" y="0"/>
                    </a:cubicBezTo>
                    <a:lnTo>
                      <a:pt x="1372" y="0"/>
                    </a:lnTo>
                    <a:cubicBezTo>
                      <a:pt x="1379" y="0"/>
                      <a:pt x="1385" y="6"/>
                      <a:pt x="1385" y="12"/>
                    </a:cubicBezTo>
                    <a:cubicBezTo>
                      <a:pt x="1385" y="19"/>
                      <a:pt x="1379" y="25"/>
                      <a:pt x="1372" y="25"/>
                    </a:cubicBezTo>
                    <a:close/>
                    <a:moveTo>
                      <a:pt x="1322" y="25"/>
                    </a:moveTo>
                    <a:lnTo>
                      <a:pt x="1322" y="25"/>
                    </a:lnTo>
                    <a:cubicBezTo>
                      <a:pt x="1315" y="25"/>
                      <a:pt x="1310" y="19"/>
                      <a:pt x="1310" y="12"/>
                    </a:cubicBezTo>
                    <a:cubicBezTo>
                      <a:pt x="1310" y="6"/>
                      <a:pt x="1315" y="0"/>
                      <a:pt x="1322" y="0"/>
                    </a:cubicBezTo>
                    <a:lnTo>
                      <a:pt x="1322" y="0"/>
                    </a:lnTo>
                    <a:cubicBezTo>
                      <a:pt x="1329" y="0"/>
                      <a:pt x="1335" y="6"/>
                      <a:pt x="1335" y="12"/>
                    </a:cubicBezTo>
                    <a:cubicBezTo>
                      <a:pt x="1335" y="19"/>
                      <a:pt x="1329" y="25"/>
                      <a:pt x="1322" y="25"/>
                    </a:cubicBezTo>
                    <a:close/>
                    <a:moveTo>
                      <a:pt x="1272" y="25"/>
                    </a:moveTo>
                    <a:lnTo>
                      <a:pt x="1272" y="25"/>
                    </a:lnTo>
                    <a:cubicBezTo>
                      <a:pt x="1265" y="25"/>
                      <a:pt x="1260" y="19"/>
                      <a:pt x="1260" y="12"/>
                    </a:cubicBezTo>
                    <a:cubicBezTo>
                      <a:pt x="1260" y="6"/>
                      <a:pt x="1265" y="0"/>
                      <a:pt x="1272" y="0"/>
                    </a:cubicBezTo>
                    <a:lnTo>
                      <a:pt x="1272" y="0"/>
                    </a:lnTo>
                    <a:cubicBezTo>
                      <a:pt x="1279" y="0"/>
                      <a:pt x="1285" y="6"/>
                      <a:pt x="1285" y="12"/>
                    </a:cubicBezTo>
                    <a:cubicBezTo>
                      <a:pt x="1285" y="19"/>
                      <a:pt x="1279" y="25"/>
                      <a:pt x="1272" y="25"/>
                    </a:cubicBezTo>
                    <a:close/>
                    <a:moveTo>
                      <a:pt x="1222" y="25"/>
                    </a:moveTo>
                    <a:lnTo>
                      <a:pt x="1222" y="25"/>
                    </a:lnTo>
                    <a:cubicBezTo>
                      <a:pt x="1215" y="25"/>
                      <a:pt x="1210" y="19"/>
                      <a:pt x="1210" y="12"/>
                    </a:cubicBezTo>
                    <a:cubicBezTo>
                      <a:pt x="1210" y="6"/>
                      <a:pt x="1215" y="0"/>
                      <a:pt x="1222" y="0"/>
                    </a:cubicBezTo>
                    <a:lnTo>
                      <a:pt x="1222" y="0"/>
                    </a:lnTo>
                    <a:cubicBezTo>
                      <a:pt x="1229" y="0"/>
                      <a:pt x="1235" y="6"/>
                      <a:pt x="1235" y="12"/>
                    </a:cubicBezTo>
                    <a:cubicBezTo>
                      <a:pt x="1235" y="19"/>
                      <a:pt x="1229" y="25"/>
                      <a:pt x="1222" y="25"/>
                    </a:cubicBezTo>
                    <a:close/>
                    <a:moveTo>
                      <a:pt x="1172" y="25"/>
                    </a:moveTo>
                    <a:lnTo>
                      <a:pt x="1172" y="25"/>
                    </a:lnTo>
                    <a:cubicBezTo>
                      <a:pt x="1165" y="25"/>
                      <a:pt x="1160" y="19"/>
                      <a:pt x="1160" y="12"/>
                    </a:cubicBezTo>
                    <a:cubicBezTo>
                      <a:pt x="1160" y="6"/>
                      <a:pt x="1165" y="0"/>
                      <a:pt x="1172" y="0"/>
                    </a:cubicBezTo>
                    <a:lnTo>
                      <a:pt x="1172" y="0"/>
                    </a:lnTo>
                    <a:cubicBezTo>
                      <a:pt x="1179" y="0"/>
                      <a:pt x="1185" y="6"/>
                      <a:pt x="1185" y="12"/>
                    </a:cubicBezTo>
                    <a:cubicBezTo>
                      <a:pt x="1185" y="19"/>
                      <a:pt x="1179" y="25"/>
                      <a:pt x="1172" y="25"/>
                    </a:cubicBezTo>
                    <a:close/>
                    <a:moveTo>
                      <a:pt x="1122" y="25"/>
                    </a:moveTo>
                    <a:lnTo>
                      <a:pt x="1122" y="25"/>
                    </a:lnTo>
                    <a:cubicBezTo>
                      <a:pt x="1115" y="25"/>
                      <a:pt x="1110" y="19"/>
                      <a:pt x="1110" y="12"/>
                    </a:cubicBezTo>
                    <a:cubicBezTo>
                      <a:pt x="1110" y="6"/>
                      <a:pt x="1115" y="0"/>
                      <a:pt x="1122" y="0"/>
                    </a:cubicBezTo>
                    <a:lnTo>
                      <a:pt x="1122" y="0"/>
                    </a:lnTo>
                    <a:cubicBezTo>
                      <a:pt x="1129" y="0"/>
                      <a:pt x="1135" y="6"/>
                      <a:pt x="1135" y="12"/>
                    </a:cubicBezTo>
                    <a:cubicBezTo>
                      <a:pt x="1135" y="19"/>
                      <a:pt x="1129" y="25"/>
                      <a:pt x="1122" y="25"/>
                    </a:cubicBezTo>
                    <a:close/>
                    <a:moveTo>
                      <a:pt x="1072" y="25"/>
                    </a:moveTo>
                    <a:lnTo>
                      <a:pt x="1072" y="25"/>
                    </a:lnTo>
                    <a:cubicBezTo>
                      <a:pt x="1065" y="25"/>
                      <a:pt x="1060" y="19"/>
                      <a:pt x="1060" y="12"/>
                    </a:cubicBezTo>
                    <a:cubicBezTo>
                      <a:pt x="1060" y="6"/>
                      <a:pt x="1065" y="0"/>
                      <a:pt x="1072" y="0"/>
                    </a:cubicBezTo>
                    <a:lnTo>
                      <a:pt x="1072" y="0"/>
                    </a:lnTo>
                    <a:cubicBezTo>
                      <a:pt x="1079" y="0"/>
                      <a:pt x="1085" y="6"/>
                      <a:pt x="1085" y="12"/>
                    </a:cubicBezTo>
                    <a:cubicBezTo>
                      <a:pt x="1085" y="19"/>
                      <a:pt x="1079" y="25"/>
                      <a:pt x="1072" y="25"/>
                    </a:cubicBezTo>
                    <a:close/>
                    <a:moveTo>
                      <a:pt x="1022" y="25"/>
                    </a:moveTo>
                    <a:lnTo>
                      <a:pt x="1022" y="25"/>
                    </a:lnTo>
                    <a:cubicBezTo>
                      <a:pt x="1015" y="25"/>
                      <a:pt x="1010" y="19"/>
                      <a:pt x="1010" y="12"/>
                    </a:cubicBezTo>
                    <a:cubicBezTo>
                      <a:pt x="1010" y="6"/>
                      <a:pt x="1015" y="0"/>
                      <a:pt x="1022" y="0"/>
                    </a:cubicBezTo>
                    <a:lnTo>
                      <a:pt x="1022" y="0"/>
                    </a:lnTo>
                    <a:cubicBezTo>
                      <a:pt x="1029" y="0"/>
                      <a:pt x="1035" y="6"/>
                      <a:pt x="1035" y="12"/>
                    </a:cubicBezTo>
                    <a:cubicBezTo>
                      <a:pt x="1035" y="19"/>
                      <a:pt x="1029" y="25"/>
                      <a:pt x="1022" y="25"/>
                    </a:cubicBezTo>
                    <a:close/>
                    <a:moveTo>
                      <a:pt x="972" y="25"/>
                    </a:moveTo>
                    <a:lnTo>
                      <a:pt x="972" y="25"/>
                    </a:lnTo>
                    <a:cubicBezTo>
                      <a:pt x="965" y="25"/>
                      <a:pt x="960" y="19"/>
                      <a:pt x="960" y="12"/>
                    </a:cubicBezTo>
                    <a:cubicBezTo>
                      <a:pt x="960" y="6"/>
                      <a:pt x="965" y="0"/>
                      <a:pt x="972" y="0"/>
                    </a:cubicBezTo>
                    <a:lnTo>
                      <a:pt x="972" y="0"/>
                    </a:lnTo>
                    <a:cubicBezTo>
                      <a:pt x="979" y="0"/>
                      <a:pt x="985" y="6"/>
                      <a:pt x="985" y="12"/>
                    </a:cubicBezTo>
                    <a:cubicBezTo>
                      <a:pt x="985" y="19"/>
                      <a:pt x="979" y="25"/>
                      <a:pt x="972" y="25"/>
                    </a:cubicBezTo>
                    <a:close/>
                    <a:moveTo>
                      <a:pt x="922" y="25"/>
                    </a:moveTo>
                    <a:lnTo>
                      <a:pt x="922" y="25"/>
                    </a:lnTo>
                    <a:cubicBezTo>
                      <a:pt x="915" y="25"/>
                      <a:pt x="910" y="19"/>
                      <a:pt x="910" y="12"/>
                    </a:cubicBezTo>
                    <a:cubicBezTo>
                      <a:pt x="910" y="6"/>
                      <a:pt x="915" y="0"/>
                      <a:pt x="922" y="0"/>
                    </a:cubicBezTo>
                    <a:lnTo>
                      <a:pt x="922" y="0"/>
                    </a:lnTo>
                    <a:cubicBezTo>
                      <a:pt x="929" y="0"/>
                      <a:pt x="935" y="6"/>
                      <a:pt x="935" y="12"/>
                    </a:cubicBezTo>
                    <a:cubicBezTo>
                      <a:pt x="935" y="19"/>
                      <a:pt x="929" y="25"/>
                      <a:pt x="922" y="25"/>
                    </a:cubicBezTo>
                    <a:close/>
                    <a:moveTo>
                      <a:pt x="872" y="25"/>
                    </a:moveTo>
                    <a:lnTo>
                      <a:pt x="872" y="25"/>
                    </a:lnTo>
                    <a:cubicBezTo>
                      <a:pt x="865" y="25"/>
                      <a:pt x="860" y="19"/>
                      <a:pt x="860" y="12"/>
                    </a:cubicBezTo>
                    <a:cubicBezTo>
                      <a:pt x="860" y="6"/>
                      <a:pt x="865" y="0"/>
                      <a:pt x="872" y="0"/>
                    </a:cubicBezTo>
                    <a:lnTo>
                      <a:pt x="872" y="0"/>
                    </a:lnTo>
                    <a:cubicBezTo>
                      <a:pt x="879" y="0"/>
                      <a:pt x="885" y="6"/>
                      <a:pt x="885" y="12"/>
                    </a:cubicBezTo>
                    <a:cubicBezTo>
                      <a:pt x="885" y="19"/>
                      <a:pt x="879" y="25"/>
                      <a:pt x="872" y="25"/>
                    </a:cubicBezTo>
                    <a:close/>
                    <a:moveTo>
                      <a:pt x="822" y="25"/>
                    </a:moveTo>
                    <a:lnTo>
                      <a:pt x="822" y="25"/>
                    </a:lnTo>
                    <a:cubicBezTo>
                      <a:pt x="815" y="25"/>
                      <a:pt x="810" y="19"/>
                      <a:pt x="810" y="12"/>
                    </a:cubicBezTo>
                    <a:cubicBezTo>
                      <a:pt x="810" y="6"/>
                      <a:pt x="815" y="0"/>
                      <a:pt x="822" y="0"/>
                    </a:cubicBezTo>
                    <a:lnTo>
                      <a:pt x="822" y="0"/>
                    </a:lnTo>
                    <a:cubicBezTo>
                      <a:pt x="829" y="0"/>
                      <a:pt x="835" y="6"/>
                      <a:pt x="835" y="12"/>
                    </a:cubicBezTo>
                    <a:cubicBezTo>
                      <a:pt x="835" y="19"/>
                      <a:pt x="829" y="25"/>
                      <a:pt x="822" y="25"/>
                    </a:cubicBezTo>
                    <a:close/>
                    <a:moveTo>
                      <a:pt x="772" y="25"/>
                    </a:moveTo>
                    <a:lnTo>
                      <a:pt x="772" y="25"/>
                    </a:lnTo>
                    <a:cubicBezTo>
                      <a:pt x="765" y="25"/>
                      <a:pt x="760" y="19"/>
                      <a:pt x="760" y="12"/>
                    </a:cubicBezTo>
                    <a:cubicBezTo>
                      <a:pt x="760" y="6"/>
                      <a:pt x="765" y="0"/>
                      <a:pt x="772" y="0"/>
                    </a:cubicBezTo>
                    <a:lnTo>
                      <a:pt x="772" y="0"/>
                    </a:lnTo>
                    <a:cubicBezTo>
                      <a:pt x="779" y="0"/>
                      <a:pt x="785" y="6"/>
                      <a:pt x="785" y="12"/>
                    </a:cubicBezTo>
                    <a:cubicBezTo>
                      <a:pt x="785" y="19"/>
                      <a:pt x="779" y="25"/>
                      <a:pt x="772" y="25"/>
                    </a:cubicBezTo>
                    <a:close/>
                    <a:moveTo>
                      <a:pt x="722" y="25"/>
                    </a:moveTo>
                    <a:lnTo>
                      <a:pt x="722" y="25"/>
                    </a:lnTo>
                    <a:cubicBezTo>
                      <a:pt x="715" y="25"/>
                      <a:pt x="710" y="19"/>
                      <a:pt x="710" y="12"/>
                    </a:cubicBezTo>
                    <a:cubicBezTo>
                      <a:pt x="710" y="6"/>
                      <a:pt x="715" y="0"/>
                      <a:pt x="722" y="0"/>
                    </a:cubicBezTo>
                    <a:lnTo>
                      <a:pt x="722" y="0"/>
                    </a:lnTo>
                    <a:cubicBezTo>
                      <a:pt x="729" y="0"/>
                      <a:pt x="735" y="6"/>
                      <a:pt x="735" y="12"/>
                    </a:cubicBezTo>
                    <a:cubicBezTo>
                      <a:pt x="735" y="19"/>
                      <a:pt x="729" y="25"/>
                      <a:pt x="722" y="25"/>
                    </a:cubicBezTo>
                    <a:close/>
                    <a:moveTo>
                      <a:pt x="672" y="25"/>
                    </a:moveTo>
                    <a:lnTo>
                      <a:pt x="672" y="25"/>
                    </a:lnTo>
                    <a:cubicBezTo>
                      <a:pt x="665" y="25"/>
                      <a:pt x="660" y="19"/>
                      <a:pt x="660" y="12"/>
                    </a:cubicBezTo>
                    <a:cubicBezTo>
                      <a:pt x="660" y="6"/>
                      <a:pt x="665" y="0"/>
                      <a:pt x="672" y="0"/>
                    </a:cubicBezTo>
                    <a:lnTo>
                      <a:pt x="672" y="0"/>
                    </a:lnTo>
                    <a:cubicBezTo>
                      <a:pt x="679" y="0"/>
                      <a:pt x="685" y="6"/>
                      <a:pt x="685" y="12"/>
                    </a:cubicBezTo>
                    <a:cubicBezTo>
                      <a:pt x="685" y="19"/>
                      <a:pt x="679" y="25"/>
                      <a:pt x="672" y="25"/>
                    </a:cubicBezTo>
                    <a:close/>
                    <a:moveTo>
                      <a:pt x="622" y="25"/>
                    </a:moveTo>
                    <a:lnTo>
                      <a:pt x="622" y="25"/>
                    </a:lnTo>
                    <a:cubicBezTo>
                      <a:pt x="615" y="25"/>
                      <a:pt x="610" y="19"/>
                      <a:pt x="610" y="12"/>
                    </a:cubicBezTo>
                    <a:cubicBezTo>
                      <a:pt x="610" y="6"/>
                      <a:pt x="615" y="0"/>
                      <a:pt x="622" y="0"/>
                    </a:cubicBezTo>
                    <a:lnTo>
                      <a:pt x="622" y="0"/>
                    </a:lnTo>
                    <a:cubicBezTo>
                      <a:pt x="629" y="0"/>
                      <a:pt x="635" y="6"/>
                      <a:pt x="635" y="12"/>
                    </a:cubicBezTo>
                    <a:cubicBezTo>
                      <a:pt x="635" y="19"/>
                      <a:pt x="629" y="25"/>
                      <a:pt x="622" y="25"/>
                    </a:cubicBezTo>
                    <a:close/>
                    <a:moveTo>
                      <a:pt x="572" y="25"/>
                    </a:moveTo>
                    <a:lnTo>
                      <a:pt x="572" y="25"/>
                    </a:lnTo>
                    <a:cubicBezTo>
                      <a:pt x="565" y="25"/>
                      <a:pt x="560" y="19"/>
                      <a:pt x="560" y="12"/>
                    </a:cubicBezTo>
                    <a:cubicBezTo>
                      <a:pt x="560" y="6"/>
                      <a:pt x="565" y="0"/>
                      <a:pt x="572" y="0"/>
                    </a:cubicBezTo>
                    <a:lnTo>
                      <a:pt x="572" y="0"/>
                    </a:lnTo>
                    <a:cubicBezTo>
                      <a:pt x="579" y="0"/>
                      <a:pt x="585" y="6"/>
                      <a:pt x="585" y="12"/>
                    </a:cubicBezTo>
                    <a:cubicBezTo>
                      <a:pt x="585" y="19"/>
                      <a:pt x="579" y="25"/>
                      <a:pt x="572" y="25"/>
                    </a:cubicBezTo>
                    <a:close/>
                    <a:moveTo>
                      <a:pt x="522" y="25"/>
                    </a:moveTo>
                    <a:lnTo>
                      <a:pt x="522" y="25"/>
                    </a:lnTo>
                    <a:cubicBezTo>
                      <a:pt x="515" y="25"/>
                      <a:pt x="509" y="19"/>
                      <a:pt x="509" y="12"/>
                    </a:cubicBezTo>
                    <a:cubicBezTo>
                      <a:pt x="509" y="6"/>
                      <a:pt x="515" y="0"/>
                      <a:pt x="522" y="0"/>
                    </a:cubicBezTo>
                    <a:lnTo>
                      <a:pt x="522" y="0"/>
                    </a:lnTo>
                    <a:cubicBezTo>
                      <a:pt x="529" y="0"/>
                      <a:pt x="535" y="6"/>
                      <a:pt x="535" y="12"/>
                    </a:cubicBezTo>
                    <a:cubicBezTo>
                      <a:pt x="535" y="19"/>
                      <a:pt x="529" y="25"/>
                      <a:pt x="522" y="25"/>
                    </a:cubicBezTo>
                    <a:close/>
                    <a:moveTo>
                      <a:pt x="472" y="25"/>
                    </a:moveTo>
                    <a:lnTo>
                      <a:pt x="472" y="25"/>
                    </a:lnTo>
                    <a:cubicBezTo>
                      <a:pt x="465" y="25"/>
                      <a:pt x="459" y="19"/>
                      <a:pt x="459" y="12"/>
                    </a:cubicBezTo>
                    <a:cubicBezTo>
                      <a:pt x="459" y="6"/>
                      <a:pt x="465" y="0"/>
                      <a:pt x="472" y="0"/>
                    </a:cubicBezTo>
                    <a:lnTo>
                      <a:pt x="472" y="0"/>
                    </a:lnTo>
                    <a:cubicBezTo>
                      <a:pt x="479" y="0"/>
                      <a:pt x="484" y="6"/>
                      <a:pt x="484" y="12"/>
                    </a:cubicBezTo>
                    <a:cubicBezTo>
                      <a:pt x="484" y="19"/>
                      <a:pt x="479" y="25"/>
                      <a:pt x="472" y="25"/>
                    </a:cubicBezTo>
                    <a:close/>
                    <a:moveTo>
                      <a:pt x="422" y="25"/>
                    </a:moveTo>
                    <a:lnTo>
                      <a:pt x="422" y="25"/>
                    </a:lnTo>
                    <a:cubicBezTo>
                      <a:pt x="415" y="25"/>
                      <a:pt x="409" y="19"/>
                      <a:pt x="409" y="12"/>
                    </a:cubicBezTo>
                    <a:cubicBezTo>
                      <a:pt x="409" y="6"/>
                      <a:pt x="415" y="0"/>
                      <a:pt x="422" y="0"/>
                    </a:cubicBezTo>
                    <a:lnTo>
                      <a:pt x="422" y="0"/>
                    </a:lnTo>
                    <a:cubicBezTo>
                      <a:pt x="429" y="0"/>
                      <a:pt x="434" y="6"/>
                      <a:pt x="434" y="12"/>
                    </a:cubicBezTo>
                    <a:cubicBezTo>
                      <a:pt x="434" y="19"/>
                      <a:pt x="429" y="25"/>
                      <a:pt x="422" y="25"/>
                    </a:cubicBezTo>
                    <a:close/>
                    <a:moveTo>
                      <a:pt x="372" y="25"/>
                    </a:moveTo>
                    <a:lnTo>
                      <a:pt x="372" y="25"/>
                    </a:lnTo>
                    <a:cubicBezTo>
                      <a:pt x="365" y="25"/>
                      <a:pt x="359" y="19"/>
                      <a:pt x="359" y="12"/>
                    </a:cubicBezTo>
                    <a:cubicBezTo>
                      <a:pt x="359" y="6"/>
                      <a:pt x="365" y="0"/>
                      <a:pt x="372" y="0"/>
                    </a:cubicBezTo>
                    <a:lnTo>
                      <a:pt x="372" y="0"/>
                    </a:lnTo>
                    <a:cubicBezTo>
                      <a:pt x="379" y="0"/>
                      <a:pt x="384" y="6"/>
                      <a:pt x="384" y="12"/>
                    </a:cubicBezTo>
                    <a:cubicBezTo>
                      <a:pt x="384" y="19"/>
                      <a:pt x="379" y="25"/>
                      <a:pt x="372" y="25"/>
                    </a:cubicBezTo>
                    <a:close/>
                    <a:moveTo>
                      <a:pt x="322" y="25"/>
                    </a:moveTo>
                    <a:lnTo>
                      <a:pt x="322" y="25"/>
                    </a:lnTo>
                    <a:cubicBezTo>
                      <a:pt x="315" y="25"/>
                      <a:pt x="309" y="19"/>
                      <a:pt x="309" y="12"/>
                    </a:cubicBezTo>
                    <a:cubicBezTo>
                      <a:pt x="309" y="6"/>
                      <a:pt x="315" y="0"/>
                      <a:pt x="322" y="0"/>
                    </a:cubicBezTo>
                    <a:lnTo>
                      <a:pt x="322" y="0"/>
                    </a:lnTo>
                    <a:cubicBezTo>
                      <a:pt x="329" y="0"/>
                      <a:pt x="334" y="6"/>
                      <a:pt x="334" y="12"/>
                    </a:cubicBezTo>
                    <a:cubicBezTo>
                      <a:pt x="334" y="19"/>
                      <a:pt x="329" y="25"/>
                      <a:pt x="322" y="25"/>
                    </a:cubicBezTo>
                    <a:close/>
                    <a:moveTo>
                      <a:pt x="272" y="25"/>
                    </a:moveTo>
                    <a:lnTo>
                      <a:pt x="272" y="25"/>
                    </a:lnTo>
                    <a:cubicBezTo>
                      <a:pt x="265" y="25"/>
                      <a:pt x="259" y="19"/>
                      <a:pt x="259" y="12"/>
                    </a:cubicBezTo>
                    <a:cubicBezTo>
                      <a:pt x="259" y="6"/>
                      <a:pt x="265" y="0"/>
                      <a:pt x="272" y="0"/>
                    </a:cubicBezTo>
                    <a:lnTo>
                      <a:pt x="272" y="0"/>
                    </a:lnTo>
                    <a:cubicBezTo>
                      <a:pt x="279" y="0"/>
                      <a:pt x="284" y="6"/>
                      <a:pt x="284" y="12"/>
                    </a:cubicBezTo>
                    <a:cubicBezTo>
                      <a:pt x="284" y="19"/>
                      <a:pt x="279" y="25"/>
                      <a:pt x="272" y="25"/>
                    </a:cubicBezTo>
                    <a:close/>
                    <a:moveTo>
                      <a:pt x="222" y="25"/>
                    </a:moveTo>
                    <a:lnTo>
                      <a:pt x="222" y="25"/>
                    </a:lnTo>
                    <a:cubicBezTo>
                      <a:pt x="215" y="25"/>
                      <a:pt x="209" y="19"/>
                      <a:pt x="209" y="12"/>
                    </a:cubicBezTo>
                    <a:cubicBezTo>
                      <a:pt x="209" y="6"/>
                      <a:pt x="215" y="0"/>
                      <a:pt x="222" y="0"/>
                    </a:cubicBezTo>
                    <a:lnTo>
                      <a:pt x="222" y="0"/>
                    </a:lnTo>
                    <a:cubicBezTo>
                      <a:pt x="229" y="0"/>
                      <a:pt x="234" y="6"/>
                      <a:pt x="234" y="12"/>
                    </a:cubicBezTo>
                    <a:cubicBezTo>
                      <a:pt x="234" y="19"/>
                      <a:pt x="229" y="25"/>
                      <a:pt x="222" y="25"/>
                    </a:cubicBezTo>
                    <a:close/>
                    <a:moveTo>
                      <a:pt x="172" y="25"/>
                    </a:moveTo>
                    <a:lnTo>
                      <a:pt x="172" y="25"/>
                    </a:lnTo>
                    <a:cubicBezTo>
                      <a:pt x="165" y="25"/>
                      <a:pt x="159" y="19"/>
                      <a:pt x="159" y="12"/>
                    </a:cubicBezTo>
                    <a:cubicBezTo>
                      <a:pt x="159" y="6"/>
                      <a:pt x="165" y="0"/>
                      <a:pt x="172" y="0"/>
                    </a:cubicBezTo>
                    <a:lnTo>
                      <a:pt x="172" y="0"/>
                    </a:lnTo>
                    <a:cubicBezTo>
                      <a:pt x="179" y="0"/>
                      <a:pt x="184" y="6"/>
                      <a:pt x="184" y="12"/>
                    </a:cubicBezTo>
                    <a:cubicBezTo>
                      <a:pt x="184" y="19"/>
                      <a:pt x="179" y="25"/>
                      <a:pt x="172" y="25"/>
                    </a:cubicBezTo>
                    <a:close/>
                    <a:moveTo>
                      <a:pt x="122" y="25"/>
                    </a:moveTo>
                    <a:lnTo>
                      <a:pt x="122" y="25"/>
                    </a:lnTo>
                    <a:cubicBezTo>
                      <a:pt x="115" y="25"/>
                      <a:pt x="109" y="19"/>
                      <a:pt x="109" y="12"/>
                    </a:cubicBezTo>
                    <a:cubicBezTo>
                      <a:pt x="109" y="6"/>
                      <a:pt x="115" y="0"/>
                      <a:pt x="122" y="0"/>
                    </a:cubicBezTo>
                    <a:lnTo>
                      <a:pt x="122" y="0"/>
                    </a:lnTo>
                    <a:cubicBezTo>
                      <a:pt x="129" y="0"/>
                      <a:pt x="134" y="6"/>
                      <a:pt x="134" y="12"/>
                    </a:cubicBezTo>
                    <a:cubicBezTo>
                      <a:pt x="134" y="19"/>
                      <a:pt x="129" y="25"/>
                      <a:pt x="122" y="25"/>
                    </a:cubicBezTo>
                    <a:close/>
                    <a:moveTo>
                      <a:pt x="72" y="25"/>
                    </a:moveTo>
                    <a:lnTo>
                      <a:pt x="72" y="25"/>
                    </a:lnTo>
                    <a:cubicBezTo>
                      <a:pt x="65" y="25"/>
                      <a:pt x="59" y="19"/>
                      <a:pt x="59" y="12"/>
                    </a:cubicBezTo>
                    <a:cubicBezTo>
                      <a:pt x="59" y="6"/>
                      <a:pt x="65" y="0"/>
                      <a:pt x="72" y="0"/>
                    </a:cubicBezTo>
                    <a:lnTo>
                      <a:pt x="72" y="0"/>
                    </a:lnTo>
                    <a:cubicBezTo>
                      <a:pt x="79" y="0"/>
                      <a:pt x="84" y="6"/>
                      <a:pt x="84" y="12"/>
                    </a:cubicBezTo>
                    <a:cubicBezTo>
                      <a:pt x="84" y="19"/>
                      <a:pt x="79" y="25"/>
                      <a:pt x="72" y="25"/>
                    </a:cubicBezTo>
                    <a:close/>
                    <a:moveTo>
                      <a:pt x="22" y="25"/>
                    </a:moveTo>
                    <a:lnTo>
                      <a:pt x="22" y="25"/>
                    </a:lnTo>
                    <a:cubicBezTo>
                      <a:pt x="15" y="25"/>
                      <a:pt x="9" y="19"/>
                      <a:pt x="9" y="12"/>
                    </a:cubicBezTo>
                    <a:cubicBezTo>
                      <a:pt x="9" y="6"/>
                      <a:pt x="15" y="0"/>
                      <a:pt x="22" y="0"/>
                    </a:cubicBezTo>
                    <a:lnTo>
                      <a:pt x="22" y="0"/>
                    </a:lnTo>
                    <a:cubicBezTo>
                      <a:pt x="29" y="0"/>
                      <a:pt x="34" y="6"/>
                      <a:pt x="34" y="12"/>
                    </a:cubicBezTo>
                    <a:cubicBezTo>
                      <a:pt x="34" y="19"/>
                      <a:pt x="29" y="25"/>
                      <a:pt x="22" y="25"/>
                    </a:cubicBezTo>
                    <a:close/>
                    <a:moveTo>
                      <a:pt x="40" y="44"/>
                    </a:moveTo>
                    <a:lnTo>
                      <a:pt x="40" y="44"/>
                    </a:lnTo>
                    <a:cubicBezTo>
                      <a:pt x="42" y="50"/>
                      <a:pt x="40" y="57"/>
                      <a:pt x="33" y="60"/>
                    </a:cubicBezTo>
                    <a:cubicBezTo>
                      <a:pt x="27" y="63"/>
                      <a:pt x="20" y="60"/>
                      <a:pt x="17" y="54"/>
                    </a:cubicBezTo>
                    <a:lnTo>
                      <a:pt x="17" y="53"/>
                    </a:lnTo>
                    <a:cubicBezTo>
                      <a:pt x="14" y="47"/>
                      <a:pt x="17" y="40"/>
                      <a:pt x="23" y="37"/>
                    </a:cubicBezTo>
                    <a:cubicBezTo>
                      <a:pt x="30" y="34"/>
                      <a:pt x="37" y="37"/>
                      <a:pt x="40" y="44"/>
                    </a:cubicBezTo>
                    <a:close/>
                    <a:moveTo>
                      <a:pt x="61" y="89"/>
                    </a:moveTo>
                    <a:lnTo>
                      <a:pt x="61" y="89"/>
                    </a:lnTo>
                    <a:cubicBezTo>
                      <a:pt x="64" y="95"/>
                      <a:pt x="61" y="103"/>
                      <a:pt x="54" y="105"/>
                    </a:cubicBezTo>
                    <a:cubicBezTo>
                      <a:pt x="48" y="108"/>
                      <a:pt x="41" y="105"/>
                      <a:pt x="38" y="99"/>
                    </a:cubicBezTo>
                    <a:lnTo>
                      <a:pt x="38" y="99"/>
                    </a:lnTo>
                    <a:cubicBezTo>
                      <a:pt x="35" y="93"/>
                      <a:pt x="38" y="85"/>
                      <a:pt x="44" y="82"/>
                    </a:cubicBezTo>
                    <a:cubicBezTo>
                      <a:pt x="51" y="80"/>
                      <a:pt x="58" y="83"/>
                      <a:pt x="61" y="89"/>
                    </a:cubicBezTo>
                    <a:close/>
                    <a:moveTo>
                      <a:pt x="82" y="134"/>
                    </a:moveTo>
                    <a:lnTo>
                      <a:pt x="82" y="134"/>
                    </a:lnTo>
                    <a:cubicBezTo>
                      <a:pt x="85" y="141"/>
                      <a:pt x="82" y="148"/>
                      <a:pt x="75" y="151"/>
                    </a:cubicBezTo>
                    <a:cubicBezTo>
                      <a:pt x="69" y="153"/>
                      <a:pt x="62" y="151"/>
                      <a:pt x="59" y="144"/>
                    </a:cubicBezTo>
                    <a:lnTo>
                      <a:pt x="59" y="144"/>
                    </a:lnTo>
                    <a:cubicBezTo>
                      <a:pt x="56" y="138"/>
                      <a:pt x="59" y="131"/>
                      <a:pt x="65" y="128"/>
                    </a:cubicBezTo>
                    <a:cubicBezTo>
                      <a:pt x="72" y="125"/>
                      <a:pt x="79" y="128"/>
                      <a:pt x="82" y="134"/>
                    </a:cubicBezTo>
                    <a:close/>
                    <a:moveTo>
                      <a:pt x="103" y="180"/>
                    </a:moveTo>
                    <a:lnTo>
                      <a:pt x="103" y="180"/>
                    </a:lnTo>
                    <a:cubicBezTo>
                      <a:pt x="106" y="186"/>
                      <a:pt x="103" y="193"/>
                      <a:pt x="96" y="196"/>
                    </a:cubicBezTo>
                    <a:cubicBezTo>
                      <a:pt x="90" y="199"/>
                      <a:pt x="83" y="196"/>
                      <a:pt x="80" y="190"/>
                    </a:cubicBezTo>
                    <a:lnTo>
                      <a:pt x="80" y="190"/>
                    </a:lnTo>
                    <a:cubicBezTo>
                      <a:pt x="77" y="183"/>
                      <a:pt x="80" y="176"/>
                      <a:pt x="86" y="173"/>
                    </a:cubicBezTo>
                    <a:cubicBezTo>
                      <a:pt x="93" y="170"/>
                      <a:pt x="100" y="173"/>
                      <a:pt x="103" y="180"/>
                    </a:cubicBezTo>
                    <a:close/>
                    <a:moveTo>
                      <a:pt x="124" y="225"/>
                    </a:moveTo>
                    <a:lnTo>
                      <a:pt x="124" y="225"/>
                    </a:lnTo>
                    <a:cubicBezTo>
                      <a:pt x="127" y="231"/>
                      <a:pt x="124" y="239"/>
                      <a:pt x="118" y="241"/>
                    </a:cubicBezTo>
                    <a:cubicBezTo>
                      <a:pt x="111" y="244"/>
                      <a:pt x="104" y="241"/>
                      <a:pt x="101" y="235"/>
                    </a:cubicBezTo>
                    <a:lnTo>
                      <a:pt x="101" y="235"/>
                    </a:lnTo>
                    <a:cubicBezTo>
                      <a:pt x="98" y="229"/>
                      <a:pt x="101" y="221"/>
                      <a:pt x="108" y="218"/>
                    </a:cubicBezTo>
                    <a:cubicBezTo>
                      <a:pt x="114" y="216"/>
                      <a:pt x="121" y="219"/>
                      <a:pt x="124" y="225"/>
                    </a:cubicBezTo>
                    <a:close/>
                    <a:moveTo>
                      <a:pt x="145" y="270"/>
                    </a:moveTo>
                    <a:lnTo>
                      <a:pt x="145" y="270"/>
                    </a:lnTo>
                    <a:cubicBezTo>
                      <a:pt x="148" y="277"/>
                      <a:pt x="145" y="284"/>
                      <a:pt x="139" y="287"/>
                    </a:cubicBezTo>
                    <a:cubicBezTo>
                      <a:pt x="132" y="290"/>
                      <a:pt x="125" y="287"/>
                      <a:pt x="122" y="280"/>
                    </a:cubicBezTo>
                    <a:lnTo>
                      <a:pt x="122" y="280"/>
                    </a:lnTo>
                    <a:cubicBezTo>
                      <a:pt x="119" y="274"/>
                      <a:pt x="122" y="267"/>
                      <a:pt x="129" y="264"/>
                    </a:cubicBezTo>
                    <a:cubicBezTo>
                      <a:pt x="135" y="261"/>
                      <a:pt x="142" y="264"/>
                      <a:pt x="145" y="270"/>
                    </a:cubicBezTo>
                    <a:close/>
                    <a:moveTo>
                      <a:pt x="166" y="316"/>
                    </a:moveTo>
                    <a:lnTo>
                      <a:pt x="166" y="316"/>
                    </a:lnTo>
                    <a:cubicBezTo>
                      <a:pt x="169" y="322"/>
                      <a:pt x="166" y="329"/>
                      <a:pt x="160" y="332"/>
                    </a:cubicBezTo>
                    <a:cubicBezTo>
                      <a:pt x="153" y="335"/>
                      <a:pt x="146" y="332"/>
                      <a:pt x="143" y="326"/>
                    </a:cubicBezTo>
                    <a:lnTo>
                      <a:pt x="143" y="326"/>
                    </a:lnTo>
                    <a:cubicBezTo>
                      <a:pt x="140" y="319"/>
                      <a:pt x="143" y="312"/>
                      <a:pt x="150" y="309"/>
                    </a:cubicBezTo>
                    <a:cubicBezTo>
                      <a:pt x="156" y="306"/>
                      <a:pt x="163" y="309"/>
                      <a:pt x="166" y="316"/>
                    </a:cubicBezTo>
                    <a:close/>
                    <a:moveTo>
                      <a:pt x="187" y="361"/>
                    </a:moveTo>
                    <a:lnTo>
                      <a:pt x="187" y="361"/>
                    </a:lnTo>
                    <a:cubicBezTo>
                      <a:pt x="190" y="367"/>
                      <a:pt x="187" y="375"/>
                      <a:pt x="181" y="378"/>
                    </a:cubicBezTo>
                    <a:cubicBezTo>
                      <a:pt x="174" y="380"/>
                      <a:pt x="167" y="377"/>
                      <a:pt x="164" y="371"/>
                    </a:cubicBezTo>
                    <a:lnTo>
                      <a:pt x="164" y="371"/>
                    </a:lnTo>
                    <a:cubicBezTo>
                      <a:pt x="162" y="365"/>
                      <a:pt x="164" y="357"/>
                      <a:pt x="171" y="355"/>
                    </a:cubicBezTo>
                    <a:cubicBezTo>
                      <a:pt x="177" y="352"/>
                      <a:pt x="184" y="355"/>
                      <a:pt x="187" y="361"/>
                    </a:cubicBezTo>
                    <a:close/>
                    <a:moveTo>
                      <a:pt x="208" y="406"/>
                    </a:moveTo>
                    <a:lnTo>
                      <a:pt x="208" y="406"/>
                    </a:lnTo>
                    <a:cubicBezTo>
                      <a:pt x="211" y="413"/>
                      <a:pt x="208" y="420"/>
                      <a:pt x="202" y="423"/>
                    </a:cubicBezTo>
                    <a:cubicBezTo>
                      <a:pt x="196" y="426"/>
                      <a:pt x="188" y="423"/>
                      <a:pt x="185" y="416"/>
                    </a:cubicBezTo>
                    <a:lnTo>
                      <a:pt x="185" y="416"/>
                    </a:lnTo>
                    <a:cubicBezTo>
                      <a:pt x="183" y="410"/>
                      <a:pt x="186" y="403"/>
                      <a:pt x="192" y="400"/>
                    </a:cubicBezTo>
                    <a:cubicBezTo>
                      <a:pt x="198" y="397"/>
                      <a:pt x="206" y="400"/>
                      <a:pt x="208" y="406"/>
                    </a:cubicBezTo>
                    <a:close/>
                    <a:moveTo>
                      <a:pt x="229" y="452"/>
                    </a:moveTo>
                    <a:lnTo>
                      <a:pt x="229" y="452"/>
                    </a:lnTo>
                    <a:cubicBezTo>
                      <a:pt x="232" y="458"/>
                      <a:pt x="229" y="466"/>
                      <a:pt x="223" y="468"/>
                    </a:cubicBezTo>
                    <a:cubicBezTo>
                      <a:pt x="217" y="471"/>
                      <a:pt x="209" y="468"/>
                      <a:pt x="206" y="462"/>
                    </a:cubicBezTo>
                    <a:lnTo>
                      <a:pt x="206" y="462"/>
                    </a:lnTo>
                    <a:cubicBezTo>
                      <a:pt x="204" y="455"/>
                      <a:pt x="207" y="448"/>
                      <a:pt x="213" y="445"/>
                    </a:cubicBezTo>
                    <a:cubicBezTo>
                      <a:pt x="219" y="443"/>
                      <a:pt x="227" y="445"/>
                      <a:pt x="229" y="452"/>
                    </a:cubicBezTo>
                    <a:close/>
                    <a:moveTo>
                      <a:pt x="250" y="497"/>
                    </a:moveTo>
                    <a:lnTo>
                      <a:pt x="250" y="497"/>
                    </a:lnTo>
                    <a:cubicBezTo>
                      <a:pt x="253" y="504"/>
                      <a:pt x="250" y="511"/>
                      <a:pt x="244" y="514"/>
                    </a:cubicBezTo>
                    <a:cubicBezTo>
                      <a:pt x="238" y="516"/>
                      <a:pt x="230" y="513"/>
                      <a:pt x="228" y="507"/>
                    </a:cubicBezTo>
                    <a:lnTo>
                      <a:pt x="228" y="507"/>
                    </a:lnTo>
                    <a:cubicBezTo>
                      <a:pt x="225" y="501"/>
                      <a:pt x="228" y="493"/>
                      <a:pt x="234" y="491"/>
                    </a:cubicBezTo>
                    <a:cubicBezTo>
                      <a:pt x="240" y="488"/>
                      <a:pt x="248" y="491"/>
                      <a:pt x="250" y="497"/>
                    </a:cubicBezTo>
                    <a:close/>
                    <a:moveTo>
                      <a:pt x="272" y="543"/>
                    </a:moveTo>
                    <a:lnTo>
                      <a:pt x="272" y="543"/>
                    </a:lnTo>
                    <a:cubicBezTo>
                      <a:pt x="274" y="549"/>
                      <a:pt x="271" y="556"/>
                      <a:pt x="265" y="559"/>
                    </a:cubicBezTo>
                    <a:cubicBezTo>
                      <a:pt x="259" y="562"/>
                      <a:pt x="251" y="559"/>
                      <a:pt x="249" y="553"/>
                    </a:cubicBezTo>
                    <a:lnTo>
                      <a:pt x="249" y="552"/>
                    </a:lnTo>
                    <a:cubicBezTo>
                      <a:pt x="246" y="546"/>
                      <a:pt x="249" y="539"/>
                      <a:pt x="255" y="536"/>
                    </a:cubicBezTo>
                    <a:cubicBezTo>
                      <a:pt x="261" y="533"/>
                      <a:pt x="269" y="536"/>
                      <a:pt x="272" y="543"/>
                    </a:cubicBezTo>
                    <a:close/>
                    <a:moveTo>
                      <a:pt x="293" y="588"/>
                    </a:moveTo>
                    <a:lnTo>
                      <a:pt x="293" y="588"/>
                    </a:lnTo>
                    <a:cubicBezTo>
                      <a:pt x="295" y="594"/>
                      <a:pt x="293" y="602"/>
                      <a:pt x="286" y="604"/>
                    </a:cubicBezTo>
                    <a:cubicBezTo>
                      <a:pt x="280" y="607"/>
                      <a:pt x="272" y="604"/>
                      <a:pt x="270" y="598"/>
                    </a:cubicBezTo>
                    <a:lnTo>
                      <a:pt x="270" y="598"/>
                    </a:lnTo>
                    <a:cubicBezTo>
                      <a:pt x="267" y="592"/>
                      <a:pt x="270" y="584"/>
                      <a:pt x="276" y="581"/>
                    </a:cubicBezTo>
                    <a:cubicBezTo>
                      <a:pt x="283" y="579"/>
                      <a:pt x="290" y="582"/>
                      <a:pt x="293" y="588"/>
                    </a:cubicBezTo>
                    <a:close/>
                    <a:moveTo>
                      <a:pt x="314" y="633"/>
                    </a:moveTo>
                    <a:lnTo>
                      <a:pt x="314" y="633"/>
                    </a:lnTo>
                    <a:cubicBezTo>
                      <a:pt x="316" y="640"/>
                      <a:pt x="314" y="647"/>
                      <a:pt x="307" y="650"/>
                    </a:cubicBezTo>
                    <a:cubicBezTo>
                      <a:pt x="301" y="652"/>
                      <a:pt x="294" y="650"/>
                      <a:pt x="291" y="643"/>
                    </a:cubicBezTo>
                    <a:lnTo>
                      <a:pt x="291" y="643"/>
                    </a:lnTo>
                    <a:cubicBezTo>
                      <a:pt x="288" y="637"/>
                      <a:pt x="291" y="630"/>
                      <a:pt x="297" y="627"/>
                    </a:cubicBezTo>
                    <a:cubicBezTo>
                      <a:pt x="304" y="624"/>
                      <a:pt x="311" y="627"/>
                      <a:pt x="314" y="633"/>
                    </a:cubicBezTo>
                    <a:close/>
                    <a:moveTo>
                      <a:pt x="335" y="679"/>
                    </a:moveTo>
                    <a:lnTo>
                      <a:pt x="335" y="679"/>
                    </a:lnTo>
                    <a:cubicBezTo>
                      <a:pt x="338" y="685"/>
                      <a:pt x="335" y="692"/>
                      <a:pt x="328" y="695"/>
                    </a:cubicBezTo>
                    <a:cubicBezTo>
                      <a:pt x="322" y="698"/>
                      <a:pt x="315" y="695"/>
                      <a:pt x="312" y="689"/>
                    </a:cubicBezTo>
                    <a:lnTo>
                      <a:pt x="312" y="689"/>
                    </a:lnTo>
                    <a:cubicBezTo>
                      <a:pt x="309" y="682"/>
                      <a:pt x="312" y="675"/>
                      <a:pt x="318" y="672"/>
                    </a:cubicBezTo>
                    <a:cubicBezTo>
                      <a:pt x="325" y="669"/>
                      <a:pt x="332" y="672"/>
                      <a:pt x="335" y="679"/>
                    </a:cubicBezTo>
                    <a:close/>
                    <a:moveTo>
                      <a:pt x="356" y="724"/>
                    </a:moveTo>
                    <a:lnTo>
                      <a:pt x="356" y="724"/>
                    </a:lnTo>
                    <a:cubicBezTo>
                      <a:pt x="359" y="730"/>
                      <a:pt x="356" y="738"/>
                      <a:pt x="349" y="740"/>
                    </a:cubicBezTo>
                    <a:cubicBezTo>
                      <a:pt x="343" y="743"/>
                      <a:pt x="336" y="740"/>
                      <a:pt x="333" y="734"/>
                    </a:cubicBezTo>
                    <a:lnTo>
                      <a:pt x="333" y="734"/>
                    </a:lnTo>
                    <a:cubicBezTo>
                      <a:pt x="330" y="728"/>
                      <a:pt x="333" y="720"/>
                      <a:pt x="339" y="718"/>
                    </a:cubicBezTo>
                    <a:cubicBezTo>
                      <a:pt x="346" y="715"/>
                      <a:pt x="353" y="718"/>
                      <a:pt x="356" y="724"/>
                    </a:cubicBezTo>
                    <a:close/>
                    <a:moveTo>
                      <a:pt x="377" y="769"/>
                    </a:moveTo>
                    <a:lnTo>
                      <a:pt x="377" y="769"/>
                    </a:lnTo>
                    <a:cubicBezTo>
                      <a:pt x="380" y="776"/>
                      <a:pt x="377" y="783"/>
                      <a:pt x="371" y="786"/>
                    </a:cubicBezTo>
                    <a:cubicBezTo>
                      <a:pt x="364" y="789"/>
                      <a:pt x="357" y="786"/>
                      <a:pt x="354" y="779"/>
                    </a:cubicBezTo>
                    <a:lnTo>
                      <a:pt x="354" y="779"/>
                    </a:lnTo>
                    <a:cubicBezTo>
                      <a:pt x="351" y="773"/>
                      <a:pt x="354" y="766"/>
                      <a:pt x="361" y="763"/>
                    </a:cubicBezTo>
                    <a:cubicBezTo>
                      <a:pt x="367" y="760"/>
                      <a:pt x="374" y="763"/>
                      <a:pt x="377" y="769"/>
                    </a:cubicBezTo>
                    <a:close/>
                    <a:moveTo>
                      <a:pt x="398" y="815"/>
                    </a:moveTo>
                    <a:lnTo>
                      <a:pt x="398" y="815"/>
                    </a:lnTo>
                    <a:cubicBezTo>
                      <a:pt x="401" y="821"/>
                      <a:pt x="398" y="828"/>
                      <a:pt x="392" y="831"/>
                    </a:cubicBezTo>
                    <a:cubicBezTo>
                      <a:pt x="385" y="834"/>
                      <a:pt x="378" y="831"/>
                      <a:pt x="375" y="825"/>
                    </a:cubicBezTo>
                    <a:lnTo>
                      <a:pt x="375" y="825"/>
                    </a:lnTo>
                    <a:cubicBezTo>
                      <a:pt x="372" y="818"/>
                      <a:pt x="375" y="811"/>
                      <a:pt x="382" y="808"/>
                    </a:cubicBezTo>
                    <a:cubicBezTo>
                      <a:pt x="388" y="805"/>
                      <a:pt x="395" y="808"/>
                      <a:pt x="398" y="815"/>
                    </a:cubicBezTo>
                    <a:close/>
                    <a:moveTo>
                      <a:pt x="419" y="860"/>
                    </a:moveTo>
                    <a:lnTo>
                      <a:pt x="419" y="860"/>
                    </a:lnTo>
                    <a:cubicBezTo>
                      <a:pt x="422" y="866"/>
                      <a:pt x="419" y="874"/>
                      <a:pt x="413" y="877"/>
                    </a:cubicBezTo>
                    <a:cubicBezTo>
                      <a:pt x="406" y="879"/>
                      <a:pt x="399" y="876"/>
                      <a:pt x="396" y="870"/>
                    </a:cubicBezTo>
                    <a:lnTo>
                      <a:pt x="396" y="870"/>
                    </a:lnTo>
                    <a:cubicBezTo>
                      <a:pt x="393" y="864"/>
                      <a:pt x="396" y="856"/>
                      <a:pt x="403" y="854"/>
                    </a:cubicBezTo>
                    <a:cubicBezTo>
                      <a:pt x="409" y="851"/>
                      <a:pt x="416" y="854"/>
                      <a:pt x="419" y="860"/>
                    </a:cubicBezTo>
                    <a:close/>
                    <a:moveTo>
                      <a:pt x="440" y="905"/>
                    </a:moveTo>
                    <a:lnTo>
                      <a:pt x="440" y="905"/>
                    </a:lnTo>
                    <a:cubicBezTo>
                      <a:pt x="443" y="912"/>
                      <a:pt x="440" y="919"/>
                      <a:pt x="434" y="922"/>
                    </a:cubicBezTo>
                    <a:cubicBezTo>
                      <a:pt x="427" y="925"/>
                      <a:pt x="420" y="922"/>
                      <a:pt x="417" y="915"/>
                    </a:cubicBezTo>
                    <a:lnTo>
                      <a:pt x="417" y="915"/>
                    </a:lnTo>
                    <a:cubicBezTo>
                      <a:pt x="415" y="909"/>
                      <a:pt x="417" y="902"/>
                      <a:pt x="424" y="899"/>
                    </a:cubicBezTo>
                    <a:cubicBezTo>
                      <a:pt x="430" y="896"/>
                      <a:pt x="437" y="899"/>
                      <a:pt x="440" y="905"/>
                    </a:cubicBezTo>
                    <a:close/>
                    <a:moveTo>
                      <a:pt x="461" y="951"/>
                    </a:moveTo>
                    <a:lnTo>
                      <a:pt x="461" y="951"/>
                    </a:lnTo>
                    <a:cubicBezTo>
                      <a:pt x="464" y="957"/>
                      <a:pt x="461" y="965"/>
                      <a:pt x="455" y="967"/>
                    </a:cubicBezTo>
                    <a:cubicBezTo>
                      <a:pt x="449" y="970"/>
                      <a:pt x="441" y="967"/>
                      <a:pt x="438" y="961"/>
                    </a:cubicBezTo>
                    <a:lnTo>
                      <a:pt x="438" y="961"/>
                    </a:lnTo>
                    <a:cubicBezTo>
                      <a:pt x="436" y="954"/>
                      <a:pt x="439" y="947"/>
                      <a:pt x="445" y="944"/>
                    </a:cubicBezTo>
                    <a:cubicBezTo>
                      <a:pt x="451" y="942"/>
                      <a:pt x="459" y="944"/>
                      <a:pt x="461" y="951"/>
                    </a:cubicBezTo>
                    <a:close/>
                    <a:moveTo>
                      <a:pt x="482" y="996"/>
                    </a:moveTo>
                    <a:lnTo>
                      <a:pt x="482" y="996"/>
                    </a:lnTo>
                    <a:cubicBezTo>
                      <a:pt x="485" y="1003"/>
                      <a:pt x="482" y="1010"/>
                      <a:pt x="476" y="1013"/>
                    </a:cubicBezTo>
                    <a:cubicBezTo>
                      <a:pt x="470" y="1015"/>
                      <a:pt x="462" y="1013"/>
                      <a:pt x="459" y="1006"/>
                    </a:cubicBezTo>
                    <a:lnTo>
                      <a:pt x="459" y="1006"/>
                    </a:lnTo>
                    <a:cubicBezTo>
                      <a:pt x="457" y="1000"/>
                      <a:pt x="460" y="992"/>
                      <a:pt x="466" y="990"/>
                    </a:cubicBezTo>
                    <a:cubicBezTo>
                      <a:pt x="472" y="987"/>
                      <a:pt x="480" y="990"/>
                      <a:pt x="482" y="996"/>
                    </a:cubicBezTo>
                    <a:close/>
                    <a:moveTo>
                      <a:pt x="503" y="1042"/>
                    </a:moveTo>
                    <a:lnTo>
                      <a:pt x="503" y="1042"/>
                    </a:lnTo>
                    <a:cubicBezTo>
                      <a:pt x="506" y="1048"/>
                      <a:pt x="503" y="1055"/>
                      <a:pt x="497" y="1058"/>
                    </a:cubicBezTo>
                    <a:cubicBezTo>
                      <a:pt x="491" y="1061"/>
                      <a:pt x="483" y="1058"/>
                      <a:pt x="481" y="1052"/>
                    </a:cubicBezTo>
                    <a:lnTo>
                      <a:pt x="481" y="1052"/>
                    </a:lnTo>
                    <a:cubicBezTo>
                      <a:pt x="478" y="1045"/>
                      <a:pt x="481" y="1038"/>
                      <a:pt x="487" y="1035"/>
                    </a:cubicBezTo>
                    <a:cubicBezTo>
                      <a:pt x="493" y="1032"/>
                      <a:pt x="501" y="1035"/>
                      <a:pt x="503" y="1042"/>
                    </a:cubicBezTo>
                    <a:close/>
                    <a:moveTo>
                      <a:pt x="525" y="1087"/>
                    </a:moveTo>
                    <a:lnTo>
                      <a:pt x="525" y="1087"/>
                    </a:lnTo>
                    <a:cubicBezTo>
                      <a:pt x="527" y="1093"/>
                      <a:pt x="524" y="1101"/>
                      <a:pt x="518" y="1103"/>
                    </a:cubicBezTo>
                    <a:cubicBezTo>
                      <a:pt x="512" y="1106"/>
                      <a:pt x="504" y="1103"/>
                      <a:pt x="502" y="1097"/>
                    </a:cubicBezTo>
                    <a:lnTo>
                      <a:pt x="502" y="1097"/>
                    </a:lnTo>
                    <a:cubicBezTo>
                      <a:pt x="499" y="1091"/>
                      <a:pt x="502" y="1083"/>
                      <a:pt x="508" y="1080"/>
                    </a:cubicBezTo>
                    <a:cubicBezTo>
                      <a:pt x="514" y="1078"/>
                      <a:pt x="522" y="1081"/>
                      <a:pt x="525" y="1087"/>
                    </a:cubicBezTo>
                    <a:close/>
                    <a:moveTo>
                      <a:pt x="546" y="1132"/>
                    </a:moveTo>
                    <a:lnTo>
                      <a:pt x="546" y="1132"/>
                    </a:lnTo>
                    <a:cubicBezTo>
                      <a:pt x="548" y="1139"/>
                      <a:pt x="545" y="1146"/>
                      <a:pt x="539" y="1149"/>
                    </a:cubicBezTo>
                    <a:cubicBezTo>
                      <a:pt x="533" y="1152"/>
                      <a:pt x="525" y="1149"/>
                      <a:pt x="523" y="1142"/>
                    </a:cubicBezTo>
                    <a:lnTo>
                      <a:pt x="523" y="1142"/>
                    </a:lnTo>
                    <a:cubicBezTo>
                      <a:pt x="520" y="1136"/>
                      <a:pt x="523" y="1129"/>
                      <a:pt x="529" y="1126"/>
                    </a:cubicBezTo>
                    <a:cubicBezTo>
                      <a:pt x="536" y="1123"/>
                      <a:pt x="543" y="1126"/>
                      <a:pt x="546" y="1132"/>
                    </a:cubicBezTo>
                    <a:close/>
                    <a:moveTo>
                      <a:pt x="567" y="1178"/>
                    </a:moveTo>
                    <a:lnTo>
                      <a:pt x="567" y="1178"/>
                    </a:lnTo>
                    <a:cubicBezTo>
                      <a:pt x="569" y="1184"/>
                      <a:pt x="567" y="1191"/>
                      <a:pt x="560" y="1194"/>
                    </a:cubicBezTo>
                    <a:cubicBezTo>
                      <a:pt x="554" y="1197"/>
                      <a:pt x="547" y="1194"/>
                      <a:pt x="544" y="1188"/>
                    </a:cubicBezTo>
                    <a:lnTo>
                      <a:pt x="544" y="1188"/>
                    </a:lnTo>
                    <a:cubicBezTo>
                      <a:pt x="541" y="1181"/>
                      <a:pt x="544" y="1174"/>
                      <a:pt x="550" y="1171"/>
                    </a:cubicBezTo>
                    <a:cubicBezTo>
                      <a:pt x="557" y="1168"/>
                      <a:pt x="564" y="1171"/>
                      <a:pt x="567" y="1178"/>
                    </a:cubicBezTo>
                    <a:close/>
                    <a:moveTo>
                      <a:pt x="588" y="1223"/>
                    </a:moveTo>
                    <a:lnTo>
                      <a:pt x="588" y="1223"/>
                    </a:lnTo>
                    <a:cubicBezTo>
                      <a:pt x="591" y="1229"/>
                      <a:pt x="588" y="1237"/>
                      <a:pt x="581" y="1239"/>
                    </a:cubicBezTo>
                    <a:cubicBezTo>
                      <a:pt x="575" y="1242"/>
                      <a:pt x="568" y="1239"/>
                      <a:pt x="565" y="1233"/>
                    </a:cubicBezTo>
                    <a:lnTo>
                      <a:pt x="565" y="1233"/>
                    </a:lnTo>
                    <a:cubicBezTo>
                      <a:pt x="562" y="1227"/>
                      <a:pt x="565" y="1219"/>
                      <a:pt x="571" y="1217"/>
                    </a:cubicBezTo>
                    <a:cubicBezTo>
                      <a:pt x="578" y="1214"/>
                      <a:pt x="585" y="1217"/>
                      <a:pt x="588" y="1223"/>
                    </a:cubicBezTo>
                    <a:close/>
                    <a:moveTo>
                      <a:pt x="609" y="1268"/>
                    </a:moveTo>
                    <a:lnTo>
                      <a:pt x="609" y="1268"/>
                    </a:lnTo>
                    <a:cubicBezTo>
                      <a:pt x="612" y="1275"/>
                      <a:pt x="609" y="1282"/>
                      <a:pt x="602" y="1285"/>
                    </a:cubicBezTo>
                    <a:cubicBezTo>
                      <a:pt x="596" y="1288"/>
                      <a:pt x="589" y="1285"/>
                      <a:pt x="586" y="1278"/>
                    </a:cubicBezTo>
                    <a:lnTo>
                      <a:pt x="586" y="1278"/>
                    </a:lnTo>
                    <a:cubicBezTo>
                      <a:pt x="583" y="1272"/>
                      <a:pt x="586" y="1265"/>
                      <a:pt x="592" y="1262"/>
                    </a:cubicBezTo>
                    <a:cubicBezTo>
                      <a:pt x="599" y="1259"/>
                      <a:pt x="606" y="1262"/>
                      <a:pt x="609" y="1268"/>
                    </a:cubicBezTo>
                    <a:close/>
                    <a:moveTo>
                      <a:pt x="630" y="1314"/>
                    </a:moveTo>
                    <a:lnTo>
                      <a:pt x="630" y="1314"/>
                    </a:lnTo>
                    <a:cubicBezTo>
                      <a:pt x="633" y="1320"/>
                      <a:pt x="630" y="1327"/>
                      <a:pt x="623" y="1330"/>
                    </a:cubicBezTo>
                    <a:cubicBezTo>
                      <a:pt x="617" y="1333"/>
                      <a:pt x="610" y="1330"/>
                      <a:pt x="607" y="1324"/>
                    </a:cubicBezTo>
                    <a:lnTo>
                      <a:pt x="607" y="1324"/>
                    </a:lnTo>
                    <a:cubicBezTo>
                      <a:pt x="604" y="1317"/>
                      <a:pt x="607" y="1310"/>
                      <a:pt x="614" y="1307"/>
                    </a:cubicBezTo>
                    <a:cubicBezTo>
                      <a:pt x="620" y="1305"/>
                      <a:pt x="627" y="1307"/>
                      <a:pt x="630" y="1314"/>
                    </a:cubicBezTo>
                    <a:close/>
                    <a:moveTo>
                      <a:pt x="651" y="1359"/>
                    </a:moveTo>
                    <a:lnTo>
                      <a:pt x="651" y="1359"/>
                    </a:lnTo>
                    <a:cubicBezTo>
                      <a:pt x="654" y="1365"/>
                      <a:pt x="651" y="1373"/>
                      <a:pt x="645" y="1376"/>
                    </a:cubicBezTo>
                    <a:cubicBezTo>
                      <a:pt x="638" y="1378"/>
                      <a:pt x="631" y="1375"/>
                      <a:pt x="628" y="1369"/>
                    </a:cubicBezTo>
                    <a:lnTo>
                      <a:pt x="628" y="1369"/>
                    </a:lnTo>
                    <a:cubicBezTo>
                      <a:pt x="625" y="1363"/>
                      <a:pt x="628" y="1355"/>
                      <a:pt x="635" y="1353"/>
                    </a:cubicBezTo>
                    <a:cubicBezTo>
                      <a:pt x="641" y="1350"/>
                      <a:pt x="648" y="1353"/>
                      <a:pt x="651" y="1359"/>
                    </a:cubicBezTo>
                    <a:close/>
                    <a:moveTo>
                      <a:pt x="672" y="1404"/>
                    </a:moveTo>
                    <a:lnTo>
                      <a:pt x="672" y="1404"/>
                    </a:lnTo>
                    <a:cubicBezTo>
                      <a:pt x="675" y="1411"/>
                      <a:pt x="672" y="1418"/>
                      <a:pt x="666" y="1421"/>
                    </a:cubicBezTo>
                    <a:cubicBezTo>
                      <a:pt x="659" y="1424"/>
                      <a:pt x="652" y="1421"/>
                      <a:pt x="649" y="1414"/>
                    </a:cubicBezTo>
                    <a:lnTo>
                      <a:pt x="649" y="1414"/>
                    </a:lnTo>
                    <a:cubicBezTo>
                      <a:pt x="646" y="1408"/>
                      <a:pt x="649" y="1401"/>
                      <a:pt x="656" y="1398"/>
                    </a:cubicBezTo>
                    <a:cubicBezTo>
                      <a:pt x="662" y="1395"/>
                      <a:pt x="669" y="1398"/>
                      <a:pt x="672" y="1404"/>
                    </a:cubicBezTo>
                    <a:close/>
                    <a:moveTo>
                      <a:pt x="693" y="1450"/>
                    </a:moveTo>
                    <a:lnTo>
                      <a:pt x="693" y="1450"/>
                    </a:lnTo>
                    <a:cubicBezTo>
                      <a:pt x="696" y="1456"/>
                      <a:pt x="693" y="1464"/>
                      <a:pt x="687" y="1466"/>
                    </a:cubicBezTo>
                    <a:cubicBezTo>
                      <a:pt x="680" y="1469"/>
                      <a:pt x="673" y="1466"/>
                      <a:pt x="670" y="1460"/>
                    </a:cubicBezTo>
                    <a:lnTo>
                      <a:pt x="670" y="1460"/>
                    </a:lnTo>
                    <a:cubicBezTo>
                      <a:pt x="668" y="1453"/>
                      <a:pt x="670" y="1446"/>
                      <a:pt x="677" y="1443"/>
                    </a:cubicBezTo>
                    <a:cubicBezTo>
                      <a:pt x="683" y="1441"/>
                      <a:pt x="690" y="1444"/>
                      <a:pt x="693" y="1450"/>
                    </a:cubicBezTo>
                    <a:close/>
                    <a:moveTo>
                      <a:pt x="714" y="1495"/>
                    </a:moveTo>
                    <a:lnTo>
                      <a:pt x="714" y="1495"/>
                    </a:lnTo>
                    <a:cubicBezTo>
                      <a:pt x="717" y="1502"/>
                      <a:pt x="714" y="1509"/>
                      <a:pt x="708" y="1512"/>
                    </a:cubicBezTo>
                    <a:cubicBezTo>
                      <a:pt x="701" y="1514"/>
                      <a:pt x="694" y="1512"/>
                      <a:pt x="691" y="1505"/>
                    </a:cubicBezTo>
                    <a:lnTo>
                      <a:pt x="691" y="1505"/>
                    </a:lnTo>
                    <a:cubicBezTo>
                      <a:pt x="689" y="1499"/>
                      <a:pt x="692" y="1491"/>
                      <a:pt x="698" y="1489"/>
                    </a:cubicBezTo>
                    <a:cubicBezTo>
                      <a:pt x="704" y="1486"/>
                      <a:pt x="712" y="1489"/>
                      <a:pt x="714" y="1495"/>
                    </a:cubicBezTo>
                    <a:close/>
                    <a:moveTo>
                      <a:pt x="735" y="1541"/>
                    </a:moveTo>
                    <a:lnTo>
                      <a:pt x="735" y="1541"/>
                    </a:lnTo>
                    <a:cubicBezTo>
                      <a:pt x="738" y="1547"/>
                      <a:pt x="735" y="1554"/>
                      <a:pt x="729" y="1557"/>
                    </a:cubicBezTo>
                    <a:cubicBezTo>
                      <a:pt x="723" y="1560"/>
                      <a:pt x="715" y="1557"/>
                      <a:pt x="712" y="1551"/>
                    </a:cubicBezTo>
                    <a:lnTo>
                      <a:pt x="712" y="1551"/>
                    </a:lnTo>
                    <a:cubicBezTo>
                      <a:pt x="710" y="1544"/>
                      <a:pt x="713" y="1537"/>
                      <a:pt x="719" y="1534"/>
                    </a:cubicBezTo>
                    <a:cubicBezTo>
                      <a:pt x="725" y="1531"/>
                      <a:pt x="733" y="1534"/>
                      <a:pt x="735" y="1541"/>
                    </a:cubicBezTo>
                    <a:close/>
                    <a:moveTo>
                      <a:pt x="756" y="1586"/>
                    </a:moveTo>
                    <a:lnTo>
                      <a:pt x="756" y="1586"/>
                    </a:lnTo>
                    <a:cubicBezTo>
                      <a:pt x="759" y="1592"/>
                      <a:pt x="756" y="1600"/>
                      <a:pt x="750" y="1602"/>
                    </a:cubicBezTo>
                    <a:cubicBezTo>
                      <a:pt x="744" y="1605"/>
                      <a:pt x="736" y="1602"/>
                      <a:pt x="734" y="1596"/>
                    </a:cubicBezTo>
                    <a:lnTo>
                      <a:pt x="734" y="1596"/>
                    </a:lnTo>
                    <a:cubicBezTo>
                      <a:pt x="731" y="1590"/>
                      <a:pt x="734" y="1582"/>
                      <a:pt x="740" y="1579"/>
                    </a:cubicBezTo>
                    <a:cubicBezTo>
                      <a:pt x="746" y="1577"/>
                      <a:pt x="754" y="1580"/>
                      <a:pt x="756" y="1586"/>
                    </a:cubicBezTo>
                    <a:close/>
                    <a:moveTo>
                      <a:pt x="778" y="1631"/>
                    </a:moveTo>
                    <a:lnTo>
                      <a:pt x="778" y="1631"/>
                    </a:lnTo>
                    <a:cubicBezTo>
                      <a:pt x="780" y="1638"/>
                      <a:pt x="777" y="1645"/>
                      <a:pt x="771" y="1648"/>
                    </a:cubicBezTo>
                    <a:cubicBezTo>
                      <a:pt x="765" y="1651"/>
                      <a:pt x="757" y="1648"/>
                      <a:pt x="755" y="1641"/>
                    </a:cubicBezTo>
                    <a:lnTo>
                      <a:pt x="755" y="1641"/>
                    </a:lnTo>
                    <a:cubicBezTo>
                      <a:pt x="752" y="1635"/>
                      <a:pt x="755" y="1628"/>
                      <a:pt x="761" y="1625"/>
                    </a:cubicBezTo>
                    <a:cubicBezTo>
                      <a:pt x="767" y="1622"/>
                      <a:pt x="775" y="1625"/>
                      <a:pt x="778" y="1631"/>
                    </a:cubicBezTo>
                    <a:close/>
                    <a:moveTo>
                      <a:pt x="799" y="1677"/>
                    </a:moveTo>
                    <a:lnTo>
                      <a:pt x="799" y="1677"/>
                    </a:lnTo>
                    <a:cubicBezTo>
                      <a:pt x="801" y="1683"/>
                      <a:pt x="798" y="1690"/>
                      <a:pt x="792" y="1693"/>
                    </a:cubicBezTo>
                    <a:cubicBezTo>
                      <a:pt x="786" y="1696"/>
                      <a:pt x="778" y="1693"/>
                      <a:pt x="776" y="1687"/>
                    </a:cubicBezTo>
                    <a:lnTo>
                      <a:pt x="776" y="1687"/>
                    </a:lnTo>
                    <a:cubicBezTo>
                      <a:pt x="773" y="1680"/>
                      <a:pt x="776" y="1673"/>
                      <a:pt x="782" y="1670"/>
                    </a:cubicBezTo>
                    <a:cubicBezTo>
                      <a:pt x="789" y="1667"/>
                      <a:pt x="796" y="1670"/>
                      <a:pt x="799" y="1677"/>
                    </a:cubicBezTo>
                    <a:close/>
                    <a:moveTo>
                      <a:pt x="820" y="1722"/>
                    </a:moveTo>
                    <a:lnTo>
                      <a:pt x="820" y="1722"/>
                    </a:lnTo>
                    <a:cubicBezTo>
                      <a:pt x="822" y="1728"/>
                      <a:pt x="820" y="1736"/>
                      <a:pt x="813" y="1738"/>
                    </a:cubicBezTo>
                    <a:cubicBezTo>
                      <a:pt x="807" y="1741"/>
                      <a:pt x="800" y="1738"/>
                      <a:pt x="797" y="1732"/>
                    </a:cubicBezTo>
                    <a:lnTo>
                      <a:pt x="797" y="1732"/>
                    </a:lnTo>
                    <a:cubicBezTo>
                      <a:pt x="794" y="1726"/>
                      <a:pt x="797" y="1718"/>
                      <a:pt x="803" y="1716"/>
                    </a:cubicBezTo>
                    <a:cubicBezTo>
                      <a:pt x="810" y="1713"/>
                      <a:pt x="817" y="1716"/>
                      <a:pt x="820" y="1722"/>
                    </a:cubicBezTo>
                    <a:close/>
                    <a:moveTo>
                      <a:pt x="841" y="1767"/>
                    </a:moveTo>
                    <a:lnTo>
                      <a:pt x="841" y="1767"/>
                    </a:lnTo>
                    <a:cubicBezTo>
                      <a:pt x="844" y="1774"/>
                      <a:pt x="841" y="1781"/>
                      <a:pt x="834" y="1784"/>
                    </a:cubicBezTo>
                    <a:cubicBezTo>
                      <a:pt x="828" y="1787"/>
                      <a:pt x="821" y="1784"/>
                      <a:pt x="818" y="1777"/>
                    </a:cubicBezTo>
                    <a:lnTo>
                      <a:pt x="818" y="1777"/>
                    </a:lnTo>
                    <a:cubicBezTo>
                      <a:pt x="815" y="1771"/>
                      <a:pt x="818" y="1764"/>
                      <a:pt x="824" y="1761"/>
                    </a:cubicBezTo>
                    <a:cubicBezTo>
                      <a:pt x="831" y="1758"/>
                      <a:pt x="838" y="1761"/>
                      <a:pt x="841" y="1767"/>
                    </a:cubicBezTo>
                    <a:close/>
                    <a:moveTo>
                      <a:pt x="862" y="1813"/>
                    </a:moveTo>
                    <a:lnTo>
                      <a:pt x="862" y="1813"/>
                    </a:lnTo>
                    <a:cubicBezTo>
                      <a:pt x="865" y="1819"/>
                      <a:pt x="862" y="1826"/>
                      <a:pt x="855" y="1829"/>
                    </a:cubicBezTo>
                    <a:cubicBezTo>
                      <a:pt x="849" y="1832"/>
                      <a:pt x="842" y="1829"/>
                      <a:pt x="839" y="1823"/>
                    </a:cubicBezTo>
                    <a:lnTo>
                      <a:pt x="839" y="1823"/>
                    </a:lnTo>
                    <a:cubicBezTo>
                      <a:pt x="836" y="1816"/>
                      <a:pt x="839" y="1809"/>
                      <a:pt x="845" y="1806"/>
                    </a:cubicBezTo>
                    <a:cubicBezTo>
                      <a:pt x="852" y="1804"/>
                      <a:pt x="859" y="1806"/>
                      <a:pt x="862" y="1813"/>
                    </a:cubicBezTo>
                    <a:close/>
                    <a:moveTo>
                      <a:pt x="883" y="1858"/>
                    </a:moveTo>
                    <a:lnTo>
                      <a:pt x="883" y="1858"/>
                    </a:lnTo>
                    <a:cubicBezTo>
                      <a:pt x="886" y="1864"/>
                      <a:pt x="883" y="1872"/>
                      <a:pt x="876" y="1875"/>
                    </a:cubicBezTo>
                    <a:cubicBezTo>
                      <a:pt x="870" y="1877"/>
                      <a:pt x="863" y="1874"/>
                      <a:pt x="860" y="1868"/>
                    </a:cubicBezTo>
                    <a:lnTo>
                      <a:pt x="860" y="1868"/>
                    </a:lnTo>
                    <a:cubicBezTo>
                      <a:pt x="857" y="1862"/>
                      <a:pt x="860" y="1854"/>
                      <a:pt x="867" y="1852"/>
                    </a:cubicBezTo>
                    <a:cubicBezTo>
                      <a:pt x="873" y="1849"/>
                      <a:pt x="880" y="1852"/>
                      <a:pt x="883" y="1858"/>
                    </a:cubicBezTo>
                    <a:close/>
                    <a:moveTo>
                      <a:pt x="904" y="1903"/>
                    </a:moveTo>
                    <a:lnTo>
                      <a:pt x="904" y="1904"/>
                    </a:lnTo>
                    <a:cubicBezTo>
                      <a:pt x="907" y="1910"/>
                      <a:pt x="904" y="1917"/>
                      <a:pt x="898" y="1920"/>
                    </a:cubicBezTo>
                    <a:cubicBezTo>
                      <a:pt x="891" y="1923"/>
                      <a:pt x="884" y="1920"/>
                      <a:pt x="881" y="1913"/>
                    </a:cubicBezTo>
                    <a:lnTo>
                      <a:pt x="881" y="1913"/>
                    </a:lnTo>
                    <a:cubicBezTo>
                      <a:pt x="878" y="1907"/>
                      <a:pt x="881" y="1900"/>
                      <a:pt x="888" y="1897"/>
                    </a:cubicBezTo>
                    <a:cubicBezTo>
                      <a:pt x="894" y="1894"/>
                      <a:pt x="901" y="1897"/>
                      <a:pt x="904" y="1903"/>
                    </a:cubicBezTo>
                    <a:close/>
                    <a:moveTo>
                      <a:pt x="925" y="1949"/>
                    </a:moveTo>
                    <a:lnTo>
                      <a:pt x="925" y="1949"/>
                    </a:lnTo>
                    <a:cubicBezTo>
                      <a:pt x="928" y="1955"/>
                      <a:pt x="925" y="1963"/>
                      <a:pt x="919" y="1965"/>
                    </a:cubicBezTo>
                    <a:cubicBezTo>
                      <a:pt x="912" y="1968"/>
                      <a:pt x="905" y="1965"/>
                      <a:pt x="902" y="1959"/>
                    </a:cubicBezTo>
                    <a:lnTo>
                      <a:pt x="902" y="1959"/>
                    </a:lnTo>
                    <a:cubicBezTo>
                      <a:pt x="899" y="1952"/>
                      <a:pt x="902" y="1945"/>
                      <a:pt x="909" y="1942"/>
                    </a:cubicBezTo>
                    <a:cubicBezTo>
                      <a:pt x="915" y="1940"/>
                      <a:pt x="922" y="1943"/>
                      <a:pt x="925" y="1949"/>
                    </a:cubicBezTo>
                    <a:close/>
                    <a:moveTo>
                      <a:pt x="946" y="1994"/>
                    </a:moveTo>
                    <a:lnTo>
                      <a:pt x="946" y="1994"/>
                    </a:lnTo>
                    <a:cubicBezTo>
                      <a:pt x="949" y="2001"/>
                      <a:pt x="946" y="2008"/>
                      <a:pt x="940" y="2011"/>
                    </a:cubicBezTo>
                    <a:cubicBezTo>
                      <a:pt x="933" y="2013"/>
                      <a:pt x="926" y="2011"/>
                      <a:pt x="923" y="2004"/>
                    </a:cubicBezTo>
                    <a:lnTo>
                      <a:pt x="923" y="2004"/>
                    </a:lnTo>
                    <a:cubicBezTo>
                      <a:pt x="921" y="1998"/>
                      <a:pt x="923" y="1990"/>
                      <a:pt x="930" y="1988"/>
                    </a:cubicBezTo>
                    <a:cubicBezTo>
                      <a:pt x="936" y="1985"/>
                      <a:pt x="943" y="1988"/>
                      <a:pt x="946" y="1994"/>
                    </a:cubicBezTo>
                    <a:close/>
                    <a:moveTo>
                      <a:pt x="967" y="2040"/>
                    </a:moveTo>
                    <a:lnTo>
                      <a:pt x="967" y="2040"/>
                    </a:lnTo>
                    <a:cubicBezTo>
                      <a:pt x="970" y="2046"/>
                      <a:pt x="967" y="2053"/>
                      <a:pt x="961" y="2056"/>
                    </a:cubicBezTo>
                    <a:cubicBezTo>
                      <a:pt x="954" y="2059"/>
                      <a:pt x="947" y="2056"/>
                      <a:pt x="944" y="2050"/>
                    </a:cubicBezTo>
                    <a:lnTo>
                      <a:pt x="944" y="2050"/>
                    </a:lnTo>
                    <a:cubicBezTo>
                      <a:pt x="942" y="2043"/>
                      <a:pt x="944" y="2036"/>
                      <a:pt x="951" y="2033"/>
                    </a:cubicBezTo>
                    <a:cubicBezTo>
                      <a:pt x="957" y="2030"/>
                      <a:pt x="965" y="2033"/>
                      <a:pt x="967" y="2040"/>
                    </a:cubicBezTo>
                    <a:close/>
                    <a:moveTo>
                      <a:pt x="988" y="2085"/>
                    </a:moveTo>
                    <a:lnTo>
                      <a:pt x="988" y="2085"/>
                    </a:lnTo>
                    <a:cubicBezTo>
                      <a:pt x="991" y="2091"/>
                      <a:pt x="988" y="2099"/>
                      <a:pt x="982" y="2101"/>
                    </a:cubicBezTo>
                    <a:cubicBezTo>
                      <a:pt x="976" y="2104"/>
                      <a:pt x="968" y="2101"/>
                      <a:pt x="965" y="2095"/>
                    </a:cubicBezTo>
                    <a:lnTo>
                      <a:pt x="965" y="2095"/>
                    </a:lnTo>
                    <a:cubicBezTo>
                      <a:pt x="963" y="2089"/>
                      <a:pt x="966" y="2081"/>
                      <a:pt x="972" y="2078"/>
                    </a:cubicBezTo>
                    <a:cubicBezTo>
                      <a:pt x="978" y="2076"/>
                      <a:pt x="986" y="2079"/>
                      <a:pt x="988" y="2085"/>
                    </a:cubicBezTo>
                    <a:close/>
                    <a:moveTo>
                      <a:pt x="1009" y="2130"/>
                    </a:moveTo>
                    <a:lnTo>
                      <a:pt x="1009" y="2130"/>
                    </a:lnTo>
                    <a:cubicBezTo>
                      <a:pt x="1012" y="2137"/>
                      <a:pt x="1009" y="2144"/>
                      <a:pt x="1003" y="2147"/>
                    </a:cubicBezTo>
                    <a:cubicBezTo>
                      <a:pt x="997" y="2150"/>
                      <a:pt x="989" y="2147"/>
                      <a:pt x="987" y="2140"/>
                    </a:cubicBezTo>
                    <a:lnTo>
                      <a:pt x="987" y="2140"/>
                    </a:lnTo>
                    <a:cubicBezTo>
                      <a:pt x="984" y="2134"/>
                      <a:pt x="987" y="2127"/>
                      <a:pt x="993" y="2124"/>
                    </a:cubicBezTo>
                    <a:cubicBezTo>
                      <a:pt x="999" y="2121"/>
                      <a:pt x="1007" y="2124"/>
                      <a:pt x="1009" y="2130"/>
                    </a:cubicBezTo>
                    <a:close/>
                    <a:moveTo>
                      <a:pt x="1031" y="2176"/>
                    </a:moveTo>
                    <a:lnTo>
                      <a:pt x="1031" y="2176"/>
                    </a:lnTo>
                    <a:cubicBezTo>
                      <a:pt x="1033" y="2182"/>
                      <a:pt x="1030" y="2189"/>
                      <a:pt x="1024" y="2192"/>
                    </a:cubicBezTo>
                    <a:cubicBezTo>
                      <a:pt x="1018" y="2195"/>
                      <a:pt x="1010" y="2192"/>
                      <a:pt x="1008" y="2186"/>
                    </a:cubicBezTo>
                    <a:lnTo>
                      <a:pt x="1008" y="2186"/>
                    </a:lnTo>
                    <a:cubicBezTo>
                      <a:pt x="1005" y="2179"/>
                      <a:pt x="1008" y="2172"/>
                      <a:pt x="1014" y="2169"/>
                    </a:cubicBezTo>
                    <a:cubicBezTo>
                      <a:pt x="1020" y="2166"/>
                      <a:pt x="1028" y="2169"/>
                      <a:pt x="1031" y="2176"/>
                    </a:cubicBezTo>
                    <a:close/>
                    <a:moveTo>
                      <a:pt x="1052" y="2221"/>
                    </a:moveTo>
                    <a:lnTo>
                      <a:pt x="1052" y="2221"/>
                    </a:lnTo>
                    <a:cubicBezTo>
                      <a:pt x="1054" y="2227"/>
                      <a:pt x="1051" y="2235"/>
                      <a:pt x="1045" y="2238"/>
                    </a:cubicBezTo>
                    <a:cubicBezTo>
                      <a:pt x="1039" y="2240"/>
                      <a:pt x="1031" y="2237"/>
                      <a:pt x="1029" y="2231"/>
                    </a:cubicBezTo>
                    <a:lnTo>
                      <a:pt x="1029" y="2231"/>
                    </a:lnTo>
                    <a:cubicBezTo>
                      <a:pt x="1026" y="2225"/>
                      <a:pt x="1029" y="2217"/>
                      <a:pt x="1035" y="2215"/>
                    </a:cubicBezTo>
                    <a:cubicBezTo>
                      <a:pt x="1041" y="2212"/>
                      <a:pt x="1049" y="2215"/>
                      <a:pt x="1052" y="2221"/>
                    </a:cubicBezTo>
                    <a:close/>
                    <a:moveTo>
                      <a:pt x="1073" y="2266"/>
                    </a:moveTo>
                    <a:lnTo>
                      <a:pt x="1073" y="2266"/>
                    </a:lnTo>
                    <a:cubicBezTo>
                      <a:pt x="1075" y="2273"/>
                      <a:pt x="1073" y="2280"/>
                      <a:pt x="1066" y="2283"/>
                    </a:cubicBezTo>
                    <a:cubicBezTo>
                      <a:pt x="1060" y="2286"/>
                      <a:pt x="1053" y="2283"/>
                      <a:pt x="1050" y="2276"/>
                    </a:cubicBezTo>
                    <a:lnTo>
                      <a:pt x="1050" y="2276"/>
                    </a:lnTo>
                    <a:cubicBezTo>
                      <a:pt x="1047" y="2270"/>
                      <a:pt x="1050" y="2263"/>
                      <a:pt x="1056" y="2260"/>
                    </a:cubicBezTo>
                    <a:cubicBezTo>
                      <a:pt x="1063" y="2257"/>
                      <a:pt x="1070" y="2260"/>
                      <a:pt x="1073" y="2266"/>
                    </a:cubicBezTo>
                    <a:close/>
                    <a:moveTo>
                      <a:pt x="1094" y="2312"/>
                    </a:moveTo>
                    <a:lnTo>
                      <a:pt x="1094" y="2312"/>
                    </a:lnTo>
                    <a:cubicBezTo>
                      <a:pt x="1097" y="2318"/>
                      <a:pt x="1094" y="2325"/>
                      <a:pt x="1087" y="2328"/>
                    </a:cubicBezTo>
                    <a:cubicBezTo>
                      <a:pt x="1081" y="2331"/>
                      <a:pt x="1074" y="2328"/>
                      <a:pt x="1071" y="2322"/>
                    </a:cubicBezTo>
                    <a:lnTo>
                      <a:pt x="1071" y="2322"/>
                    </a:lnTo>
                    <a:cubicBezTo>
                      <a:pt x="1068" y="2315"/>
                      <a:pt x="1071" y="2308"/>
                      <a:pt x="1077" y="2305"/>
                    </a:cubicBezTo>
                    <a:cubicBezTo>
                      <a:pt x="1084" y="2303"/>
                      <a:pt x="1091" y="2305"/>
                      <a:pt x="1094" y="2312"/>
                    </a:cubicBezTo>
                    <a:close/>
                    <a:moveTo>
                      <a:pt x="1115" y="2357"/>
                    </a:moveTo>
                    <a:lnTo>
                      <a:pt x="1115" y="2357"/>
                    </a:lnTo>
                    <a:cubicBezTo>
                      <a:pt x="1118" y="2363"/>
                      <a:pt x="1115" y="2371"/>
                      <a:pt x="1108" y="2374"/>
                    </a:cubicBezTo>
                    <a:cubicBezTo>
                      <a:pt x="1102" y="2376"/>
                      <a:pt x="1095" y="2373"/>
                      <a:pt x="1092" y="2367"/>
                    </a:cubicBezTo>
                    <a:lnTo>
                      <a:pt x="1092" y="2367"/>
                    </a:lnTo>
                    <a:cubicBezTo>
                      <a:pt x="1089" y="2361"/>
                      <a:pt x="1092" y="2353"/>
                      <a:pt x="1098" y="2351"/>
                    </a:cubicBezTo>
                    <a:cubicBezTo>
                      <a:pt x="1105" y="2348"/>
                      <a:pt x="1112" y="2351"/>
                      <a:pt x="1115" y="2357"/>
                    </a:cubicBezTo>
                    <a:close/>
                    <a:moveTo>
                      <a:pt x="1136" y="2403"/>
                    </a:moveTo>
                    <a:lnTo>
                      <a:pt x="1136" y="2403"/>
                    </a:lnTo>
                    <a:cubicBezTo>
                      <a:pt x="1139" y="2409"/>
                      <a:pt x="1136" y="2416"/>
                      <a:pt x="1129" y="2419"/>
                    </a:cubicBezTo>
                    <a:cubicBezTo>
                      <a:pt x="1123" y="2422"/>
                      <a:pt x="1116" y="2419"/>
                      <a:pt x="1113" y="2412"/>
                    </a:cubicBezTo>
                    <a:lnTo>
                      <a:pt x="1113" y="2412"/>
                    </a:lnTo>
                    <a:cubicBezTo>
                      <a:pt x="1110" y="2406"/>
                      <a:pt x="1113" y="2399"/>
                      <a:pt x="1119" y="2396"/>
                    </a:cubicBezTo>
                    <a:cubicBezTo>
                      <a:pt x="1126" y="2393"/>
                      <a:pt x="1133" y="2396"/>
                      <a:pt x="1136" y="2403"/>
                    </a:cubicBezTo>
                    <a:close/>
                    <a:moveTo>
                      <a:pt x="1157" y="2448"/>
                    </a:moveTo>
                    <a:lnTo>
                      <a:pt x="1157" y="2448"/>
                    </a:lnTo>
                    <a:cubicBezTo>
                      <a:pt x="1160" y="2454"/>
                      <a:pt x="1157" y="2462"/>
                      <a:pt x="1151" y="2464"/>
                    </a:cubicBezTo>
                    <a:cubicBezTo>
                      <a:pt x="1144" y="2467"/>
                      <a:pt x="1137" y="2464"/>
                      <a:pt x="1134" y="2458"/>
                    </a:cubicBezTo>
                    <a:lnTo>
                      <a:pt x="1134" y="2458"/>
                    </a:lnTo>
                    <a:cubicBezTo>
                      <a:pt x="1131" y="2452"/>
                      <a:pt x="1134" y="2444"/>
                      <a:pt x="1141" y="2441"/>
                    </a:cubicBezTo>
                    <a:cubicBezTo>
                      <a:pt x="1147" y="2439"/>
                      <a:pt x="1154" y="2442"/>
                      <a:pt x="1157" y="2448"/>
                    </a:cubicBezTo>
                    <a:close/>
                    <a:moveTo>
                      <a:pt x="1178" y="2493"/>
                    </a:moveTo>
                    <a:lnTo>
                      <a:pt x="1178" y="2493"/>
                    </a:lnTo>
                    <a:cubicBezTo>
                      <a:pt x="1181" y="2500"/>
                      <a:pt x="1178" y="2507"/>
                      <a:pt x="1172" y="2510"/>
                    </a:cubicBezTo>
                    <a:cubicBezTo>
                      <a:pt x="1165" y="2512"/>
                      <a:pt x="1158" y="2510"/>
                      <a:pt x="1155" y="2503"/>
                    </a:cubicBezTo>
                    <a:lnTo>
                      <a:pt x="1155" y="2503"/>
                    </a:lnTo>
                    <a:cubicBezTo>
                      <a:pt x="1152" y="2497"/>
                      <a:pt x="1155" y="2490"/>
                      <a:pt x="1162" y="2487"/>
                    </a:cubicBezTo>
                    <a:cubicBezTo>
                      <a:pt x="1168" y="2484"/>
                      <a:pt x="1175" y="2487"/>
                      <a:pt x="1178" y="2493"/>
                    </a:cubicBezTo>
                    <a:close/>
                    <a:moveTo>
                      <a:pt x="1199" y="2539"/>
                    </a:moveTo>
                    <a:lnTo>
                      <a:pt x="1199" y="2539"/>
                    </a:lnTo>
                    <a:cubicBezTo>
                      <a:pt x="1202" y="2545"/>
                      <a:pt x="1199" y="2552"/>
                      <a:pt x="1193" y="2555"/>
                    </a:cubicBezTo>
                    <a:cubicBezTo>
                      <a:pt x="1186" y="2558"/>
                      <a:pt x="1179" y="2555"/>
                      <a:pt x="1176" y="2549"/>
                    </a:cubicBezTo>
                    <a:lnTo>
                      <a:pt x="1176" y="2549"/>
                    </a:lnTo>
                    <a:cubicBezTo>
                      <a:pt x="1174" y="2542"/>
                      <a:pt x="1176" y="2535"/>
                      <a:pt x="1183" y="2532"/>
                    </a:cubicBezTo>
                    <a:cubicBezTo>
                      <a:pt x="1189" y="2529"/>
                      <a:pt x="1196" y="2532"/>
                      <a:pt x="1199" y="2539"/>
                    </a:cubicBezTo>
                    <a:close/>
                    <a:moveTo>
                      <a:pt x="1220" y="2584"/>
                    </a:moveTo>
                    <a:lnTo>
                      <a:pt x="1220" y="2584"/>
                    </a:lnTo>
                    <a:cubicBezTo>
                      <a:pt x="1223" y="2590"/>
                      <a:pt x="1220" y="2598"/>
                      <a:pt x="1214" y="2600"/>
                    </a:cubicBezTo>
                    <a:cubicBezTo>
                      <a:pt x="1207" y="2603"/>
                      <a:pt x="1200" y="2600"/>
                      <a:pt x="1197" y="2594"/>
                    </a:cubicBezTo>
                    <a:lnTo>
                      <a:pt x="1197" y="2594"/>
                    </a:lnTo>
                    <a:cubicBezTo>
                      <a:pt x="1195" y="2588"/>
                      <a:pt x="1197" y="2580"/>
                      <a:pt x="1204" y="2577"/>
                    </a:cubicBezTo>
                    <a:cubicBezTo>
                      <a:pt x="1210" y="2575"/>
                      <a:pt x="1218" y="2578"/>
                      <a:pt x="1220" y="2584"/>
                    </a:cubicBezTo>
                    <a:close/>
                    <a:moveTo>
                      <a:pt x="1241" y="2629"/>
                    </a:moveTo>
                    <a:lnTo>
                      <a:pt x="1241" y="2629"/>
                    </a:lnTo>
                    <a:cubicBezTo>
                      <a:pt x="1244" y="2636"/>
                      <a:pt x="1241" y="2643"/>
                      <a:pt x="1235" y="2646"/>
                    </a:cubicBezTo>
                    <a:cubicBezTo>
                      <a:pt x="1229" y="2649"/>
                      <a:pt x="1221" y="2646"/>
                      <a:pt x="1218" y="2639"/>
                    </a:cubicBezTo>
                    <a:lnTo>
                      <a:pt x="1218" y="2639"/>
                    </a:lnTo>
                    <a:cubicBezTo>
                      <a:pt x="1216" y="2633"/>
                      <a:pt x="1219" y="2626"/>
                      <a:pt x="1225" y="2623"/>
                    </a:cubicBezTo>
                    <a:cubicBezTo>
                      <a:pt x="1231" y="2620"/>
                      <a:pt x="1239" y="2623"/>
                      <a:pt x="1241" y="2629"/>
                    </a:cubicBezTo>
                    <a:close/>
                    <a:moveTo>
                      <a:pt x="1262" y="2675"/>
                    </a:moveTo>
                    <a:lnTo>
                      <a:pt x="1262" y="2675"/>
                    </a:lnTo>
                    <a:cubicBezTo>
                      <a:pt x="1265" y="2681"/>
                      <a:pt x="1262" y="2688"/>
                      <a:pt x="1256" y="2691"/>
                    </a:cubicBezTo>
                    <a:cubicBezTo>
                      <a:pt x="1250" y="2694"/>
                      <a:pt x="1242" y="2691"/>
                      <a:pt x="1240" y="2685"/>
                    </a:cubicBezTo>
                    <a:lnTo>
                      <a:pt x="1240" y="2685"/>
                    </a:lnTo>
                    <a:cubicBezTo>
                      <a:pt x="1237" y="2678"/>
                      <a:pt x="1240" y="2671"/>
                      <a:pt x="1246" y="2668"/>
                    </a:cubicBezTo>
                    <a:cubicBezTo>
                      <a:pt x="1252" y="2665"/>
                      <a:pt x="1260" y="2668"/>
                      <a:pt x="1262" y="2675"/>
                    </a:cubicBezTo>
                    <a:close/>
                    <a:moveTo>
                      <a:pt x="1284" y="2720"/>
                    </a:moveTo>
                    <a:lnTo>
                      <a:pt x="1284" y="2720"/>
                    </a:lnTo>
                    <a:cubicBezTo>
                      <a:pt x="1286" y="2726"/>
                      <a:pt x="1283" y="2734"/>
                      <a:pt x="1277" y="2737"/>
                    </a:cubicBezTo>
                    <a:cubicBezTo>
                      <a:pt x="1271" y="2739"/>
                      <a:pt x="1263" y="2736"/>
                      <a:pt x="1261" y="2730"/>
                    </a:cubicBezTo>
                    <a:lnTo>
                      <a:pt x="1261" y="2730"/>
                    </a:lnTo>
                    <a:cubicBezTo>
                      <a:pt x="1258" y="2724"/>
                      <a:pt x="1261" y="2716"/>
                      <a:pt x="1267" y="2714"/>
                    </a:cubicBezTo>
                    <a:cubicBezTo>
                      <a:pt x="1273" y="2711"/>
                      <a:pt x="1281" y="2714"/>
                      <a:pt x="1284" y="2720"/>
                    </a:cubicBezTo>
                    <a:close/>
                    <a:moveTo>
                      <a:pt x="1305" y="2765"/>
                    </a:moveTo>
                    <a:lnTo>
                      <a:pt x="1305" y="2765"/>
                    </a:lnTo>
                    <a:cubicBezTo>
                      <a:pt x="1307" y="2772"/>
                      <a:pt x="1304" y="2779"/>
                      <a:pt x="1298" y="2782"/>
                    </a:cubicBezTo>
                    <a:cubicBezTo>
                      <a:pt x="1292" y="2785"/>
                      <a:pt x="1284" y="2782"/>
                      <a:pt x="1282" y="2775"/>
                    </a:cubicBezTo>
                    <a:lnTo>
                      <a:pt x="1282" y="2775"/>
                    </a:lnTo>
                    <a:cubicBezTo>
                      <a:pt x="1279" y="2769"/>
                      <a:pt x="1282" y="2762"/>
                      <a:pt x="1288" y="2759"/>
                    </a:cubicBezTo>
                    <a:cubicBezTo>
                      <a:pt x="1294" y="2756"/>
                      <a:pt x="1302" y="2759"/>
                      <a:pt x="1305" y="2765"/>
                    </a:cubicBezTo>
                    <a:close/>
                    <a:moveTo>
                      <a:pt x="1326" y="2811"/>
                    </a:moveTo>
                    <a:lnTo>
                      <a:pt x="1326" y="2811"/>
                    </a:lnTo>
                    <a:cubicBezTo>
                      <a:pt x="1328" y="2817"/>
                      <a:pt x="1326" y="2825"/>
                      <a:pt x="1319" y="2827"/>
                    </a:cubicBezTo>
                    <a:cubicBezTo>
                      <a:pt x="1313" y="2830"/>
                      <a:pt x="1306" y="2827"/>
                      <a:pt x="1303" y="2821"/>
                    </a:cubicBezTo>
                    <a:lnTo>
                      <a:pt x="1303" y="2821"/>
                    </a:lnTo>
                    <a:cubicBezTo>
                      <a:pt x="1300" y="2814"/>
                      <a:pt x="1303" y="2807"/>
                      <a:pt x="1309" y="2804"/>
                    </a:cubicBezTo>
                    <a:cubicBezTo>
                      <a:pt x="1316" y="2802"/>
                      <a:pt x="1323" y="2804"/>
                      <a:pt x="1326" y="2811"/>
                    </a:cubicBezTo>
                    <a:close/>
                    <a:moveTo>
                      <a:pt x="1347" y="2856"/>
                    </a:moveTo>
                    <a:lnTo>
                      <a:pt x="1347" y="2856"/>
                    </a:lnTo>
                    <a:cubicBezTo>
                      <a:pt x="1350" y="2863"/>
                      <a:pt x="1347" y="2870"/>
                      <a:pt x="1340" y="2873"/>
                    </a:cubicBezTo>
                    <a:cubicBezTo>
                      <a:pt x="1334" y="2875"/>
                      <a:pt x="1327" y="2872"/>
                      <a:pt x="1324" y="2866"/>
                    </a:cubicBezTo>
                    <a:lnTo>
                      <a:pt x="1324" y="2866"/>
                    </a:lnTo>
                    <a:cubicBezTo>
                      <a:pt x="1321" y="2860"/>
                      <a:pt x="1324" y="2852"/>
                      <a:pt x="1330" y="2850"/>
                    </a:cubicBezTo>
                    <a:cubicBezTo>
                      <a:pt x="1337" y="2847"/>
                      <a:pt x="1344" y="2850"/>
                      <a:pt x="1347" y="2856"/>
                    </a:cubicBezTo>
                    <a:close/>
                    <a:moveTo>
                      <a:pt x="1368" y="2902"/>
                    </a:moveTo>
                    <a:lnTo>
                      <a:pt x="1368" y="2902"/>
                    </a:lnTo>
                    <a:cubicBezTo>
                      <a:pt x="1371" y="2908"/>
                      <a:pt x="1368" y="2915"/>
                      <a:pt x="1361" y="2918"/>
                    </a:cubicBezTo>
                    <a:cubicBezTo>
                      <a:pt x="1355" y="2921"/>
                      <a:pt x="1348" y="2918"/>
                      <a:pt x="1345" y="2912"/>
                    </a:cubicBezTo>
                    <a:lnTo>
                      <a:pt x="1345" y="2911"/>
                    </a:lnTo>
                    <a:cubicBezTo>
                      <a:pt x="1342" y="2905"/>
                      <a:pt x="1345" y="2898"/>
                      <a:pt x="1351" y="2895"/>
                    </a:cubicBezTo>
                    <a:cubicBezTo>
                      <a:pt x="1358" y="2892"/>
                      <a:pt x="1365" y="2895"/>
                      <a:pt x="1368" y="2902"/>
                    </a:cubicBezTo>
                    <a:close/>
                    <a:moveTo>
                      <a:pt x="1389" y="2947"/>
                    </a:moveTo>
                    <a:lnTo>
                      <a:pt x="1389" y="2947"/>
                    </a:lnTo>
                    <a:cubicBezTo>
                      <a:pt x="1392" y="2953"/>
                      <a:pt x="1389" y="2961"/>
                      <a:pt x="1382" y="2963"/>
                    </a:cubicBezTo>
                    <a:cubicBezTo>
                      <a:pt x="1376" y="2966"/>
                      <a:pt x="1369" y="2963"/>
                      <a:pt x="1366" y="2957"/>
                    </a:cubicBezTo>
                    <a:lnTo>
                      <a:pt x="1366" y="2957"/>
                    </a:lnTo>
                    <a:cubicBezTo>
                      <a:pt x="1363" y="2951"/>
                      <a:pt x="1366" y="2943"/>
                      <a:pt x="1372" y="2940"/>
                    </a:cubicBezTo>
                    <a:cubicBezTo>
                      <a:pt x="1379" y="2938"/>
                      <a:pt x="1386" y="2941"/>
                      <a:pt x="1389" y="2947"/>
                    </a:cubicBezTo>
                    <a:close/>
                    <a:moveTo>
                      <a:pt x="1410" y="2992"/>
                    </a:moveTo>
                    <a:lnTo>
                      <a:pt x="1410" y="2992"/>
                    </a:lnTo>
                    <a:cubicBezTo>
                      <a:pt x="1413" y="2999"/>
                      <a:pt x="1410" y="3006"/>
                      <a:pt x="1404" y="3009"/>
                    </a:cubicBezTo>
                    <a:cubicBezTo>
                      <a:pt x="1397" y="3011"/>
                      <a:pt x="1390" y="3009"/>
                      <a:pt x="1387" y="3002"/>
                    </a:cubicBezTo>
                    <a:lnTo>
                      <a:pt x="1387" y="3002"/>
                    </a:lnTo>
                    <a:cubicBezTo>
                      <a:pt x="1384" y="2996"/>
                      <a:pt x="1387" y="2989"/>
                      <a:pt x="1394" y="2986"/>
                    </a:cubicBezTo>
                    <a:cubicBezTo>
                      <a:pt x="1400" y="2983"/>
                      <a:pt x="1407" y="2986"/>
                      <a:pt x="1410" y="2992"/>
                    </a:cubicBezTo>
                    <a:close/>
                    <a:moveTo>
                      <a:pt x="1431" y="3038"/>
                    </a:moveTo>
                    <a:lnTo>
                      <a:pt x="1431" y="3038"/>
                    </a:lnTo>
                    <a:cubicBezTo>
                      <a:pt x="1434" y="3044"/>
                      <a:pt x="1431" y="3051"/>
                      <a:pt x="1425" y="3054"/>
                    </a:cubicBezTo>
                    <a:cubicBezTo>
                      <a:pt x="1418" y="3057"/>
                      <a:pt x="1411" y="3054"/>
                      <a:pt x="1408" y="3048"/>
                    </a:cubicBezTo>
                    <a:lnTo>
                      <a:pt x="1408" y="3048"/>
                    </a:lnTo>
                    <a:cubicBezTo>
                      <a:pt x="1405" y="3041"/>
                      <a:pt x="1408" y="3034"/>
                      <a:pt x="1415" y="3031"/>
                    </a:cubicBezTo>
                    <a:cubicBezTo>
                      <a:pt x="1421" y="3028"/>
                      <a:pt x="1428" y="3031"/>
                      <a:pt x="1431" y="3038"/>
                    </a:cubicBezTo>
                    <a:close/>
                    <a:moveTo>
                      <a:pt x="1452" y="3083"/>
                    </a:moveTo>
                    <a:lnTo>
                      <a:pt x="1452" y="3083"/>
                    </a:lnTo>
                    <a:cubicBezTo>
                      <a:pt x="1455" y="3089"/>
                      <a:pt x="1452" y="3097"/>
                      <a:pt x="1446" y="3099"/>
                    </a:cubicBezTo>
                    <a:cubicBezTo>
                      <a:pt x="1439" y="3102"/>
                      <a:pt x="1432" y="3099"/>
                      <a:pt x="1429" y="3093"/>
                    </a:cubicBezTo>
                    <a:lnTo>
                      <a:pt x="1429" y="3093"/>
                    </a:lnTo>
                    <a:cubicBezTo>
                      <a:pt x="1426" y="3087"/>
                      <a:pt x="1429" y="3079"/>
                      <a:pt x="1436" y="3077"/>
                    </a:cubicBezTo>
                    <a:cubicBezTo>
                      <a:pt x="1442" y="3074"/>
                      <a:pt x="1449" y="3077"/>
                      <a:pt x="1452" y="3083"/>
                    </a:cubicBezTo>
                    <a:close/>
                    <a:moveTo>
                      <a:pt x="1473" y="3128"/>
                    </a:moveTo>
                    <a:lnTo>
                      <a:pt x="1473" y="3128"/>
                    </a:lnTo>
                    <a:cubicBezTo>
                      <a:pt x="1476" y="3135"/>
                      <a:pt x="1473" y="3142"/>
                      <a:pt x="1467" y="3145"/>
                    </a:cubicBezTo>
                    <a:cubicBezTo>
                      <a:pt x="1460" y="3148"/>
                      <a:pt x="1453" y="3145"/>
                      <a:pt x="1450" y="3138"/>
                    </a:cubicBezTo>
                    <a:lnTo>
                      <a:pt x="1450" y="3138"/>
                    </a:lnTo>
                    <a:cubicBezTo>
                      <a:pt x="1448" y="3132"/>
                      <a:pt x="1450" y="3125"/>
                      <a:pt x="1457" y="3122"/>
                    </a:cubicBezTo>
                    <a:cubicBezTo>
                      <a:pt x="1463" y="3119"/>
                      <a:pt x="1471" y="3122"/>
                      <a:pt x="1473" y="3128"/>
                    </a:cubicBezTo>
                    <a:close/>
                    <a:moveTo>
                      <a:pt x="1494" y="3174"/>
                    </a:moveTo>
                    <a:lnTo>
                      <a:pt x="1494" y="3174"/>
                    </a:lnTo>
                    <a:cubicBezTo>
                      <a:pt x="1497" y="3180"/>
                      <a:pt x="1494" y="3187"/>
                      <a:pt x="1488" y="3190"/>
                    </a:cubicBezTo>
                    <a:cubicBezTo>
                      <a:pt x="1482" y="3193"/>
                      <a:pt x="1474" y="3190"/>
                      <a:pt x="1471" y="3184"/>
                    </a:cubicBezTo>
                    <a:lnTo>
                      <a:pt x="1471" y="3184"/>
                    </a:lnTo>
                    <a:cubicBezTo>
                      <a:pt x="1469" y="3177"/>
                      <a:pt x="1472" y="3170"/>
                      <a:pt x="1478" y="3167"/>
                    </a:cubicBezTo>
                    <a:cubicBezTo>
                      <a:pt x="1484" y="3164"/>
                      <a:pt x="1492" y="3167"/>
                      <a:pt x="1494" y="3174"/>
                    </a:cubicBezTo>
                    <a:close/>
                    <a:moveTo>
                      <a:pt x="1515" y="3219"/>
                    </a:moveTo>
                    <a:lnTo>
                      <a:pt x="1515" y="3219"/>
                    </a:lnTo>
                    <a:cubicBezTo>
                      <a:pt x="1518" y="3225"/>
                      <a:pt x="1515" y="3233"/>
                      <a:pt x="1509" y="3236"/>
                    </a:cubicBezTo>
                    <a:cubicBezTo>
                      <a:pt x="1503" y="3238"/>
                      <a:pt x="1495" y="3235"/>
                      <a:pt x="1493" y="3229"/>
                    </a:cubicBezTo>
                    <a:lnTo>
                      <a:pt x="1493" y="3229"/>
                    </a:lnTo>
                    <a:cubicBezTo>
                      <a:pt x="1490" y="3223"/>
                      <a:pt x="1493" y="3215"/>
                      <a:pt x="1499" y="3213"/>
                    </a:cubicBezTo>
                    <a:cubicBezTo>
                      <a:pt x="1505" y="3210"/>
                      <a:pt x="1513" y="3213"/>
                      <a:pt x="1515" y="3219"/>
                    </a:cubicBezTo>
                    <a:close/>
                    <a:moveTo>
                      <a:pt x="1537" y="3264"/>
                    </a:moveTo>
                    <a:lnTo>
                      <a:pt x="1537" y="3264"/>
                    </a:lnTo>
                    <a:cubicBezTo>
                      <a:pt x="1539" y="3271"/>
                      <a:pt x="1536" y="3278"/>
                      <a:pt x="1530" y="3281"/>
                    </a:cubicBezTo>
                    <a:cubicBezTo>
                      <a:pt x="1524" y="3284"/>
                      <a:pt x="1516" y="3281"/>
                      <a:pt x="1514" y="3274"/>
                    </a:cubicBezTo>
                    <a:lnTo>
                      <a:pt x="1514" y="3274"/>
                    </a:lnTo>
                    <a:cubicBezTo>
                      <a:pt x="1511" y="3268"/>
                      <a:pt x="1514" y="3261"/>
                      <a:pt x="1520" y="3258"/>
                    </a:cubicBezTo>
                    <a:cubicBezTo>
                      <a:pt x="1526" y="3255"/>
                      <a:pt x="1534" y="3258"/>
                      <a:pt x="1537" y="3264"/>
                    </a:cubicBezTo>
                    <a:close/>
                    <a:moveTo>
                      <a:pt x="1558" y="3310"/>
                    </a:moveTo>
                    <a:lnTo>
                      <a:pt x="1558" y="3310"/>
                    </a:lnTo>
                    <a:cubicBezTo>
                      <a:pt x="1560" y="3316"/>
                      <a:pt x="1557" y="3324"/>
                      <a:pt x="1551" y="3326"/>
                    </a:cubicBezTo>
                    <a:cubicBezTo>
                      <a:pt x="1545" y="3329"/>
                      <a:pt x="1537" y="3326"/>
                      <a:pt x="1535" y="3320"/>
                    </a:cubicBezTo>
                    <a:lnTo>
                      <a:pt x="1535" y="3320"/>
                    </a:lnTo>
                    <a:cubicBezTo>
                      <a:pt x="1532" y="3313"/>
                      <a:pt x="1535" y="3306"/>
                      <a:pt x="1541" y="3303"/>
                    </a:cubicBezTo>
                    <a:cubicBezTo>
                      <a:pt x="1547" y="3301"/>
                      <a:pt x="1555" y="3303"/>
                      <a:pt x="1558" y="3310"/>
                    </a:cubicBezTo>
                    <a:close/>
                    <a:moveTo>
                      <a:pt x="1579" y="3355"/>
                    </a:moveTo>
                    <a:lnTo>
                      <a:pt x="1579" y="3355"/>
                    </a:lnTo>
                    <a:cubicBezTo>
                      <a:pt x="1581" y="3362"/>
                      <a:pt x="1579" y="3369"/>
                      <a:pt x="1572" y="3372"/>
                    </a:cubicBezTo>
                    <a:cubicBezTo>
                      <a:pt x="1566" y="3374"/>
                      <a:pt x="1559" y="3372"/>
                      <a:pt x="1556" y="3365"/>
                    </a:cubicBezTo>
                    <a:lnTo>
                      <a:pt x="1556" y="3365"/>
                    </a:lnTo>
                    <a:cubicBezTo>
                      <a:pt x="1553" y="3359"/>
                      <a:pt x="1556" y="3351"/>
                      <a:pt x="1562" y="3349"/>
                    </a:cubicBezTo>
                    <a:cubicBezTo>
                      <a:pt x="1569" y="3346"/>
                      <a:pt x="1576" y="3349"/>
                      <a:pt x="1579" y="3355"/>
                    </a:cubicBezTo>
                    <a:close/>
                    <a:moveTo>
                      <a:pt x="1600" y="3401"/>
                    </a:moveTo>
                    <a:lnTo>
                      <a:pt x="1600" y="3401"/>
                    </a:lnTo>
                    <a:cubicBezTo>
                      <a:pt x="1603" y="3407"/>
                      <a:pt x="1600" y="3414"/>
                      <a:pt x="1593" y="3417"/>
                    </a:cubicBezTo>
                    <a:cubicBezTo>
                      <a:pt x="1587" y="3420"/>
                      <a:pt x="1580" y="3417"/>
                      <a:pt x="1577" y="3411"/>
                    </a:cubicBezTo>
                    <a:lnTo>
                      <a:pt x="1577" y="3411"/>
                    </a:lnTo>
                    <a:cubicBezTo>
                      <a:pt x="1574" y="3404"/>
                      <a:pt x="1577" y="3397"/>
                      <a:pt x="1583" y="3394"/>
                    </a:cubicBezTo>
                    <a:cubicBezTo>
                      <a:pt x="1590" y="3391"/>
                      <a:pt x="1597" y="3394"/>
                      <a:pt x="1600" y="3401"/>
                    </a:cubicBezTo>
                    <a:close/>
                    <a:moveTo>
                      <a:pt x="1621" y="3446"/>
                    </a:moveTo>
                    <a:lnTo>
                      <a:pt x="1621" y="3446"/>
                    </a:lnTo>
                    <a:cubicBezTo>
                      <a:pt x="1624" y="3452"/>
                      <a:pt x="1621" y="3460"/>
                      <a:pt x="1614" y="3462"/>
                    </a:cubicBezTo>
                    <a:cubicBezTo>
                      <a:pt x="1608" y="3465"/>
                      <a:pt x="1601" y="3462"/>
                      <a:pt x="1598" y="3456"/>
                    </a:cubicBezTo>
                    <a:lnTo>
                      <a:pt x="1598" y="3456"/>
                    </a:lnTo>
                    <a:cubicBezTo>
                      <a:pt x="1595" y="3450"/>
                      <a:pt x="1598" y="3442"/>
                      <a:pt x="1604" y="3439"/>
                    </a:cubicBezTo>
                    <a:cubicBezTo>
                      <a:pt x="1611" y="3437"/>
                      <a:pt x="1618" y="3440"/>
                      <a:pt x="1621" y="3446"/>
                    </a:cubicBezTo>
                    <a:close/>
                    <a:moveTo>
                      <a:pt x="1642" y="3491"/>
                    </a:moveTo>
                    <a:lnTo>
                      <a:pt x="1642" y="3491"/>
                    </a:lnTo>
                    <a:cubicBezTo>
                      <a:pt x="1645" y="3498"/>
                      <a:pt x="1642" y="3505"/>
                      <a:pt x="1635" y="3508"/>
                    </a:cubicBezTo>
                    <a:cubicBezTo>
                      <a:pt x="1629" y="3511"/>
                      <a:pt x="1622" y="3508"/>
                      <a:pt x="1619" y="3501"/>
                    </a:cubicBezTo>
                    <a:lnTo>
                      <a:pt x="1619" y="3501"/>
                    </a:lnTo>
                    <a:cubicBezTo>
                      <a:pt x="1616" y="3495"/>
                      <a:pt x="1619" y="3488"/>
                      <a:pt x="1625" y="3485"/>
                    </a:cubicBezTo>
                    <a:cubicBezTo>
                      <a:pt x="1632" y="3482"/>
                      <a:pt x="1639" y="3485"/>
                      <a:pt x="1642" y="3491"/>
                    </a:cubicBezTo>
                    <a:close/>
                    <a:moveTo>
                      <a:pt x="1663" y="3537"/>
                    </a:moveTo>
                    <a:lnTo>
                      <a:pt x="1663" y="3537"/>
                    </a:lnTo>
                    <a:cubicBezTo>
                      <a:pt x="1666" y="3543"/>
                      <a:pt x="1663" y="3550"/>
                      <a:pt x="1657" y="3553"/>
                    </a:cubicBezTo>
                    <a:cubicBezTo>
                      <a:pt x="1650" y="3556"/>
                      <a:pt x="1643" y="3553"/>
                      <a:pt x="1640" y="3547"/>
                    </a:cubicBezTo>
                    <a:lnTo>
                      <a:pt x="1640" y="3547"/>
                    </a:lnTo>
                    <a:cubicBezTo>
                      <a:pt x="1637" y="3540"/>
                      <a:pt x="1640" y="3533"/>
                      <a:pt x="1647" y="3530"/>
                    </a:cubicBezTo>
                    <a:cubicBezTo>
                      <a:pt x="1653" y="3527"/>
                      <a:pt x="1660" y="3530"/>
                      <a:pt x="1663" y="3537"/>
                    </a:cubicBezTo>
                    <a:close/>
                    <a:moveTo>
                      <a:pt x="1684" y="3582"/>
                    </a:moveTo>
                    <a:lnTo>
                      <a:pt x="1684" y="3582"/>
                    </a:lnTo>
                    <a:cubicBezTo>
                      <a:pt x="1687" y="3588"/>
                      <a:pt x="1684" y="3596"/>
                      <a:pt x="1678" y="3598"/>
                    </a:cubicBezTo>
                    <a:cubicBezTo>
                      <a:pt x="1671" y="3601"/>
                      <a:pt x="1664" y="3598"/>
                      <a:pt x="1661" y="3592"/>
                    </a:cubicBezTo>
                    <a:lnTo>
                      <a:pt x="1661" y="3592"/>
                    </a:lnTo>
                    <a:cubicBezTo>
                      <a:pt x="1658" y="3586"/>
                      <a:pt x="1661" y="3578"/>
                      <a:pt x="1668" y="3576"/>
                    </a:cubicBezTo>
                    <a:cubicBezTo>
                      <a:pt x="1674" y="3573"/>
                      <a:pt x="1681" y="3576"/>
                      <a:pt x="1684" y="3582"/>
                    </a:cubicBezTo>
                    <a:close/>
                    <a:moveTo>
                      <a:pt x="1705" y="3627"/>
                    </a:moveTo>
                    <a:lnTo>
                      <a:pt x="1705" y="3627"/>
                    </a:lnTo>
                    <a:cubicBezTo>
                      <a:pt x="1708" y="3634"/>
                      <a:pt x="1705" y="3641"/>
                      <a:pt x="1699" y="3644"/>
                    </a:cubicBezTo>
                    <a:cubicBezTo>
                      <a:pt x="1692" y="3647"/>
                      <a:pt x="1685" y="3644"/>
                      <a:pt x="1682" y="3637"/>
                    </a:cubicBezTo>
                    <a:lnTo>
                      <a:pt x="1682" y="3637"/>
                    </a:lnTo>
                    <a:cubicBezTo>
                      <a:pt x="1680" y="3631"/>
                      <a:pt x="1682" y="3624"/>
                      <a:pt x="1689" y="3621"/>
                    </a:cubicBezTo>
                    <a:cubicBezTo>
                      <a:pt x="1695" y="3618"/>
                      <a:pt x="1702" y="3621"/>
                      <a:pt x="1705" y="3627"/>
                    </a:cubicBezTo>
                    <a:close/>
                    <a:moveTo>
                      <a:pt x="1726" y="3673"/>
                    </a:moveTo>
                    <a:lnTo>
                      <a:pt x="1726" y="3673"/>
                    </a:lnTo>
                    <a:cubicBezTo>
                      <a:pt x="1729" y="3679"/>
                      <a:pt x="1726" y="3686"/>
                      <a:pt x="1720" y="3689"/>
                    </a:cubicBezTo>
                    <a:cubicBezTo>
                      <a:pt x="1713" y="3692"/>
                      <a:pt x="1706" y="3689"/>
                      <a:pt x="1703" y="3683"/>
                    </a:cubicBezTo>
                    <a:lnTo>
                      <a:pt x="1703" y="3683"/>
                    </a:lnTo>
                    <a:cubicBezTo>
                      <a:pt x="1701" y="3676"/>
                      <a:pt x="1703" y="3669"/>
                      <a:pt x="1710" y="3666"/>
                    </a:cubicBezTo>
                    <a:cubicBezTo>
                      <a:pt x="1716" y="3664"/>
                      <a:pt x="1724" y="3666"/>
                      <a:pt x="1726" y="3673"/>
                    </a:cubicBezTo>
                    <a:close/>
                    <a:moveTo>
                      <a:pt x="1747" y="3718"/>
                    </a:moveTo>
                    <a:lnTo>
                      <a:pt x="1747" y="3718"/>
                    </a:lnTo>
                    <a:cubicBezTo>
                      <a:pt x="1750" y="3724"/>
                      <a:pt x="1747" y="3732"/>
                      <a:pt x="1741" y="3735"/>
                    </a:cubicBezTo>
                    <a:cubicBezTo>
                      <a:pt x="1735" y="3737"/>
                      <a:pt x="1727" y="3734"/>
                      <a:pt x="1724" y="3728"/>
                    </a:cubicBezTo>
                    <a:lnTo>
                      <a:pt x="1724" y="3728"/>
                    </a:lnTo>
                    <a:cubicBezTo>
                      <a:pt x="1722" y="3722"/>
                      <a:pt x="1725" y="3714"/>
                      <a:pt x="1731" y="3712"/>
                    </a:cubicBezTo>
                    <a:cubicBezTo>
                      <a:pt x="1737" y="3709"/>
                      <a:pt x="1745" y="3712"/>
                      <a:pt x="1747" y="3718"/>
                    </a:cubicBezTo>
                    <a:close/>
                    <a:moveTo>
                      <a:pt x="1768" y="3763"/>
                    </a:moveTo>
                    <a:lnTo>
                      <a:pt x="1768" y="3764"/>
                    </a:lnTo>
                    <a:cubicBezTo>
                      <a:pt x="1771" y="3770"/>
                      <a:pt x="1768" y="3777"/>
                      <a:pt x="1762" y="3780"/>
                    </a:cubicBezTo>
                    <a:cubicBezTo>
                      <a:pt x="1756" y="3783"/>
                      <a:pt x="1748" y="3780"/>
                      <a:pt x="1746" y="3773"/>
                    </a:cubicBezTo>
                    <a:lnTo>
                      <a:pt x="1746" y="3773"/>
                    </a:lnTo>
                    <a:cubicBezTo>
                      <a:pt x="1743" y="3767"/>
                      <a:pt x="1746" y="3760"/>
                      <a:pt x="1752" y="3757"/>
                    </a:cubicBezTo>
                    <a:cubicBezTo>
                      <a:pt x="1758" y="3754"/>
                      <a:pt x="1766" y="3757"/>
                      <a:pt x="1768" y="3763"/>
                    </a:cubicBezTo>
                    <a:close/>
                    <a:moveTo>
                      <a:pt x="1790" y="3809"/>
                    </a:moveTo>
                    <a:lnTo>
                      <a:pt x="1790" y="3809"/>
                    </a:lnTo>
                    <a:cubicBezTo>
                      <a:pt x="1792" y="3815"/>
                      <a:pt x="1789" y="3823"/>
                      <a:pt x="1783" y="3825"/>
                    </a:cubicBezTo>
                    <a:cubicBezTo>
                      <a:pt x="1777" y="3828"/>
                      <a:pt x="1769" y="3825"/>
                      <a:pt x="1767" y="3819"/>
                    </a:cubicBezTo>
                    <a:lnTo>
                      <a:pt x="1767" y="3819"/>
                    </a:lnTo>
                    <a:cubicBezTo>
                      <a:pt x="1764" y="3812"/>
                      <a:pt x="1767" y="3805"/>
                      <a:pt x="1773" y="3802"/>
                    </a:cubicBezTo>
                    <a:cubicBezTo>
                      <a:pt x="1779" y="3800"/>
                      <a:pt x="1787" y="3803"/>
                      <a:pt x="1790" y="3809"/>
                    </a:cubicBezTo>
                    <a:close/>
                    <a:moveTo>
                      <a:pt x="1811" y="3854"/>
                    </a:moveTo>
                    <a:lnTo>
                      <a:pt x="1811" y="3854"/>
                    </a:lnTo>
                    <a:cubicBezTo>
                      <a:pt x="1813" y="3861"/>
                      <a:pt x="1810" y="3868"/>
                      <a:pt x="1804" y="3871"/>
                    </a:cubicBezTo>
                    <a:cubicBezTo>
                      <a:pt x="1798" y="3873"/>
                      <a:pt x="1790" y="3871"/>
                      <a:pt x="1788" y="3864"/>
                    </a:cubicBezTo>
                    <a:lnTo>
                      <a:pt x="1788" y="3864"/>
                    </a:lnTo>
                    <a:cubicBezTo>
                      <a:pt x="1785" y="3858"/>
                      <a:pt x="1788" y="3850"/>
                      <a:pt x="1794" y="3848"/>
                    </a:cubicBezTo>
                    <a:cubicBezTo>
                      <a:pt x="1800" y="3845"/>
                      <a:pt x="1808" y="3848"/>
                      <a:pt x="1811" y="3854"/>
                    </a:cubicBezTo>
                    <a:close/>
                    <a:moveTo>
                      <a:pt x="1832" y="3900"/>
                    </a:moveTo>
                    <a:lnTo>
                      <a:pt x="1832" y="3900"/>
                    </a:lnTo>
                    <a:cubicBezTo>
                      <a:pt x="1834" y="3906"/>
                      <a:pt x="1832" y="3913"/>
                      <a:pt x="1825" y="3916"/>
                    </a:cubicBezTo>
                    <a:cubicBezTo>
                      <a:pt x="1819" y="3919"/>
                      <a:pt x="1812" y="3916"/>
                      <a:pt x="1809" y="3910"/>
                    </a:cubicBezTo>
                    <a:lnTo>
                      <a:pt x="1809" y="3910"/>
                    </a:lnTo>
                    <a:cubicBezTo>
                      <a:pt x="1806" y="3903"/>
                      <a:pt x="1809" y="3896"/>
                      <a:pt x="1815" y="3893"/>
                    </a:cubicBezTo>
                    <a:cubicBezTo>
                      <a:pt x="1822" y="3890"/>
                      <a:pt x="1829" y="3893"/>
                      <a:pt x="1832" y="3900"/>
                    </a:cubicBezTo>
                    <a:close/>
                    <a:moveTo>
                      <a:pt x="1818" y="3956"/>
                    </a:moveTo>
                    <a:lnTo>
                      <a:pt x="1818" y="3956"/>
                    </a:lnTo>
                    <a:cubicBezTo>
                      <a:pt x="1814" y="3962"/>
                      <a:pt x="1807" y="3964"/>
                      <a:pt x="1801" y="3961"/>
                    </a:cubicBezTo>
                    <a:cubicBezTo>
                      <a:pt x="1795" y="3958"/>
                      <a:pt x="1792" y="3950"/>
                      <a:pt x="1795" y="3944"/>
                    </a:cubicBezTo>
                    <a:lnTo>
                      <a:pt x="1795" y="3944"/>
                    </a:lnTo>
                    <a:cubicBezTo>
                      <a:pt x="1799" y="3938"/>
                      <a:pt x="1806" y="3936"/>
                      <a:pt x="1812" y="3939"/>
                    </a:cubicBezTo>
                    <a:cubicBezTo>
                      <a:pt x="1818" y="3942"/>
                      <a:pt x="1821" y="3950"/>
                      <a:pt x="1818" y="3956"/>
                    </a:cubicBezTo>
                    <a:close/>
                    <a:moveTo>
                      <a:pt x="1797" y="4001"/>
                    </a:moveTo>
                    <a:lnTo>
                      <a:pt x="1796" y="4001"/>
                    </a:lnTo>
                    <a:cubicBezTo>
                      <a:pt x="1793" y="4007"/>
                      <a:pt x="1786" y="4010"/>
                      <a:pt x="1780" y="4006"/>
                    </a:cubicBezTo>
                    <a:cubicBezTo>
                      <a:pt x="1774" y="4003"/>
                      <a:pt x="1771" y="3996"/>
                      <a:pt x="1774" y="3990"/>
                    </a:cubicBezTo>
                    <a:lnTo>
                      <a:pt x="1774" y="3990"/>
                    </a:lnTo>
                    <a:cubicBezTo>
                      <a:pt x="1778" y="3983"/>
                      <a:pt x="1785" y="3981"/>
                      <a:pt x="1791" y="3984"/>
                    </a:cubicBezTo>
                    <a:cubicBezTo>
                      <a:pt x="1797" y="3987"/>
                      <a:pt x="1800" y="3995"/>
                      <a:pt x="1797" y="4001"/>
                    </a:cubicBezTo>
                    <a:close/>
                    <a:moveTo>
                      <a:pt x="1775" y="4046"/>
                    </a:moveTo>
                    <a:lnTo>
                      <a:pt x="1775" y="4046"/>
                    </a:lnTo>
                    <a:cubicBezTo>
                      <a:pt x="1772" y="4053"/>
                      <a:pt x="1765" y="4055"/>
                      <a:pt x="1759" y="4052"/>
                    </a:cubicBezTo>
                    <a:cubicBezTo>
                      <a:pt x="1752" y="4049"/>
                      <a:pt x="1750" y="4041"/>
                      <a:pt x="1753" y="4035"/>
                    </a:cubicBezTo>
                    <a:lnTo>
                      <a:pt x="1753" y="4035"/>
                    </a:lnTo>
                    <a:cubicBezTo>
                      <a:pt x="1756" y="4029"/>
                      <a:pt x="1764" y="4026"/>
                      <a:pt x="1770" y="4030"/>
                    </a:cubicBezTo>
                    <a:cubicBezTo>
                      <a:pt x="1776" y="4033"/>
                      <a:pt x="1779" y="4040"/>
                      <a:pt x="1775" y="4046"/>
                    </a:cubicBezTo>
                    <a:close/>
                    <a:moveTo>
                      <a:pt x="1754" y="4092"/>
                    </a:moveTo>
                    <a:lnTo>
                      <a:pt x="1754" y="4092"/>
                    </a:lnTo>
                    <a:cubicBezTo>
                      <a:pt x="1751" y="4098"/>
                      <a:pt x="1744" y="4100"/>
                      <a:pt x="1737" y="4097"/>
                    </a:cubicBezTo>
                    <a:cubicBezTo>
                      <a:pt x="1731" y="4094"/>
                      <a:pt x="1729" y="4086"/>
                      <a:pt x="1732" y="4080"/>
                    </a:cubicBezTo>
                    <a:lnTo>
                      <a:pt x="1732" y="4080"/>
                    </a:lnTo>
                    <a:cubicBezTo>
                      <a:pt x="1735" y="4074"/>
                      <a:pt x="1743" y="4072"/>
                      <a:pt x="1749" y="4075"/>
                    </a:cubicBezTo>
                    <a:cubicBezTo>
                      <a:pt x="1755" y="4078"/>
                      <a:pt x="1758" y="4086"/>
                      <a:pt x="1754" y="4092"/>
                    </a:cubicBezTo>
                    <a:close/>
                    <a:moveTo>
                      <a:pt x="1733" y="4137"/>
                    </a:moveTo>
                    <a:lnTo>
                      <a:pt x="1733" y="4137"/>
                    </a:lnTo>
                    <a:cubicBezTo>
                      <a:pt x="1730" y="4143"/>
                      <a:pt x="1722" y="4146"/>
                      <a:pt x="1716" y="4142"/>
                    </a:cubicBezTo>
                    <a:cubicBezTo>
                      <a:pt x="1710" y="4139"/>
                      <a:pt x="1708" y="4132"/>
                      <a:pt x="1711" y="4126"/>
                    </a:cubicBezTo>
                    <a:lnTo>
                      <a:pt x="1711" y="4126"/>
                    </a:lnTo>
                    <a:cubicBezTo>
                      <a:pt x="1714" y="4119"/>
                      <a:pt x="1722" y="4117"/>
                      <a:pt x="1728" y="4120"/>
                    </a:cubicBezTo>
                    <a:cubicBezTo>
                      <a:pt x="1734" y="4124"/>
                      <a:pt x="1736" y="4131"/>
                      <a:pt x="1733" y="4137"/>
                    </a:cubicBezTo>
                    <a:close/>
                    <a:moveTo>
                      <a:pt x="1712" y="4183"/>
                    </a:moveTo>
                    <a:lnTo>
                      <a:pt x="1712" y="4183"/>
                    </a:lnTo>
                    <a:cubicBezTo>
                      <a:pt x="1709" y="4189"/>
                      <a:pt x="1701" y="4191"/>
                      <a:pt x="1695" y="4188"/>
                    </a:cubicBezTo>
                    <a:cubicBezTo>
                      <a:pt x="1689" y="4185"/>
                      <a:pt x="1687" y="4177"/>
                      <a:pt x="1690" y="4171"/>
                    </a:cubicBezTo>
                    <a:lnTo>
                      <a:pt x="1690" y="4171"/>
                    </a:lnTo>
                    <a:cubicBezTo>
                      <a:pt x="1693" y="4165"/>
                      <a:pt x="1701" y="4162"/>
                      <a:pt x="1707" y="4166"/>
                    </a:cubicBezTo>
                    <a:cubicBezTo>
                      <a:pt x="1713" y="4169"/>
                      <a:pt x="1715" y="4176"/>
                      <a:pt x="1712" y="4183"/>
                    </a:cubicBezTo>
                    <a:close/>
                    <a:moveTo>
                      <a:pt x="1691" y="4228"/>
                    </a:moveTo>
                    <a:lnTo>
                      <a:pt x="1691" y="4228"/>
                    </a:lnTo>
                    <a:cubicBezTo>
                      <a:pt x="1688" y="4234"/>
                      <a:pt x="1680" y="4236"/>
                      <a:pt x="1674" y="4233"/>
                    </a:cubicBezTo>
                    <a:cubicBezTo>
                      <a:pt x="1668" y="4230"/>
                      <a:pt x="1666" y="4222"/>
                      <a:pt x="1669" y="4216"/>
                    </a:cubicBezTo>
                    <a:lnTo>
                      <a:pt x="1669" y="4216"/>
                    </a:lnTo>
                    <a:cubicBezTo>
                      <a:pt x="1672" y="4210"/>
                      <a:pt x="1680" y="4208"/>
                      <a:pt x="1686" y="4211"/>
                    </a:cubicBezTo>
                    <a:cubicBezTo>
                      <a:pt x="1692" y="4214"/>
                      <a:pt x="1694" y="4222"/>
                      <a:pt x="1691" y="4228"/>
                    </a:cubicBezTo>
                    <a:close/>
                    <a:moveTo>
                      <a:pt x="1670" y="4273"/>
                    </a:moveTo>
                    <a:lnTo>
                      <a:pt x="1670" y="4273"/>
                    </a:lnTo>
                    <a:cubicBezTo>
                      <a:pt x="1667" y="4279"/>
                      <a:pt x="1659" y="4282"/>
                      <a:pt x="1653" y="4279"/>
                    </a:cubicBezTo>
                    <a:cubicBezTo>
                      <a:pt x="1647" y="4275"/>
                      <a:pt x="1645" y="4268"/>
                      <a:pt x="1648" y="4262"/>
                    </a:cubicBezTo>
                    <a:lnTo>
                      <a:pt x="1648" y="4262"/>
                    </a:lnTo>
                    <a:cubicBezTo>
                      <a:pt x="1651" y="4256"/>
                      <a:pt x="1659" y="4253"/>
                      <a:pt x="1665" y="4256"/>
                    </a:cubicBezTo>
                    <a:cubicBezTo>
                      <a:pt x="1671" y="4260"/>
                      <a:pt x="1673" y="4267"/>
                      <a:pt x="1670" y="4273"/>
                    </a:cubicBezTo>
                    <a:close/>
                    <a:moveTo>
                      <a:pt x="1649" y="4319"/>
                    </a:moveTo>
                    <a:lnTo>
                      <a:pt x="1649" y="4319"/>
                    </a:lnTo>
                    <a:cubicBezTo>
                      <a:pt x="1646" y="4325"/>
                      <a:pt x="1638" y="4327"/>
                      <a:pt x="1632" y="4324"/>
                    </a:cubicBezTo>
                    <a:cubicBezTo>
                      <a:pt x="1626" y="4321"/>
                      <a:pt x="1624" y="4313"/>
                      <a:pt x="1627" y="4307"/>
                    </a:cubicBezTo>
                    <a:lnTo>
                      <a:pt x="1627" y="4307"/>
                    </a:lnTo>
                    <a:cubicBezTo>
                      <a:pt x="1630" y="4301"/>
                      <a:pt x="1637" y="4299"/>
                      <a:pt x="1644" y="4302"/>
                    </a:cubicBezTo>
                    <a:cubicBezTo>
                      <a:pt x="1650" y="4305"/>
                      <a:pt x="1652" y="4313"/>
                      <a:pt x="1649" y="4319"/>
                    </a:cubicBezTo>
                    <a:close/>
                    <a:moveTo>
                      <a:pt x="1628" y="4364"/>
                    </a:moveTo>
                    <a:lnTo>
                      <a:pt x="1628" y="4364"/>
                    </a:lnTo>
                    <a:cubicBezTo>
                      <a:pt x="1625" y="4370"/>
                      <a:pt x="1617" y="4373"/>
                      <a:pt x="1611" y="4369"/>
                    </a:cubicBezTo>
                    <a:cubicBezTo>
                      <a:pt x="1605" y="4366"/>
                      <a:pt x="1602" y="4359"/>
                      <a:pt x="1606" y="4352"/>
                    </a:cubicBezTo>
                    <a:lnTo>
                      <a:pt x="1606" y="4352"/>
                    </a:lnTo>
                    <a:cubicBezTo>
                      <a:pt x="1609" y="4346"/>
                      <a:pt x="1616" y="4344"/>
                      <a:pt x="1623" y="4347"/>
                    </a:cubicBezTo>
                    <a:cubicBezTo>
                      <a:pt x="1629" y="4350"/>
                      <a:pt x="1631" y="4358"/>
                      <a:pt x="1628" y="4364"/>
                    </a:cubicBezTo>
                    <a:close/>
                    <a:moveTo>
                      <a:pt x="1607" y="4409"/>
                    </a:moveTo>
                    <a:lnTo>
                      <a:pt x="1607" y="4409"/>
                    </a:lnTo>
                    <a:cubicBezTo>
                      <a:pt x="1604" y="4416"/>
                      <a:pt x="1596" y="4418"/>
                      <a:pt x="1590" y="4415"/>
                    </a:cubicBezTo>
                    <a:cubicBezTo>
                      <a:pt x="1584" y="4411"/>
                      <a:pt x="1581" y="4404"/>
                      <a:pt x="1585" y="4398"/>
                    </a:cubicBezTo>
                    <a:lnTo>
                      <a:pt x="1585" y="4398"/>
                    </a:lnTo>
                    <a:cubicBezTo>
                      <a:pt x="1588" y="4392"/>
                      <a:pt x="1595" y="4389"/>
                      <a:pt x="1601" y="4393"/>
                    </a:cubicBezTo>
                    <a:cubicBezTo>
                      <a:pt x="1608" y="4396"/>
                      <a:pt x="1610" y="4403"/>
                      <a:pt x="1607" y="4409"/>
                    </a:cubicBezTo>
                    <a:close/>
                    <a:moveTo>
                      <a:pt x="1586" y="4455"/>
                    </a:moveTo>
                    <a:lnTo>
                      <a:pt x="1586" y="4455"/>
                    </a:lnTo>
                    <a:cubicBezTo>
                      <a:pt x="1582" y="4461"/>
                      <a:pt x="1575" y="4463"/>
                      <a:pt x="1569" y="4460"/>
                    </a:cubicBezTo>
                    <a:cubicBezTo>
                      <a:pt x="1563" y="4457"/>
                      <a:pt x="1560" y="4449"/>
                      <a:pt x="1563" y="4443"/>
                    </a:cubicBezTo>
                    <a:lnTo>
                      <a:pt x="1563" y="4443"/>
                    </a:lnTo>
                    <a:cubicBezTo>
                      <a:pt x="1567" y="4437"/>
                      <a:pt x="1574" y="4435"/>
                      <a:pt x="1580" y="4438"/>
                    </a:cubicBezTo>
                    <a:cubicBezTo>
                      <a:pt x="1586" y="4441"/>
                      <a:pt x="1589" y="4449"/>
                      <a:pt x="1586" y="4455"/>
                    </a:cubicBezTo>
                    <a:close/>
                    <a:moveTo>
                      <a:pt x="1565" y="4500"/>
                    </a:moveTo>
                    <a:lnTo>
                      <a:pt x="1565" y="4500"/>
                    </a:lnTo>
                    <a:cubicBezTo>
                      <a:pt x="1561" y="4506"/>
                      <a:pt x="1554" y="4509"/>
                      <a:pt x="1548" y="4505"/>
                    </a:cubicBezTo>
                    <a:cubicBezTo>
                      <a:pt x="1542" y="4502"/>
                      <a:pt x="1539" y="4495"/>
                      <a:pt x="1542" y="4489"/>
                    </a:cubicBezTo>
                    <a:lnTo>
                      <a:pt x="1542" y="4489"/>
                    </a:lnTo>
                    <a:cubicBezTo>
                      <a:pt x="1546" y="4482"/>
                      <a:pt x="1553" y="4480"/>
                      <a:pt x="1559" y="4483"/>
                    </a:cubicBezTo>
                    <a:cubicBezTo>
                      <a:pt x="1565" y="4486"/>
                      <a:pt x="1568" y="4494"/>
                      <a:pt x="1565" y="4500"/>
                    </a:cubicBezTo>
                    <a:close/>
                    <a:moveTo>
                      <a:pt x="1543" y="4545"/>
                    </a:moveTo>
                    <a:lnTo>
                      <a:pt x="1543" y="4545"/>
                    </a:lnTo>
                    <a:cubicBezTo>
                      <a:pt x="1540" y="4552"/>
                      <a:pt x="1533" y="4554"/>
                      <a:pt x="1527" y="4551"/>
                    </a:cubicBezTo>
                    <a:cubicBezTo>
                      <a:pt x="1520" y="4548"/>
                      <a:pt x="1518" y="4540"/>
                      <a:pt x="1521" y="4534"/>
                    </a:cubicBezTo>
                    <a:lnTo>
                      <a:pt x="1521" y="4534"/>
                    </a:lnTo>
                    <a:cubicBezTo>
                      <a:pt x="1525" y="4528"/>
                      <a:pt x="1532" y="4525"/>
                      <a:pt x="1538" y="4529"/>
                    </a:cubicBezTo>
                    <a:cubicBezTo>
                      <a:pt x="1544" y="4532"/>
                      <a:pt x="1547" y="4539"/>
                      <a:pt x="1543" y="4545"/>
                    </a:cubicBezTo>
                    <a:close/>
                    <a:moveTo>
                      <a:pt x="1522" y="4591"/>
                    </a:moveTo>
                    <a:lnTo>
                      <a:pt x="1522" y="4591"/>
                    </a:lnTo>
                    <a:cubicBezTo>
                      <a:pt x="1519" y="4597"/>
                      <a:pt x="1512" y="4599"/>
                      <a:pt x="1506" y="4596"/>
                    </a:cubicBezTo>
                    <a:cubicBezTo>
                      <a:pt x="1499" y="4593"/>
                      <a:pt x="1497" y="4585"/>
                      <a:pt x="1500" y="4579"/>
                    </a:cubicBezTo>
                    <a:lnTo>
                      <a:pt x="1500" y="4579"/>
                    </a:lnTo>
                    <a:cubicBezTo>
                      <a:pt x="1503" y="4573"/>
                      <a:pt x="1511" y="4571"/>
                      <a:pt x="1517" y="4574"/>
                    </a:cubicBezTo>
                    <a:cubicBezTo>
                      <a:pt x="1523" y="4577"/>
                      <a:pt x="1526" y="4585"/>
                      <a:pt x="1522" y="4591"/>
                    </a:cubicBezTo>
                    <a:close/>
                    <a:moveTo>
                      <a:pt x="1501" y="4636"/>
                    </a:moveTo>
                    <a:lnTo>
                      <a:pt x="1501" y="4636"/>
                    </a:lnTo>
                    <a:cubicBezTo>
                      <a:pt x="1498" y="4642"/>
                      <a:pt x="1491" y="4645"/>
                      <a:pt x="1484" y="4642"/>
                    </a:cubicBezTo>
                    <a:cubicBezTo>
                      <a:pt x="1478" y="4638"/>
                      <a:pt x="1476" y="4631"/>
                      <a:pt x="1479" y="4625"/>
                    </a:cubicBezTo>
                    <a:lnTo>
                      <a:pt x="1479" y="4625"/>
                    </a:lnTo>
                    <a:cubicBezTo>
                      <a:pt x="1482" y="4619"/>
                      <a:pt x="1490" y="4616"/>
                      <a:pt x="1496" y="4619"/>
                    </a:cubicBezTo>
                    <a:cubicBezTo>
                      <a:pt x="1502" y="4623"/>
                      <a:pt x="1505" y="4630"/>
                      <a:pt x="1501" y="4636"/>
                    </a:cubicBezTo>
                    <a:close/>
                    <a:moveTo>
                      <a:pt x="1480" y="4682"/>
                    </a:moveTo>
                    <a:lnTo>
                      <a:pt x="1480" y="4682"/>
                    </a:lnTo>
                    <a:cubicBezTo>
                      <a:pt x="1477" y="4688"/>
                      <a:pt x="1469" y="4690"/>
                      <a:pt x="1463" y="4687"/>
                    </a:cubicBezTo>
                    <a:cubicBezTo>
                      <a:pt x="1457" y="4684"/>
                      <a:pt x="1455" y="4676"/>
                      <a:pt x="1458" y="4670"/>
                    </a:cubicBezTo>
                    <a:lnTo>
                      <a:pt x="1458" y="4670"/>
                    </a:lnTo>
                    <a:cubicBezTo>
                      <a:pt x="1461" y="4664"/>
                      <a:pt x="1469" y="4661"/>
                      <a:pt x="1475" y="4665"/>
                    </a:cubicBezTo>
                    <a:cubicBezTo>
                      <a:pt x="1481" y="4668"/>
                      <a:pt x="1483" y="4675"/>
                      <a:pt x="1480" y="4682"/>
                    </a:cubicBezTo>
                    <a:close/>
                    <a:moveTo>
                      <a:pt x="1459" y="4727"/>
                    </a:moveTo>
                    <a:lnTo>
                      <a:pt x="1459" y="4727"/>
                    </a:lnTo>
                    <a:cubicBezTo>
                      <a:pt x="1456" y="4733"/>
                      <a:pt x="1448" y="4735"/>
                      <a:pt x="1442" y="4732"/>
                    </a:cubicBezTo>
                    <a:cubicBezTo>
                      <a:pt x="1436" y="4729"/>
                      <a:pt x="1434" y="4722"/>
                      <a:pt x="1437" y="4715"/>
                    </a:cubicBezTo>
                    <a:lnTo>
                      <a:pt x="1437" y="4715"/>
                    </a:lnTo>
                    <a:cubicBezTo>
                      <a:pt x="1440" y="4709"/>
                      <a:pt x="1448" y="4707"/>
                      <a:pt x="1454" y="4710"/>
                    </a:cubicBezTo>
                    <a:cubicBezTo>
                      <a:pt x="1460" y="4713"/>
                      <a:pt x="1462" y="4721"/>
                      <a:pt x="1459" y="4727"/>
                    </a:cubicBezTo>
                    <a:close/>
                    <a:moveTo>
                      <a:pt x="1438" y="4772"/>
                    </a:moveTo>
                    <a:lnTo>
                      <a:pt x="1438" y="4772"/>
                    </a:lnTo>
                    <a:cubicBezTo>
                      <a:pt x="1435" y="4778"/>
                      <a:pt x="1427" y="4781"/>
                      <a:pt x="1421" y="4778"/>
                    </a:cubicBezTo>
                    <a:cubicBezTo>
                      <a:pt x="1415" y="4774"/>
                      <a:pt x="1413" y="4767"/>
                      <a:pt x="1416" y="4761"/>
                    </a:cubicBezTo>
                    <a:lnTo>
                      <a:pt x="1416" y="4761"/>
                    </a:lnTo>
                    <a:cubicBezTo>
                      <a:pt x="1419" y="4755"/>
                      <a:pt x="1427" y="4752"/>
                      <a:pt x="1433" y="4755"/>
                    </a:cubicBezTo>
                    <a:cubicBezTo>
                      <a:pt x="1439" y="4759"/>
                      <a:pt x="1441" y="4766"/>
                      <a:pt x="1438" y="4772"/>
                    </a:cubicBezTo>
                    <a:close/>
                    <a:moveTo>
                      <a:pt x="1417" y="4818"/>
                    </a:moveTo>
                    <a:lnTo>
                      <a:pt x="1417" y="4818"/>
                    </a:lnTo>
                    <a:cubicBezTo>
                      <a:pt x="1414" y="4824"/>
                      <a:pt x="1406" y="4826"/>
                      <a:pt x="1400" y="4823"/>
                    </a:cubicBezTo>
                    <a:cubicBezTo>
                      <a:pt x="1394" y="4820"/>
                      <a:pt x="1392" y="4812"/>
                      <a:pt x="1395" y="4806"/>
                    </a:cubicBezTo>
                    <a:lnTo>
                      <a:pt x="1395" y="4806"/>
                    </a:lnTo>
                    <a:cubicBezTo>
                      <a:pt x="1398" y="4800"/>
                      <a:pt x="1406" y="4798"/>
                      <a:pt x="1412" y="4801"/>
                    </a:cubicBezTo>
                    <a:cubicBezTo>
                      <a:pt x="1418" y="4804"/>
                      <a:pt x="1420" y="4812"/>
                      <a:pt x="1417" y="4818"/>
                    </a:cubicBezTo>
                    <a:close/>
                    <a:moveTo>
                      <a:pt x="1396" y="4863"/>
                    </a:moveTo>
                    <a:lnTo>
                      <a:pt x="1396" y="4863"/>
                    </a:lnTo>
                    <a:cubicBezTo>
                      <a:pt x="1393" y="4869"/>
                      <a:pt x="1385" y="4872"/>
                      <a:pt x="1379" y="4868"/>
                    </a:cubicBezTo>
                    <a:cubicBezTo>
                      <a:pt x="1373" y="4865"/>
                      <a:pt x="1371" y="4858"/>
                      <a:pt x="1374" y="4851"/>
                    </a:cubicBezTo>
                    <a:lnTo>
                      <a:pt x="1374" y="4851"/>
                    </a:lnTo>
                    <a:cubicBezTo>
                      <a:pt x="1377" y="4845"/>
                      <a:pt x="1384" y="4843"/>
                      <a:pt x="1391" y="4846"/>
                    </a:cubicBezTo>
                    <a:cubicBezTo>
                      <a:pt x="1397" y="4849"/>
                      <a:pt x="1399" y="4857"/>
                      <a:pt x="1396" y="4863"/>
                    </a:cubicBezTo>
                    <a:close/>
                    <a:moveTo>
                      <a:pt x="1375" y="4908"/>
                    </a:moveTo>
                    <a:lnTo>
                      <a:pt x="1375" y="4908"/>
                    </a:lnTo>
                    <a:cubicBezTo>
                      <a:pt x="1372" y="4915"/>
                      <a:pt x="1364" y="4917"/>
                      <a:pt x="1358" y="4914"/>
                    </a:cubicBezTo>
                    <a:cubicBezTo>
                      <a:pt x="1352" y="4911"/>
                      <a:pt x="1349" y="4903"/>
                      <a:pt x="1353" y="4897"/>
                    </a:cubicBezTo>
                    <a:lnTo>
                      <a:pt x="1353" y="4897"/>
                    </a:lnTo>
                    <a:cubicBezTo>
                      <a:pt x="1356" y="4891"/>
                      <a:pt x="1363" y="4888"/>
                      <a:pt x="1370" y="4892"/>
                    </a:cubicBezTo>
                    <a:cubicBezTo>
                      <a:pt x="1376" y="4895"/>
                      <a:pt x="1378" y="4902"/>
                      <a:pt x="1375" y="4908"/>
                    </a:cubicBezTo>
                    <a:close/>
                    <a:moveTo>
                      <a:pt x="1354" y="4954"/>
                    </a:moveTo>
                    <a:lnTo>
                      <a:pt x="1354" y="4954"/>
                    </a:lnTo>
                    <a:cubicBezTo>
                      <a:pt x="1351" y="4960"/>
                      <a:pt x="1343" y="4962"/>
                      <a:pt x="1337" y="4959"/>
                    </a:cubicBezTo>
                    <a:cubicBezTo>
                      <a:pt x="1331" y="4956"/>
                      <a:pt x="1328" y="4948"/>
                      <a:pt x="1332" y="4942"/>
                    </a:cubicBezTo>
                    <a:lnTo>
                      <a:pt x="1332" y="4942"/>
                    </a:lnTo>
                    <a:cubicBezTo>
                      <a:pt x="1335" y="4936"/>
                      <a:pt x="1342" y="4934"/>
                      <a:pt x="1348" y="4937"/>
                    </a:cubicBezTo>
                    <a:cubicBezTo>
                      <a:pt x="1355" y="4940"/>
                      <a:pt x="1357" y="4948"/>
                      <a:pt x="1354" y="4954"/>
                    </a:cubicBezTo>
                    <a:close/>
                    <a:moveTo>
                      <a:pt x="1333" y="4999"/>
                    </a:moveTo>
                    <a:lnTo>
                      <a:pt x="1333" y="4999"/>
                    </a:lnTo>
                    <a:cubicBezTo>
                      <a:pt x="1329" y="5005"/>
                      <a:pt x="1322" y="5008"/>
                      <a:pt x="1316" y="5004"/>
                    </a:cubicBezTo>
                    <a:cubicBezTo>
                      <a:pt x="1310" y="5001"/>
                      <a:pt x="1307" y="4994"/>
                      <a:pt x="1310" y="4988"/>
                    </a:cubicBezTo>
                    <a:lnTo>
                      <a:pt x="1310" y="4988"/>
                    </a:lnTo>
                    <a:cubicBezTo>
                      <a:pt x="1314" y="4981"/>
                      <a:pt x="1321" y="4979"/>
                      <a:pt x="1327" y="4982"/>
                    </a:cubicBezTo>
                    <a:cubicBezTo>
                      <a:pt x="1333" y="4985"/>
                      <a:pt x="1336" y="4993"/>
                      <a:pt x="1333" y="4999"/>
                    </a:cubicBezTo>
                    <a:close/>
                    <a:moveTo>
                      <a:pt x="1312" y="5044"/>
                    </a:moveTo>
                    <a:lnTo>
                      <a:pt x="1312" y="5045"/>
                    </a:lnTo>
                    <a:cubicBezTo>
                      <a:pt x="1308" y="5051"/>
                      <a:pt x="1301" y="5053"/>
                      <a:pt x="1295" y="5050"/>
                    </a:cubicBezTo>
                    <a:cubicBezTo>
                      <a:pt x="1289" y="5047"/>
                      <a:pt x="1286" y="5039"/>
                      <a:pt x="1289" y="5033"/>
                    </a:cubicBezTo>
                    <a:lnTo>
                      <a:pt x="1289" y="5033"/>
                    </a:lnTo>
                    <a:cubicBezTo>
                      <a:pt x="1293" y="5027"/>
                      <a:pt x="1300" y="5024"/>
                      <a:pt x="1306" y="5028"/>
                    </a:cubicBezTo>
                    <a:cubicBezTo>
                      <a:pt x="1312" y="5031"/>
                      <a:pt x="1315" y="5038"/>
                      <a:pt x="1312" y="5044"/>
                    </a:cubicBezTo>
                    <a:close/>
                    <a:moveTo>
                      <a:pt x="1290" y="5090"/>
                    </a:moveTo>
                    <a:lnTo>
                      <a:pt x="1290" y="5090"/>
                    </a:lnTo>
                    <a:cubicBezTo>
                      <a:pt x="1287" y="5096"/>
                      <a:pt x="1280" y="5098"/>
                      <a:pt x="1274" y="5095"/>
                    </a:cubicBezTo>
                    <a:cubicBezTo>
                      <a:pt x="1267" y="5092"/>
                      <a:pt x="1265" y="5084"/>
                      <a:pt x="1268" y="5078"/>
                    </a:cubicBezTo>
                    <a:lnTo>
                      <a:pt x="1268" y="5078"/>
                    </a:lnTo>
                    <a:cubicBezTo>
                      <a:pt x="1272" y="5072"/>
                      <a:pt x="1279" y="5070"/>
                      <a:pt x="1285" y="5073"/>
                    </a:cubicBezTo>
                    <a:cubicBezTo>
                      <a:pt x="1291" y="5076"/>
                      <a:pt x="1294" y="5084"/>
                      <a:pt x="1290" y="5090"/>
                    </a:cubicBezTo>
                    <a:close/>
                    <a:moveTo>
                      <a:pt x="1269" y="5135"/>
                    </a:moveTo>
                    <a:lnTo>
                      <a:pt x="1269" y="5135"/>
                    </a:lnTo>
                    <a:cubicBezTo>
                      <a:pt x="1266" y="5141"/>
                      <a:pt x="1259" y="5144"/>
                      <a:pt x="1253" y="5141"/>
                    </a:cubicBezTo>
                    <a:cubicBezTo>
                      <a:pt x="1246" y="5137"/>
                      <a:pt x="1244" y="5130"/>
                      <a:pt x="1247" y="5124"/>
                    </a:cubicBezTo>
                    <a:lnTo>
                      <a:pt x="1247" y="5124"/>
                    </a:lnTo>
                    <a:cubicBezTo>
                      <a:pt x="1250" y="5118"/>
                      <a:pt x="1258" y="5115"/>
                      <a:pt x="1264" y="5118"/>
                    </a:cubicBezTo>
                    <a:cubicBezTo>
                      <a:pt x="1270" y="5122"/>
                      <a:pt x="1273" y="5129"/>
                      <a:pt x="1269" y="5135"/>
                    </a:cubicBezTo>
                    <a:close/>
                    <a:moveTo>
                      <a:pt x="1248" y="5181"/>
                    </a:moveTo>
                    <a:lnTo>
                      <a:pt x="1248" y="5181"/>
                    </a:lnTo>
                    <a:cubicBezTo>
                      <a:pt x="1245" y="5187"/>
                      <a:pt x="1238" y="5189"/>
                      <a:pt x="1231" y="5186"/>
                    </a:cubicBezTo>
                    <a:cubicBezTo>
                      <a:pt x="1225" y="5183"/>
                      <a:pt x="1223" y="5175"/>
                      <a:pt x="1226" y="5169"/>
                    </a:cubicBezTo>
                    <a:lnTo>
                      <a:pt x="1226" y="5169"/>
                    </a:lnTo>
                    <a:cubicBezTo>
                      <a:pt x="1229" y="5163"/>
                      <a:pt x="1237" y="5161"/>
                      <a:pt x="1243" y="5164"/>
                    </a:cubicBezTo>
                    <a:cubicBezTo>
                      <a:pt x="1249" y="5167"/>
                      <a:pt x="1252" y="5174"/>
                      <a:pt x="1248" y="5181"/>
                    </a:cubicBezTo>
                    <a:close/>
                    <a:moveTo>
                      <a:pt x="1227" y="5226"/>
                    </a:moveTo>
                    <a:lnTo>
                      <a:pt x="1227" y="5226"/>
                    </a:lnTo>
                    <a:cubicBezTo>
                      <a:pt x="1224" y="5232"/>
                      <a:pt x="1216" y="5234"/>
                      <a:pt x="1210" y="5231"/>
                    </a:cubicBezTo>
                    <a:cubicBezTo>
                      <a:pt x="1204" y="5228"/>
                      <a:pt x="1202" y="5221"/>
                      <a:pt x="1205" y="5214"/>
                    </a:cubicBezTo>
                    <a:lnTo>
                      <a:pt x="1205" y="5214"/>
                    </a:lnTo>
                    <a:cubicBezTo>
                      <a:pt x="1208" y="5208"/>
                      <a:pt x="1216" y="5206"/>
                      <a:pt x="1222" y="5209"/>
                    </a:cubicBezTo>
                    <a:cubicBezTo>
                      <a:pt x="1228" y="5212"/>
                      <a:pt x="1230" y="5220"/>
                      <a:pt x="1227" y="5226"/>
                    </a:cubicBezTo>
                    <a:close/>
                    <a:moveTo>
                      <a:pt x="1206" y="5271"/>
                    </a:moveTo>
                    <a:lnTo>
                      <a:pt x="1206" y="5271"/>
                    </a:lnTo>
                    <a:cubicBezTo>
                      <a:pt x="1203" y="5277"/>
                      <a:pt x="1196" y="5280"/>
                      <a:pt x="1190" y="5277"/>
                    </a:cubicBezTo>
                    <a:cubicBezTo>
                      <a:pt x="1183" y="5274"/>
                      <a:pt x="1181" y="5266"/>
                      <a:pt x="1184" y="5260"/>
                    </a:cubicBezTo>
                    <a:lnTo>
                      <a:pt x="1184" y="5260"/>
                    </a:lnTo>
                    <a:cubicBezTo>
                      <a:pt x="1187" y="5254"/>
                      <a:pt x="1194" y="5251"/>
                      <a:pt x="1200" y="5254"/>
                    </a:cubicBezTo>
                    <a:cubicBezTo>
                      <a:pt x="1207" y="5257"/>
                      <a:pt x="1209" y="5265"/>
                      <a:pt x="1206" y="5271"/>
                    </a:cubicBezTo>
                    <a:close/>
                    <a:moveTo>
                      <a:pt x="1185" y="5316"/>
                    </a:moveTo>
                    <a:lnTo>
                      <a:pt x="1185" y="5316"/>
                    </a:lnTo>
                    <a:cubicBezTo>
                      <a:pt x="1182" y="5323"/>
                      <a:pt x="1175" y="5325"/>
                      <a:pt x="1169" y="5322"/>
                    </a:cubicBezTo>
                    <a:cubicBezTo>
                      <a:pt x="1162" y="5319"/>
                      <a:pt x="1160" y="5312"/>
                      <a:pt x="1163" y="5306"/>
                    </a:cubicBezTo>
                    <a:lnTo>
                      <a:pt x="1163" y="5305"/>
                    </a:lnTo>
                    <a:cubicBezTo>
                      <a:pt x="1166" y="5299"/>
                      <a:pt x="1173" y="5297"/>
                      <a:pt x="1179" y="5300"/>
                    </a:cubicBezTo>
                    <a:cubicBezTo>
                      <a:pt x="1186" y="5303"/>
                      <a:pt x="1188" y="5310"/>
                      <a:pt x="1185" y="5316"/>
                    </a:cubicBezTo>
                    <a:close/>
                    <a:moveTo>
                      <a:pt x="1164" y="5362"/>
                    </a:moveTo>
                    <a:lnTo>
                      <a:pt x="1164" y="5362"/>
                    </a:lnTo>
                    <a:cubicBezTo>
                      <a:pt x="1161" y="5368"/>
                      <a:pt x="1154" y="5371"/>
                      <a:pt x="1147" y="5368"/>
                    </a:cubicBezTo>
                    <a:cubicBezTo>
                      <a:pt x="1141" y="5365"/>
                      <a:pt x="1139" y="5357"/>
                      <a:pt x="1142" y="5351"/>
                    </a:cubicBezTo>
                    <a:lnTo>
                      <a:pt x="1142" y="5351"/>
                    </a:lnTo>
                    <a:cubicBezTo>
                      <a:pt x="1145" y="5345"/>
                      <a:pt x="1152" y="5342"/>
                      <a:pt x="1158" y="5345"/>
                    </a:cubicBezTo>
                    <a:cubicBezTo>
                      <a:pt x="1165" y="5348"/>
                      <a:pt x="1167" y="5355"/>
                      <a:pt x="1164" y="5362"/>
                    </a:cubicBezTo>
                    <a:close/>
                    <a:moveTo>
                      <a:pt x="1143" y="5407"/>
                    </a:moveTo>
                    <a:lnTo>
                      <a:pt x="1143" y="5407"/>
                    </a:lnTo>
                    <a:cubicBezTo>
                      <a:pt x="1140" y="5413"/>
                      <a:pt x="1133" y="5416"/>
                      <a:pt x="1126" y="5413"/>
                    </a:cubicBezTo>
                    <a:cubicBezTo>
                      <a:pt x="1120" y="5410"/>
                      <a:pt x="1118" y="5402"/>
                      <a:pt x="1121" y="5396"/>
                    </a:cubicBezTo>
                    <a:lnTo>
                      <a:pt x="1121" y="5396"/>
                    </a:lnTo>
                    <a:cubicBezTo>
                      <a:pt x="1124" y="5390"/>
                      <a:pt x="1131" y="5387"/>
                      <a:pt x="1137" y="5390"/>
                    </a:cubicBezTo>
                    <a:cubicBezTo>
                      <a:pt x="1143" y="5393"/>
                      <a:pt x="1146" y="5401"/>
                      <a:pt x="1143" y="5407"/>
                    </a:cubicBezTo>
                    <a:close/>
                    <a:moveTo>
                      <a:pt x="1122" y="5452"/>
                    </a:moveTo>
                    <a:lnTo>
                      <a:pt x="1122" y="5452"/>
                    </a:lnTo>
                    <a:cubicBezTo>
                      <a:pt x="1119" y="5459"/>
                      <a:pt x="1112" y="5461"/>
                      <a:pt x="1105" y="5458"/>
                    </a:cubicBezTo>
                    <a:cubicBezTo>
                      <a:pt x="1099" y="5455"/>
                      <a:pt x="1096" y="5448"/>
                      <a:pt x="1099" y="5442"/>
                    </a:cubicBezTo>
                    <a:lnTo>
                      <a:pt x="1099" y="5442"/>
                    </a:lnTo>
                    <a:cubicBezTo>
                      <a:pt x="1102" y="5435"/>
                      <a:pt x="1110" y="5433"/>
                      <a:pt x="1116" y="5436"/>
                    </a:cubicBezTo>
                    <a:cubicBezTo>
                      <a:pt x="1122" y="5439"/>
                      <a:pt x="1125" y="5446"/>
                      <a:pt x="1122" y="5452"/>
                    </a:cubicBezTo>
                    <a:close/>
                    <a:moveTo>
                      <a:pt x="1101" y="5498"/>
                    </a:moveTo>
                    <a:lnTo>
                      <a:pt x="1101" y="5498"/>
                    </a:lnTo>
                    <a:cubicBezTo>
                      <a:pt x="1098" y="5504"/>
                      <a:pt x="1090" y="5507"/>
                      <a:pt x="1084" y="5504"/>
                    </a:cubicBezTo>
                    <a:cubicBezTo>
                      <a:pt x="1078" y="5501"/>
                      <a:pt x="1075" y="5493"/>
                      <a:pt x="1078" y="5487"/>
                    </a:cubicBezTo>
                    <a:lnTo>
                      <a:pt x="1078" y="5487"/>
                    </a:lnTo>
                    <a:cubicBezTo>
                      <a:pt x="1081" y="5481"/>
                      <a:pt x="1089" y="5478"/>
                      <a:pt x="1095" y="5481"/>
                    </a:cubicBezTo>
                    <a:cubicBezTo>
                      <a:pt x="1101" y="5484"/>
                      <a:pt x="1104" y="5492"/>
                      <a:pt x="1101" y="5498"/>
                    </a:cubicBezTo>
                    <a:close/>
                    <a:moveTo>
                      <a:pt x="1080" y="5543"/>
                    </a:moveTo>
                    <a:lnTo>
                      <a:pt x="1080" y="5543"/>
                    </a:lnTo>
                    <a:cubicBezTo>
                      <a:pt x="1077" y="5549"/>
                      <a:pt x="1069" y="5552"/>
                      <a:pt x="1063" y="5549"/>
                    </a:cubicBezTo>
                    <a:cubicBezTo>
                      <a:pt x="1057" y="5546"/>
                      <a:pt x="1054" y="5539"/>
                      <a:pt x="1057" y="5532"/>
                    </a:cubicBezTo>
                    <a:lnTo>
                      <a:pt x="1057" y="5532"/>
                    </a:lnTo>
                    <a:cubicBezTo>
                      <a:pt x="1060" y="5526"/>
                      <a:pt x="1068" y="5523"/>
                      <a:pt x="1074" y="5526"/>
                    </a:cubicBezTo>
                    <a:cubicBezTo>
                      <a:pt x="1080" y="5529"/>
                      <a:pt x="1083" y="5537"/>
                      <a:pt x="1080" y="5543"/>
                    </a:cubicBezTo>
                    <a:close/>
                    <a:moveTo>
                      <a:pt x="1059" y="5588"/>
                    </a:moveTo>
                    <a:lnTo>
                      <a:pt x="1059" y="5588"/>
                    </a:lnTo>
                    <a:cubicBezTo>
                      <a:pt x="1056" y="5595"/>
                      <a:pt x="1048" y="5597"/>
                      <a:pt x="1042" y="5594"/>
                    </a:cubicBezTo>
                    <a:cubicBezTo>
                      <a:pt x="1036" y="5591"/>
                      <a:pt x="1033" y="5584"/>
                      <a:pt x="1036" y="5578"/>
                    </a:cubicBezTo>
                    <a:lnTo>
                      <a:pt x="1036" y="5578"/>
                    </a:lnTo>
                    <a:cubicBezTo>
                      <a:pt x="1039" y="5571"/>
                      <a:pt x="1047" y="5569"/>
                      <a:pt x="1053" y="5572"/>
                    </a:cubicBezTo>
                    <a:cubicBezTo>
                      <a:pt x="1059" y="5575"/>
                      <a:pt x="1062" y="5582"/>
                      <a:pt x="1059" y="5588"/>
                    </a:cubicBezTo>
                    <a:close/>
                    <a:moveTo>
                      <a:pt x="1038" y="5634"/>
                    </a:moveTo>
                    <a:lnTo>
                      <a:pt x="1038" y="5634"/>
                    </a:lnTo>
                    <a:cubicBezTo>
                      <a:pt x="1035" y="5640"/>
                      <a:pt x="1027" y="5643"/>
                      <a:pt x="1021" y="5640"/>
                    </a:cubicBezTo>
                    <a:cubicBezTo>
                      <a:pt x="1015" y="5637"/>
                      <a:pt x="1012" y="5629"/>
                      <a:pt x="1015" y="5623"/>
                    </a:cubicBezTo>
                    <a:lnTo>
                      <a:pt x="1015" y="5623"/>
                    </a:lnTo>
                    <a:cubicBezTo>
                      <a:pt x="1018" y="5617"/>
                      <a:pt x="1026" y="5614"/>
                      <a:pt x="1032" y="5617"/>
                    </a:cubicBezTo>
                    <a:cubicBezTo>
                      <a:pt x="1038" y="5620"/>
                      <a:pt x="1041" y="5628"/>
                      <a:pt x="1038" y="5634"/>
                    </a:cubicBezTo>
                    <a:close/>
                    <a:moveTo>
                      <a:pt x="1017" y="5679"/>
                    </a:moveTo>
                    <a:lnTo>
                      <a:pt x="1017" y="5679"/>
                    </a:lnTo>
                    <a:cubicBezTo>
                      <a:pt x="1014" y="5685"/>
                      <a:pt x="1006" y="5688"/>
                      <a:pt x="1000" y="5685"/>
                    </a:cubicBezTo>
                    <a:cubicBezTo>
                      <a:pt x="994" y="5682"/>
                      <a:pt x="991" y="5675"/>
                      <a:pt x="994" y="5668"/>
                    </a:cubicBezTo>
                    <a:lnTo>
                      <a:pt x="994" y="5668"/>
                    </a:lnTo>
                    <a:cubicBezTo>
                      <a:pt x="997" y="5662"/>
                      <a:pt x="1004" y="5660"/>
                      <a:pt x="1011" y="5663"/>
                    </a:cubicBezTo>
                    <a:cubicBezTo>
                      <a:pt x="1017" y="5666"/>
                      <a:pt x="1020" y="5673"/>
                      <a:pt x="1017" y="5679"/>
                    </a:cubicBezTo>
                    <a:close/>
                    <a:moveTo>
                      <a:pt x="996" y="5725"/>
                    </a:moveTo>
                    <a:lnTo>
                      <a:pt x="996" y="5725"/>
                    </a:lnTo>
                    <a:cubicBezTo>
                      <a:pt x="993" y="5731"/>
                      <a:pt x="985" y="5733"/>
                      <a:pt x="979" y="5730"/>
                    </a:cubicBezTo>
                    <a:cubicBezTo>
                      <a:pt x="973" y="5727"/>
                      <a:pt x="970" y="5720"/>
                      <a:pt x="973" y="5714"/>
                    </a:cubicBezTo>
                    <a:lnTo>
                      <a:pt x="973" y="5714"/>
                    </a:lnTo>
                    <a:cubicBezTo>
                      <a:pt x="976" y="5708"/>
                      <a:pt x="983" y="5705"/>
                      <a:pt x="990" y="5708"/>
                    </a:cubicBezTo>
                    <a:cubicBezTo>
                      <a:pt x="996" y="5711"/>
                      <a:pt x="998" y="5718"/>
                      <a:pt x="996" y="5725"/>
                    </a:cubicBezTo>
                    <a:close/>
                    <a:moveTo>
                      <a:pt x="974" y="5770"/>
                    </a:moveTo>
                    <a:lnTo>
                      <a:pt x="974" y="5770"/>
                    </a:lnTo>
                    <a:cubicBezTo>
                      <a:pt x="971" y="5776"/>
                      <a:pt x="964" y="5779"/>
                      <a:pt x="958" y="5776"/>
                    </a:cubicBezTo>
                    <a:cubicBezTo>
                      <a:pt x="952" y="5773"/>
                      <a:pt x="949" y="5765"/>
                      <a:pt x="952" y="5759"/>
                    </a:cubicBezTo>
                    <a:lnTo>
                      <a:pt x="952" y="5759"/>
                    </a:lnTo>
                    <a:cubicBezTo>
                      <a:pt x="955" y="5753"/>
                      <a:pt x="962" y="5750"/>
                      <a:pt x="969" y="5753"/>
                    </a:cubicBezTo>
                    <a:cubicBezTo>
                      <a:pt x="975" y="5756"/>
                      <a:pt x="977" y="5764"/>
                      <a:pt x="974" y="5770"/>
                    </a:cubicBezTo>
                    <a:close/>
                    <a:moveTo>
                      <a:pt x="953" y="5815"/>
                    </a:moveTo>
                    <a:lnTo>
                      <a:pt x="953" y="5815"/>
                    </a:lnTo>
                    <a:cubicBezTo>
                      <a:pt x="950" y="5822"/>
                      <a:pt x="943" y="5824"/>
                      <a:pt x="937" y="5821"/>
                    </a:cubicBezTo>
                    <a:cubicBezTo>
                      <a:pt x="930" y="5818"/>
                      <a:pt x="928" y="5811"/>
                      <a:pt x="931" y="5805"/>
                    </a:cubicBezTo>
                    <a:lnTo>
                      <a:pt x="931" y="5805"/>
                    </a:lnTo>
                    <a:cubicBezTo>
                      <a:pt x="934" y="5798"/>
                      <a:pt x="941" y="5796"/>
                      <a:pt x="947" y="5799"/>
                    </a:cubicBezTo>
                    <a:cubicBezTo>
                      <a:pt x="954" y="5802"/>
                      <a:pt x="956" y="5809"/>
                      <a:pt x="953" y="5815"/>
                    </a:cubicBezTo>
                    <a:close/>
                    <a:moveTo>
                      <a:pt x="932" y="5861"/>
                    </a:moveTo>
                    <a:lnTo>
                      <a:pt x="932" y="5861"/>
                    </a:lnTo>
                    <a:cubicBezTo>
                      <a:pt x="929" y="5867"/>
                      <a:pt x="922" y="5870"/>
                      <a:pt x="916" y="5867"/>
                    </a:cubicBezTo>
                    <a:cubicBezTo>
                      <a:pt x="909" y="5864"/>
                      <a:pt x="907" y="5856"/>
                      <a:pt x="910" y="5850"/>
                    </a:cubicBezTo>
                    <a:lnTo>
                      <a:pt x="910" y="5850"/>
                    </a:lnTo>
                    <a:cubicBezTo>
                      <a:pt x="913" y="5844"/>
                      <a:pt x="920" y="5841"/>
                      <a:pt x="926" y="5844"/>
                    </a:cubicBezTo>
                    <a:cubicBezTo>
                      <a:pt x="933" y="5847"/>
                      <a:pt x="935" y="5854"/>
                      <a:pt x="932" y="5861"/>
                    </a:cubicBezTo>
                    <a:close/>
                    <a:moveTo>
                      <a:pt x="911" y="5906"/>
                    </a:moveTo>
                    <a:lnTo>
                      <a:pt x="911" y="5906"/>
                    </a:lnTo>
                    <a:cubicBezTo>
                      <a:pt x="908" y="5912"/>
                      <a:pt x="901" y="5915"/>
                      <a:pt x="895" y="5912"/>
                    </a:cubicBezTo>
                    <a:cubicBezTo>
                      <a:pt x="888" y="5909"/>
                      <a:pt x="886" y="5901"/>
                      <a:pt x="889" y="5895"/>
                    </a:cubicBezTo>
                    <a:lnTo>
                      <a:pt x="889" y="5895"/>
                    </a:lnTo>
                    <a:cubicBezTo>
                      <a:pt x="892" y="5889"/>
                      <a:pt x="899" y="5886"/>
                      <a:pt x="905" y="5889"/>
                    </a:cubicBezTo>
                    <a:cubicBezTo>
                      <a:pt x="912" y="5892"/>
                      <a:pt x="914" y="5900"/>
                      <a:pt x="911" y="5906"/>
                    </a:cubicBezTo>
                    <a:close/>
                    <a:moveTo>
                      <a:pt x="890" y="5951"/>
                    </a:moveTo>
                    <a:lnTo>
                      <a:pt x="890" y="5951"/>
                    </a:lnTo>
                    <a:cubicBezTo>
                      <a:pt x="887" y="5958"/>
                      <a:pt x="880" y="5960"/>
                      <a:pt x="873" y="5957"/>
                    </a:cubicBezTo>
                    <a:cubicBezTo>
                      <a:pt x="867" y="5954"/>
                      <a:pt x="865" y="5947"/>
                      <a:pt x="868" y="5941"/>
                    </a:cubicBezTo>
                    <a:lnTo>
                      <a:pt x="868" y="5941"/>
                    </a:lnTo>
                    <a:cubicBezTo>
                      <a:pt x="871" y="5934"/>
                      <a:pt x="878" y="5932"/>
                      <a:pt x="884" y="5935"/>
                    </a:cubicBezTo>
                    <a:cubicBezTo>
                      <a:pt x="890" y="5938"/>
                      <a:pt x="893" y="5945"/>
                      <a:pt x="890" y="5951"/>
                    </a:cubicBezTo>
                    <a:close/>
                    <a:moveTo>
                      <a:pt x="869" y="5997"/>
                    </a:moveTo>
                    <a:lnTo>
                      <a:pt x="869" y="5997"/>
                    </a:lnTo>
                    <a:cubicBezTo>
                      <a:pt x="866" y="6003"/>
                      <a:pt x="859" y="6006"/>
                      <a:pt x="852" y="6003"/>
                    </a:cubicBezTo>
                    <a:cubicBezTo>
                      <a:pt x="846" y="6000"/>
                      <a:pt x="843" y="5992"/>
                      <a:pt x="846" y="5986"/>
                    </a:cubicBezTo>
                    <a:lnTo>
                      <a:pt x="846" y="5986"/>
                    </a:lnTo>
                    <a:cubicBezTo>
                      <a:pt x="849" y="5980"/>
                      <a:pt x="857" y="5977"/>
                      <a:pt x="863" y="5980"/>
                    </a:cubicBezTo>
                    <a:cubicBezTo>
                      <a:pt x="869" y="5983"/>
                      <a:pt x="872" y="5991"/>
                      <a:pt x="869" y="5997"/>
                    </a:cubicBezTo>
                    <a:close/>
                    <a:moveTo>
                      <a:pt x="848" y="6042"/>
                    </a:moveTo>
                    <a:lnTo>
                      <a:pt x="848" y="6042"/>
                    </a:lnTo>
                    <a:cubicBezTo>
                      <a:pt x="845" y="6048"/>
                      <a:pt x="837" y="6051"/>
                      <a:pt x="831" y="6048"/>
                    </a:cubicBezTo>
                    <a:cubicBezTo>
                      <a:pt x="825" y="6045"/>
                      <a:pt x="822" y="6038"/>
                      <a:pt x="825" y="6031"/>
                    </a:cubicBezTo>
                    <a:lnTo>
                      <a:pt x="825" y="6031"/>
                    </a:lnTo>
                    <a:cubicBezTo>
                      <a:pt x="828" y="6025"/>
                      <a:pt x="836" y="6022"/>
                      <a:pt x="842" y="6025"/>
                    </a:cubicBezTo>
                    <a:cubicBezTo>
                      <a:pt x="848" y="6028"/>
                      <a:pt x="851" y="6036"/>
                      <a:pt x="848" y="6042"/>
                    </a:cubicBezTo>
                    <a:close/>
                    <a:moveTo>
                      <a:pt x="827" y="6087"/>
                    </a:moveTo>
                    <a:lnTo>
                      <a:pt x="827" y="6088"/>
                    </a:lnTo>
                    <a:cubicBezTo>
                      <a:pt x="824" y="6094"/>
                      <a:pt x="816" y="6096"/>
                      <a:pt x="810" y="6093"/>
                    </a:cubicBezTo>
                    <a:cubicBezTo>
                      <a:pt x="804" y="6090"/>
                      <a:pt x="801" y="6083"/>
                      <a:pt x="804" y="6077"/>
                    </a:cubicBezTo>
                    <a:lnTo>
                      <a:pt x="804" y="6077"/>
                    </a:lnTo>
                    <a:cubicBezTo>
                      <a:pt x="807" y="6070"/>
                      <a:pt x="815" y="6068"/>
                      <a:pt x="821" y="6071"/>
                    </a:cubicBezTo>
                    <a:cubicBezTo>
                      <a:pt x="827" y="6074"/>
                      <a:pt x="830" y="6081"/>
                      <a:pt x="827" y="6087"/>
                    </a:cubicBezTo>
                    <a:close/>
                    <a:moveTo>
                      <a:pt x="806" y="6133"/>
                    </a:moveTo>
                    <a:lnTo>
                      <a:pt x="806" y="6133"/>
                    </a:lnTo>
                    <a:cubicBezTo>
                      <a:pt x="803" y="6139"/>
                      <a:pt x="795" y="6142"/>
                      <a:pt x="789" y="6139"/>
                    </a:cubicBezTo>
                    <a:cubicBezTo>
                      <a:pt x="783" y="6136"/>
                      <a:pt x="780" y="6128"/>
                      <a:pt x="783" y="6122"/>
                    </a:cubicBezTo>
                    <a:lnTo>
                      <a:pt x="783" y="6122"/>
                    </a:lnTo>
                    <a:cubicBezTo>
                      <a:pt x="786" y="6116"/>
                      <a:pt x="794" y="6113"/>
                      <a:pt x="800" y="6116"/>
                    </a:cubicBezTo>
                    <a:cubicBezTo>
                      <a:pt x="806" y="6119"/>
                      <a:pt x="809" y="6127"/>
                      <a:pt x="806" y="6133"/>
                    </a:cubicBezTo>
                    <a:close/>
                    <a:moveTo>
                      <a:pt x="785" y="6178"/>
                    </a:moveTo>
                    <a:lnTo>
                      <a:pt x="785" y="6178"/>
                    </a:lnTo>
                    <a:cubicBezTo>
                      <a:pt x="782" y="6184"/>
                      <a:pt x="774" y="6187"/>
                      <a:pt x="768" y="6184"/>
                    </a:cubicBezTo>
                    <a:cubicBezTo>
                      <a:pt x="762" y="6181"/>
                      <a:pt x="759" y="6174"/>
                      <a:pt x="762" y="6167"/>
                    </a:cubicBezTo>
                    <a:lnTo>
                      <a:pt x="762" y="6167"/>
                    </a:lnTo>
                    <a:cubicBezTo>
                      <a:pt x="765" y="6161"/>
                      <a:pt x="773" y="6159"/>
                      <a:pt x="779" y="6162"/>
                    </a:cubicBezTo>
                    <a:cubicBezTo>
                      <a:pt x="785" y="6165"/>
                      <a:pt x="788" y="6172"/>
                      <a:pt x="785" y="6178"/>
                    </a:cubicBezTo>
                    <a:close/>
                    <a:moveTo>
                      <a:pt x="764" y="6224"/>
                    </a:moveTo>
                    <a:lnTo>
                      <a:pt x="764" y="6224"/>
                    </a:lnTo>
                    <a:cubicBezTo>
                      <a:pt x="761" y="6230"/>
                      <a:pt x="753" y="6232"/>
                      <a:pt x="747" y="6229"/>
                    </a:cubicBezTo>
                    <a:cubicBezTo>
                      <a:pt x="741" y="6227"/>
                      <a:pt x="738" y="6219"/>
                      <a:pt x="741" y="6213"/>
                    </a:cubicBezTo>
                    <a:lnTo>
                      <a:pt x="741" y="6213"/>
                    </a:lnTo>
                    <a:cubicBezTo>
                      <a:pt x="744" y="6207"/>
                      <a:pt x="752" y="6204"/>
                      <a:pt x="758" y="6207"/>
                    </a:cubicBezTo>
                    <a:cubicBezTo>
                      <a:pt x="764" y="6210"/>
                      <a:pt x="767" y="6217"/>
                      <a:pt x="764" y="6224"/>
                    </a:cubicBezTo>
                    <a:close/>
                    <a:moveTo>
                      <a:pt x="743" y="6269"/>
                    </a:moveTo>
                    <a:lnTo>
                      <a:pt x="743" y="6269"/>
                    </a:lnTo>
                    <a:cubicBezTo>
                      <a:pt x="740" y="6275"/>
                      <a:pt x="732" y="6278"/>
                      <a:pt x="726" y="6275"/>
                    </a:cubicBezTo>
                    <a:cubicBezTo>
                      <a:pt x="720" y="6272"/>
                      <a:pt x="717" y="6264"/>
                      <a:pt x="720" y="6258"/>
                    </a:cubicBezTo>
                    <a:lnTo>
                      <a:pt x="720" y="6258"/>
                    </a:lnTo>
                    <a:cubicBezTo>
                      <a:pt x="723" y="6252"/>
                      <a:pt x="730" y="6249"/>
                      <a:pt x="737" y="6252"/>
                    </a:cubicBezTo>
                    <a:cubicBezTo>
                      <a:pt x="743" y="6255"/>
                      <a:pt x="746" y="6263"/>
                      <a:pt x="743" y="6269"/>
                    </a:cubicBezTo>
                    <a:close/>
                    <a:moveTo>
                      <a:pt x="721" y="6314"/>
                    </a:moveTo>
                    <a:lnTo>
                      <a:pt x="721" y="6314"/>
                    </a:lnTo>
                    <a:cubicBezTo>
                      <a:pt x="718" y="6321"/>
                      <a:pt x="711" y="6323"/>
                      <a:pt x="705" y="6320"/>
                    </a:cubicBezTo>
                    <a:cubicBezTo>
                      <a:pt x="699" y="6317"/>
                      <a:pt x="696" y="6310"/>
                      <a:pt x="699" y="6304"/>
                    </a:cubicBezTo>
                    <a:lnTo>
                      <a:pt x="699" y="6304"/>
                    </a:lnTo>
                    <a:cubicBezTo>
                      <a:pt x="702" y="6297"/>
                      <a:pt x="709" y="6295"/>
                      <a:pt x="716" y="6298"/>
                    </a:cubicBezTo>
                    <a:cubicBezTo>
                      <a:pt x="722" y="6301"/>
                      <a:pt x="724" y="6308"/>
                      <a:pt x="721" y="6314"/>
                    </a:cubicBezTo>
                    <a:close/>
                    <a:moveTo>
                      <a:pt x="700" y="6360"/>
                    </a:moveTo>
                    <a:lnTo>
                      <a:pt x="700" y="6360"/>
                    </a:lnTo>
                    <a:cubicBezTo>
                      <a:pt x="697" y="6366"/>
                      <a:pt x="690" y="6369"/>
                      <a:pt x="684" y="6366"/>
                    </a:cubicBezTo>
                    <a:cubicBezTo>
                      <a:pt x="677" y="6363"/>
                      <a:pt x="675" y="6355"/>
                      <a:pt x="678" y="6349"/>
                    </a:cubicBezTo>
                    <a:lnTo>
                      <a:pt x="678" y="6349"/>
                    </a:lnTo>
                    <a:cubicBezTo>
                      <a:pt x="681" y="6343"/>
                      <a:pt x="688" y="6340"/>
                      <a:pt x="694" y="6343"/>
                    </a:cubicBezTo>
                    <a:cubicBezTo>
                      <a:pt x="701" y="6346"/>
                      <a:pt x="703" y="6353"/>
                      <a:pt x="700" y="6360"/>
                    </a:cubicBezTo>
                    <a:close/>
                    <a:moveTo>
                      <a:pt x="679" y="6405"/>
                    </a:moveTo>
                    <a:lnTo>
                      <a:pt x="679" y="6405"/>
                    </a:lnTo>
                    <a:cubicBezTo>
                      <a:pt x="676" y="6411"/>
                      <a:pt x="669" y="6414"/>
                      <a:pt x="663" y="6411"/>
                    </a:cubicBezTo>
                    <a:cubicBezTo>
                      <a:pt x="656" y="6408"/>
                      <a:pt x="654" y="6401"/>
                      <a:pt x="657" y="6394"/>
                    </a:cubicBezTo>
                    <a:lnTo>
                      <a:pt x="657" y="6394"/>
                    </a:lnTo>
                    <a:cubicBezTo>
                      <a:pt x="660" y="6388"/>
                      <a:pt x="667" y="6385"/>
                      <a:pt x="673" y="6388"/>
                    </a:cubicBezTo>
                    <a:cubicBezTo>
                      <a:pt x="680" y="6391"/>
                      <a:pt x="682" y="6399"/>
                      <a:pt x="679" y="6405"/>
                    </a:cubicBezTo>
                    <a:close/>
                    <a:moveTo>
                      <a:pt x="658" y="6450"/>
                    </a:moveTo>
                    <a:lnTo>
                      <a:pt x="658" y="6450"/>
                    </a:lnTo>
                    <a:cubicBezTo>
                      <a:pt x="655" y="6457"/>
                      <a:pt x="648" y="6459"/>
                      <a:pt x="642" y="6456"/>
                    </a:cubicBezTo>
                    <a:cubicBezTo>
                      <a:pt x="635" y="6453"/>
                      <a:pt x="633" y="6446"/>
                      <a:pt x="636" y="6440"/>
                    </a:cubicBezTo>
                    <a:lnTo>
                      <a:pt x="636" y="6440"/>
                    </a:lnTo>
                    <a:cubicBezTo>
                      <a:pt x="639" y="6433"/>
                      <a:pt x="646" y="6431"/>
                      <a:pt x="652" y="6434"/>
                    </a:cubicBezTo>
                    <a:cubicBezTo>
                      <a:pt x="659" y="6437"/>
                      <a:pt x="661" y="6444"/>
                      <a:pt x="658" y="6450"/>
                    </a:cubicBezTo>
                    <a:close/>
                    <a:moveTo>
                      <a:pt x="637" y="6496"/>
                    </a:moveTo>
                    <a:lnTo>
                      <a:pt x="637" y="6496"/>
                    </a:lnTo>
                    <a:cubicBezTo>
                      <a:pt x="634" y="6502"/>
                      <a:pt x="627" y="6505"/>
                      <a:pt x="620" y="6502"/>
                    </a:cubicBezTo>
                    <a:cubicBezTo>
                      <a:pt x="614" y="6499"/>
                      <a:pt x="612" y="6491"/>
                      <a:pt x="615" y="6485"/>
                    </a:cubicBezTo>
                    <a:lnTo>
                      <a:pt x="615" y="6485"/>
                    </a:lnTo>
                    <a:cubicBezTo>
                      <a:pt x="618" y="6479"/>
                      <a:pt x="625" y="6476"/>
                      <a:pt x="631" y="6479"/>
                    </a:cubicBezTo>
                    <a:cubicBezTo>
                      <a:pt x="637" y="6482"/>
                      <a:pt x="640" y="6490"/>
                      <a:pt x="637" y="6496"/>
                    </a:cubicBezTo>
                    <a:close/>
                    <a:moveTo>
                      <a:pt x="616" y="6541"/>
                    </a:moveTo>
                    <a:lnTo>
                      <a:pt x="616" y="6541"/>
                    </a:lnTo>
                    <a:cubicBezTo>
                      <a:pt x="613" y="6547"/>
                      <a:pt x="606" y="6550"/>
                      <a:pt x="599" y="6547"/>
                    </a:cubicBezTo>
                    <a:cubicBezTo>
                      <a:pt x="593" y="6544"/>
                      <a:pt x="590" y="6537"/>
                      <a:pt x="593" y="6530"/>
                    </a:cubicBezTo>
                    <a:lnTo>
                      <a:pt x="593" y="6530"/>
                    </a:lnTo>
                    <a:cubicBezTo>
                      <a:pt x="596" y="6524"/>
                      <a:pt x="604" y="6521"/>
                      <a:pt x="610" y="6524"/>
                    </a:cubicBezTo>
                    <a:cubicBezTo>
                      <a:pt x="616" y="6527"/>
                      <a:pt x="619" y="6535"/>
                      <a:pt x="616" y="6541"/>
                    </a:cubicBezTo>
                    <a:close/>
                    <a:moveTo>
                      <a:pt x="595" y="6587"/>
                    </a:moveTo>
                    <a:lnTo>
                      <a:pt x="595" y="6587"/>
                    </a:lnTo>
                    <a:cubicBezTo>
                      <a:pt x="592" y="6593"/>
                      <a:pt x="585" y="6595"/>
                      <a:pt x="578" y="6592"/>
                    </a:cubicBezTo>
                    <a:cubicBezTo>
                      <a:pt x="572" y="6589"/>
                      <a:pt x="569" y="6582"/>
                      <a:pt x="572" y="6576"/>
                    </a:cubicBezTo>
                    <a:lnTo>
                      <a:pt x="572" y="6576"/>
                    </a:lnTo>
                    <a:cubicBezTo>
                      <a:pt x="575" y="6569"/>
                      <a:pt x="583" y="6567"/>
                      <a:pt x="589" y="6570"/>
                    </a:cubicBezTo>
                    <a:cubicBezTo>
                      <a:pt x="595" y="6573"/>
                      <a:pt x="598" y="6580"/>
                      <a:pt x="595" y="6587"/>
                    </a:cubicBezTo>
                    <a:close/>
                    <a:moveTo>
                      <a:pt x="574" y="6632"/>
                    </a:moveTo>
                    <a:lnTo>
                      <a:pt x="574" y="6632"/>
                    </a:lnTo>
                    <a:cubicBezTo>
                      <a:pt x="571" y="6638"/>
                      <a:pt x="563" y="6641"/>
                      <a:pt x="557" y="6638"/>
                    </a:cubicBezTo>
                    <a:cubicBezTo>
                      <a:pt x="551" y="6635"/>
                      <a:pt x="548" y="6627"/>
                      <a:pt x="551" y="6621"/>
                    </a:cubicBezTo>
                    <a:lnTo>
                      <a:pt x="551" y="6621"/>
                    </a:lnTo>
                    <a:cubicBezTo>
                      <a:pt x="554" y="6615"/>
                      <a:pt x="562" y="6612"/>
                      <a:pt x="568" y="6615"/>
                    </a:cubicBezTo>
                    <a:cubicBezTo>
                      <a:pt x="574" y="6618"/>
                      <a:pt x="577" y="6626"/>
                      <a:pt x="574" y="6632"/>
                    </a:cubicBezTo>
                    <a:close/>
                    <a:moveTo>
                      <a:pt x="553" y="6677"/>
                    </a:moveTo>
                    <a:lnTo>
                      <a:pt x="553" y="6677"/>
                    </a:lnTo>
                    <a:cubicBezTo>
                      <a:pt x="550" y="6683"/>
                      <a:pt x="542" y="6686"/>
                      <a:pt x="536" y="6683"/>
                    </a:cubicBezTo>
                    <a:cubicBezTo>
                      <a:pt x="530" y="6680"/>
                      <a:pt x="527" y="6673"/>
                      <a:pt x="530" y="6666"/>
                    </a:cubicBezTo>
                    <a:lnTo>
                      <a:pt x="530" y="6666"/>
                    </a:lnTo>
                    <a:cubicBezTo>
                      <a:pt x="533" y="6660"/>
                      <a:pt x="541" y="6658"/>
                      <a:pt x="547" y="6661"/>
                    </a:cubicBezTo>
                    <a:cubicBezTo>
                      <a:pt x="553" y="6664"/>
                      <a:pt x="556" y="6671"/>
                      <a:pt x="553" y="6677"/>
                    </a:cubicBezTo>
                    <a:close/>
                    <a:moveTo>
                      <a:pt x="532" y="6723"/>
                    </a:moveTo>
                    <a:lnTo>
                      <a:pt x="532" y="6723"/>
                    </a:lnTo>
                    <a:cubicBezTo>
                      <a:pt x="529" y="6729"/>
                      <a:pt x="521" y="6731"/>
                      <a:pt x="515" y="6729"/>
                    </a:cubicBezTo>
                    <a:cubicBezTo>
                      <a:pt x="509" y="6726"/>
                      <a:pt x="506" y="6718"/>
                      <a:pt x="509" y="6712"/>
                    </a:cubicBezTo>
                    <a:lnTo>
                      <a:pt x="509" y="6712"/>
                    </a:lnTo>
                    <a:cubicBezTo>
                      <a:pt x="512" y="6706"/>
                      <a:pt x="520" y="6703"/>
                      <a:pt x="526" y="6706"/>
                    </a:cubicBezTo>
                    <a:cubicBezTo>
                      <a:pt x="532" y="6709"/>
                      <a:pt x="535" y="6716"/>
                      <a:pt x="532" y="6723"/>
                    </a:cubicBezTo>
                    <a:close/>
                    <a:moveTo>
                      <a:pt x="511" y="6768"/>
                    </a:moveTo>
                    <a:lnTo>
                      <a:pt x="511" y="6768"/>
                    </a:lnTo>
                    <a:cubicBezTo>
                      <a:pt x="508" y="6774"/>
                      <a:pt x="500" y="6777"/>
                      <a:pt x="494" y="6774"/>
                    </a:cubicBezTo>
                    <a:cubicBezTo>
                      <a:pt x="488" y="6771"/>
                      <a:pt x="485" y="6763"/>
                      <a:pt x="488" y="6757"/>
                    </a:cubicBezTo>
                    <a:lnTo>
                      <a:pt x="488" y="6757"/>
                    </a:lnTo>
                    <a:cubicBezTo>
                      <a:pt x="491" y="6751"/>
                      <a:pt x="499" y="6748"/>
                      <a:pt x="505" y="6751"/>
                    </a:cubicBezTo>
                    <a:cubicBezTo>
                      <a:pt x="511" y="6754"/>
                      <a:pt x="514" y="6762"/>
                      <a:pt x="511" y="6768"/>
                    </a:cubicBezTo>
                    <a:close/>
                    <a:moveTo>
                      <a:pt x="490" y="6813"/>
                    </a:moveTo>
                    <a:lnTo>
                      <a:pt x="490" y="6813"/>
                    </a:lnTo>
                    <a:cubicBezTo>
                      <a:pt x="487" y="6820"/>
                      <a:pt x="479" y="6822"/>
                      <a:pt x="473" y="6819"/>
                    </a:cubicBezTo>
                    <a:cubicBezTo>
                      <a:pt x="467" y="6816"/>
                      <a:pt x="464" y="6809"/>
                      <a:pt x="467" y="6803"/>
                    </a:cubicBezTo>
                    <a:lnTo>
                      <a:pt x="467" y="6803"/>
                    </a:lnTo>
                    <a:cubicBezTo>
                      <a:pt x="470" y="6796"/>
                      <a:pt x="477" y="6794"/>
                      <a:pt x="484" y="6797"/>
                    </a:cubicBezTo>
                    <a:cubicBezTo>
                      <a:pt x="490" y="6800"/>
                      <a:pt x="493" y="6807"/>
                      <a:pt x="490" y="6813"/>
                    </a:cubicBezTo>
                    <a:close/>
                    <a:moveTo>
                      <a:pt x="468" y="6859"/>
                    </a:moveTo>
                    <a:lnTo>
                      <a:pt x="468" y="6859"/>
                    </a:lnTo>
                    <a:cubicBezTo>
                      <a:pt x="465" y="6865"/>
                      <a:pt x="458" y="6868"/>
                      <a:pt x="452" y="6865"/>
                    </a:cubicBezTo>
                    <a:cubicBezTo>
                      <a:pt x="446" y="6862"/>
                      <a:pt x="443" y="6854"/>
                      <a:pt x="446" y="6848"/>
                    </a:cubicBezTo>
                    <a:lnTo>
                      <a:pt x="446" y="6848"/>
                    </a:lnTo>
                    <a:cubicBezTo>
                      <a:pt x="449" y="6842"/>
                      <a:pt x="456" y="6839"/>
                      <a:pt x="463" y="6842"/>
                    </a:cubicBezTo>
                    <a:cubicBezTo>
                      <a:pt x="469" y="6845"/>
                      <a:pt x="471" y="6852"/>
                      <a:pt x="468" y="6859"/>
                    </a:cubicBezTo>
                    <a:close/>
                    <a:moveTo>
                      <a:pt x="447" y="6904"/>
                    </a:moveTo>
                    <a:lnTo>
                      <a:pt x="447" y="6904"/>
                    </a:lnTo>
                    <a:cubicBezTo>
                      <a:pt x="444" y="6910"/>
                      <a:pt x="437" y="6913"/>
                      <a:pt x="431" y="6910"/>
                    </a:cubicBezTo>
                    <a:cubicBezTo>
                      <a:pt x="424" y="6907"/>
                      <a:pt x="422" y="6900"/>
                      <a:pt x="425" y="6893"/>
                    </a:cubicBezTo>
                    <a:lnTo>
                      <a:pt x="425" y="6893"/>
                    </a:lnTo>
                    <a:cubicBezTo>
                      <a:pt x="428" y="6887"/>
                      <a:pt x="435" y="6884"/>
                      <a:pt x="441" y="6887"/>
                    </a:cubicBezTo>
                    <a:cubicBezTo>
                      <a:pt x="448" y="6890"/>
                      <a:pt x="450" y="6898"/>
                      <a:pt x="447" y="6904"/>
                    </a:cubicBezTo>
                    <a:close/>
                    <a:moveTo>
                      <a:pt x="426" y="6949"/>
                    </a:moveTo>
                    <a:lnTo>
                      <a:pt x="426" y="6949"/>
                    </a:lnTo>
                    <a:cubicBezTo>
                      <a:pt x="423" y="6956"/>
                      <a:pt x="416" y="6958"/>
                      <a:pt x="410" y="6955"/>
                    </a:cubicBezTo>
                    <a:cubicBezTo>
                      <a:pt x="403" y="6952"/>
                      <a:pt x="401" y="6945"/>
                      <a:pt x="404" y="6939"/>
                    </a:cubicBezTo>
                    <a:lnTo>
                      <a:pt x="404" y="6939"/>
                    </a:lnTo>
                    <a:cubicBezTo>
                      <a:pt x="407" y="6932"/>
                      <a:pt x="414" y="6930"/>
                      <a:pt x="420" y="6933"/>
                    </a:cubicBezTo>
                    <a:cubicBezTo>
                      <a:pt x="427" y="6936"/>
                      <a:pt x="429" y="6943"/>
                      <a:pt x="426" y="6949"/>
                    </a:cubicBezTo>
                    <a:close/>
                    <a:moveTo>
                      <a:pt x="405" y="6995"/>
                    </a:moveTo>
                    <a:lnTo>
                      <a:pt x="405" y="6995"/>
                    </a:lnTo>
                    <a:cubicBezTo>
                      <a:pt x="402" y="7001"/>
                      <a:pt x="395" y="7004"/>
                      <a:pt x="389" y="7001"/>
                    </a:cubicBezTo>
                    <a:cubicBezTo>
                      <a:pt x="382" y="6998"/>
                      <a:pt x="380" y="6990"/>
                      <a:pt x="383" y="6984"/>
                    </a:cubicBezTo>
                    <a:lnTo>
                      <a:pt x="383" y="6984"/>
                    </a:lnTo>
                    <a:cubicBezTo>
                      <a:pt x="386" y="6978"/>
                      <a:pt x="393" y="6975"/>
                      <a:pt x="399" y="6978"/>
                    </a:cubicBezTo>
                    <a:cubicBezTo>
                      <a:pt x="406" y="6981"/>
                      <a:pt x="408" y="6989"/>
                      <a:pt x="405" y="6995"/>
                    </a:cubicBezTo>
                    <a:close/>
                    <a:moveTo>
                      <a:pt x="384" y="7040"/>
                    </a:moveTo>
                    <a:lnTo>
                      <a:pt x="384" y="7040"/>
                    </a:lnTo>
                    <a:cubicBezTo>
                      <a:pt x="381" y="7046"/>
                      <a:pt x="374" y="7049"/>
                      <a:pt x="367" y="7046"/>
                    </a:cubicBezTo>
                    <a:cubicBezTo>
                      <a:pt x="361" y="7043"/>
                      <a:pt x="359" y="7036"/>
                      <a:pt x="362" y="7029"/>
                    </a:cubicBezTo>
                    <a:lnTo>
                      <a:pt x="362" y="7029"/>
                    </a:lnTo>
                    <a:cubicBezTo>
                      <a:pt x="365" y="7023"/>
                      <a:pt x="372" y="7021"/>
                      <a:pt x="378" y="7023"/>
                    </a:cubicBezTo>
                    <a:cubicBezTo>
                      <a:pt x="384" y="7026"/>
                      <a:pt x="387" y="7034"/>
                      <a:pt x="384" y="7040"/>
                    </a:cubicBezTo>
                    <a:close/>
                    <a:moveTo>
                      <a:pt x="363" y="7086"/>
                    </a:moveTo>
                    <a:lnTo>
                      <a:pt x="363" y="7086"/>
                    </a:lnTo>
                    <a:cubicBezTo>
                      <a:pt x="360" y="7092"/>
                      <a:pt x="353" y="7094"/>
                      <a:pt x="346" y="7091"/>
                    </a:cubicBezTo>
                    <a:cubicBezTo>
                      <a:pt x="340" y="7088"/>
                      <a:pt x="338" y="7081"/>
                      <a:pt x="340" y="7075"/>
                    </a:cubicBezTo>
                    <a:lnTo>
                      <a:pt x="341" y="7075"/>
                    </a:lnTo>
                    <a:cubicBezTo>
                      <a:pt x="343" y="7069"/>
                      <a:pt x="351" y="7066"/>
                      <a:pt x="357" y="7069"/>
                    </a:cubicBezTo>
                    <a:cubicBezTo>
                      <a:pt x="363" y="7072"/>
                      <a:pt x="366" y="7079"/>
                      <a:pt x="363" y="7086"/>
                    </a:cubicBezTo>
                    <a:close/>
                    <a:moveTo>
                      <a:pt x="342" y="7131"/>
                    </a:moveTo>
                    <a:lnTo>
                      <a:pt x="342" y="7131"/>
                    </a:lnTo>
                    <a:cubicBezTo>
                      <a:pt x="339" y="7137"/>
                      <a:pt x="332" y="7140"/>
                      <a:pt x="325" y="7137"/>
                    </a:cubicBezTo>
                    <a:cubicBezTo>
                      <a:pt x="319" y="7134"/>
                      <a:pt x="316" y="7126"/>
                      <a:pt x="319" y="7120"/>
                    </a:cubicBezTo>
                    <a:lnTo>
                      <a:pt x="319" y="7120"/>
                    </a:lnTo>
                    <a:cubicBezTo>
                      <a:pt x="322" y="7114"/>
                      <a:pt x="330" y="7111"/>
                      <a:pt x="336" y="7114"/>
                    </a:cubicBezTo>
                    <a:cubicBezTo>
                      <a:pt x="342" y="7117"/>
                      <a:pt x="345" y="7125"/>
                      <a:pt x="342" y="7131"/>
                    </a:cubicBezTo>
                    <a:close/>
                    <a:moveTo>
                      <a:pt x="321" y="7176"/>
                    </a:moveTo>
                    <a:lnTo>
                      <a:pt x="321" y="7176"/>
                    </a:lnTo>
                    <a:cubicBezTo>
                      <a:pt x="318" y="7183"/>
                      <a:pt x="310" y="7185"/>
                      <a:pt x="304" y="7182"/>
                    </a:cubicBezTo>
                    <a:cubicBezTo>
                      <a:pt x="298" y="7179"/>
                      <a:pt x="295" y="7172"/>
                      <a:pt x="298" y="7165"/>
                    </a:cubicBezTo>
                    <a:lnTo>
                      <a:pt x="298" y="7165"/>
                    </a:lnTo>
                    <a:cubicBezTo>
                      <a:pt x="301" y="7159"/>
                      <a:pt x="309" y="7157"/>
                      <a:pt x="315" y="7160"/>
                    </a:cubicBezTo>
                    <a:cubicBezTo>
                      <a:pt x="321" y="7163"/>
                      <a:pt x="324" y="7170"/>
                      <a:pt x="321" y="7176"/>
                    </a:cubicBezTo>
                    <a:close/>
                    <a:moveTo>
                      <a:pt x="300" y="7222"/>
                    </a:moveTo>
                    <a:lnTo>
                      <a:pt x="300" y="7222"/>
                    </a:lnTo>
                    <a:cubicBezTo>
                      <a:pt x="297" y="7228"/>
                      <a:pt x="289" y="7231"/>
                      <a:pt x="283" y="7228"/>
                    </a:cubicBezTo>
                    <a:cubicBezTo>
                      <a:pt x="277" y="7225"/>
                      <a:pt x="274" y="7217"/>
                      <a:pt x="277" y="7211"/>
                    </a:cubicBezTo>
                    <a:lnTo>
                      <a:pt x="277" y="7211"/>
                    </a:lnTo>
                    <a:cubicBezTo>
                      <a:pt x="280" y="7205"/>
                      <a:pt x="288" y="7202"/>
                      <a:pt x="294" y="7205"/>
                    </a:cubicBezTo>
                    <a:cubicBezTo>
                      <a:pt x="300" y="7208"/>
                      <a:pt x="303" y="7215"/>
                      <a:pt x="300" y="7222"/>
                    </a:cubicBezTo>
                    <a:close/>
                    <a:moveTo>
                      <a:pt x="279" y="7267"/>
                    </a:moveTo>
                    <a:lnTo>
                      <a:pt x="279" y="7267"/>
                    </a:lnTo>
                    <a:cubicBezTo>
                      <a:pt x="276" y="7273"/>
                      <a:pt x="268" y="7276"/>
                      <a:pt x="262" y="7273"/>
                    </a:cubicBezTo>
                    <a:cubicBezTo>
                      <a:pt x="256" y="7270"/>
                      <a:pt x="253" y="7262"/>
                      <a:pt x="256" y="7256"/>
                    </a:cubicBezTo>
                    <a:lnTo>
                      <a:pt x="256" y="7256"/>
                    </a:lnTo>
                    <a:cubicBezTo>
                      <a:pt x="259" y="7250"/>
                      <a:pt x="267" y="7247"/>
                      <a:pt x="273" y="7250"/>
                    </a:cubicBezTo>
                    <a:cubicBezTo>
                      <a:pt x="279" y="7253"/>
                      <a:pt x="282" y="7261"/>
                      <a:pt x="279" y="7267"/>
                    </a:cubicBezTo>
                    <a:close/>
                    <a:moveTo>
                      <a:pt x="258" y="7312"/>
                    </a:moveTo>
                    <a:lnTo>
                      <a:pt x="258" y="7312"/>
                    </a:lnTo>
                    <a:cubicBezTo>
                      <a:pt x="255" y="7319"/>
                      <a:pt x="247" y="7321"/>
                      <a:pt x="241" y="7318"/>
                    </a:cubicBezTo>
                    <a:cubicBezTo>
                      <a:pt x="235" y="7315"/>
                      <a:pt x="232" y="7308"/>
                      <a:pt x="235" y="7302"/>
                    </a:cubicBezTo>
                    <a:lnTo>
                      <a:pt x="235" y="7302"/>
                    </a:lnTo>
                    <a:cubicBezTo>
                      <a:pt x="238" y="7295"/>
                      <a:pt x="246" y="7293"/>
                      <a:pt x="252" y="7296"/>
                    </a:cubicBezTo>
                    <a:cubicBezTo>
                      <a:pt x="258" y="7299"/>
                      <a:pt x="261" y="7306"/>
                      <a:pt x="258" y="7312"/>
                    </a:cubicBezTo>
                    <a:close/>
                    <a:moveTo>
                      <a:pt x="237" y="7358"/>
                    </a:moveTo>
                    <a:lnTo>
                      <a:pt x="237" y="7358"/>
                    </a:lnTo>
                    <a:cubicBezTo>
                      <a:pt x="234" y="7364"/>
                      <a:pt x="226" y="7367"/>
                      <a:pt x="220" y="7364"/>
                    </a:cubicBezTo>
                    <a:cubicBezTo>
                      <a:pt x="214" y="7361"/>
                      <a:pt x="211" y="7353"/>
                      <a:pt x="214" y="7347"/>
                    </a:cubicBezTo>
                    <a:lnTo>
                      <a:pt x="214" y="7347"/>
                    </a:lnTo>
                    <a:cubicBezTo>
                      <a:pt x="217" y="7341"/>
                      <a:pt x="224" y="7338"/>
                      <a:pt x="231" y="7341"/>
                    </a:cubicBezTo>
                    <a:cubicBezTo>
                      <a:pt x="237" y="7344"/>
                      <a:pt x="240" y="7351"/>
                      <a:pt x="237" y="7358"/>
                    </a:cubicBezTo>
                    <a:close/>
                    <a:moveTo>
                      <a:pt x="215" y="7403"/>
                    </a:moveTo>
                    <a:lnTo>
                      <a:pt x="215" y="7403"/>
                    </a:lnTo>
                    <a:cubicBezTo>
                      <a:pt x="212" y="7409"/>
                      <a:pt x="205" y="7412"/>
                      <a:pt x="199" y="7409"/>
                    </a:cubicBezTo>
                    <a:cubicBezTo>
                      <a:pt x="193" y="7406"/>
                      <a:pt x="190" y="7399"/>
                      <a:pt x="193" y="7392"/>
                    </a:cubicBezTo>
                    <a:lnTo>
                      <a:pt x="193" y="7392"/>
                    </a:lnTo>
                    <a:cubicBezTo>
                      <a:pt x="196" y="7386"/>
                      <a:pt x="203" y="7383"/>
                      <a:pt x="210" y="7386"/>
                    </a:cubicBezTo>
                    <a:cubicBezTo>
                      <a:pt x="216" y="7389"/>
                      <a:pt x="218" y="7397"/>
                      <a:pt x="215" y="7403"/>
                    </a:cubicBezTo>
                    <a:close/>
                    <a:moveTo>
                      <a:pt x="194" y="7448"/>
                    </a:moveTo>
                    <a:lnTo>
                      <a:pt x="194" y="7448"/>
                    </a:lnTo>
                    <a:cubicBezTo>
                      <a:pt x="191" y="7455"/>
                      <a:pt x="184" y="7457"/>
                      <a:pt x="178" y="7454"/>
                    </a:cubicBezTo>
                    <a:cubicBezTo>
                      <a:pt x="171" y="7451"/>
                      <a:pt x="169" y="7444"/>
                      <a:pt x="172" y="7438"/>
                    </a:cubicBezTo>
                    <a:lnTo>
                      <a:pt x="172" y="7438"/>
                    </a:lnTo>
                    <a:cubicBezTo>
                      <a:pt x="175" y="7431"/>
                      <a:pt x="182" y="7429"/>
                      <a:pt x="189" y="7432"/>
                    </a:cubicBezTo>
                    <a:cubicBezTo>
                      <a:pt x="195" y="7435"/>
                      <a:pt x="197" y="7442"/>
                      <a:pt x="194" y="7448"/>
                    </a:cubicBezTo>
                    <a:close/>
                    <a:moveTo>
                      <a:pt x="173" y="7494"/>
                    </a:moveTo>
                    <a:lnTo>
                      <a:pt x="173" y="7494"/>
                    </a:lnTo>
                    <a:cubicBezTo>
                      <a:pt x="170" y="7500"/>
                      <a:pt x="163" y="7503"/>
                      <a:pt x="157" y="7500"/>
                    </a:cubicBezTo>
                    <a:cubicBezTo>
                      <a:pt x="150" y="7497"/>
                      <a:pt x="148" y="7489"/>
                      <a:pt x="151" y="7483"/>
                    </a:cubicBezTo>
                    <a:lnTo>
                      <a:pt x="151" y="7483"/>
                    </a:lnTo>
                    <a:cubicBezTo>
                      <a:pt x="154" y="7477"/>
                      <a:pt x="161" y="7474"/>
                      <a:pt x="167" y="7477"/>
                    </a:cubicBezTo>
                    <a:cubicBezTo>
                      <a:pt x="174" y="7480"/>
                      <a:pt x="176" y="7488"/>
                      <a:pt x="173" y="7494"/>
                    </a:cubicBezTo>
                    <a:close/>
                    <a:moveTo>
                      <a:pt x="152" y="7539"/>
                    </a:moveTo>
                    <a:lnTo>
                      <a:pt x="152" y="7539"/>
                    </a:lnTo>
                    <a:cubicBezTo>
                      <a:pt x="149" y="7545"/>
                      <a:pt x="142" y="7548"/>
                      <a:pt x="136" y="7545"/>
                    </a:cubicBezTo>
                    <a:cubicBezTo>
                      <a:pt x="129" y="7542"/>
                      <a:pt x="127" y="7535"/>
                      <a:pt x="130" y="7528"/>
                    </a:cubicBezTo>
                    <a:lnTo>
                      <a:pt x="130" y="7528"/>
                    </a:lnTo>
                    <a:cubicBezTo>
                      <a:pt x="133" y="7522"/>
                      <a:pt x="140" y="7520"/>
                      <a:pt x="146" y="7523"/>
                    </a:cubicBezTo>
                    <a:cubicBezTo>
                      <a:pt x="153" y="7526"/>
                      <a:pt x="155" y="7533"/>
                      <a:pt x="152" y="7539"/>
                    </a:cubicBezTo>
                    <a:close/>
                    <a:moveTo>
                      <a:pt x="131" y="7585"/>
                    </a:moveTo>
                    <a:lnTo>
                      <a:pt x="131" y="7585"/>
                    </a:lnTo>
                    <a:cubicBezTo>
                      <a:pt x="128" y="7591"/>
                      <a:pt x="121" y="7593"/>
                      <a:pt x="114" y="7590"/>
                    </a:cubicBezTo>
                    <a:cubicBezTo>
                      <a:pt x="108" y="7587"/>
                      <a:pt x="106" y="7580"/>
                      <a:pt x="109" y="7574"/>
                    </a:cubicBezTo>
                    <a:lnTo>
                      <a:pt x="109" y="7574"/>
                    </a:lnTo>
                    <a:cubicBezTo>
                      <a:pt x="112" y="7568"/>
                      <a:pt x="119" y="7565"/>
                      <a:pt x="125" y="7568"/>
                    </a:cubicBezTo>
                    <a:cubicBezTo>
                      <a:pt x="131" y="7571"/>
                      <a:pt x="134" y="7578"/>
                      <a:pt x="131" y="7585"/>
                    </a:cubicBezTo>
                    <a:close/>
                    <a:moveTo>
                      <a:pt x="110" y="7630"/>
                    </a:moveTo>
                    <a:lnTo>
                      <a:pt x="110" y="7630"/>
                    </a:lnTo>
                    <a:cubicBezTo>
                      <a:pt x="107" y="7636"/>
                      <a:pt x="100" y="7639"/>
                      <a:pt x="93" y="7636"/>
                    </a:cubicBezTo>
                    <a:cubicBezTo>
                      <a:pt x="87" y="7633"/>
                      <a:pt x="85" y="7625"/>
                      <a:pt x="88" y="7619"/>
                    </a:cubicBezTo>
                    <a:lnTo>
                      <a:pt x="88" y="7619"/>
                    </a:lnTo>
                    <a:cubicBezTo>
                      <a:pt x="90" y="7613"/>
                      <a:pt x="98" y="7610"/>
                      <a:pt x="104" y="7613"/>
                    </a:cubicBezTo>
                    <a:cubicBezTo>
                      <a:pt x="110" y="7616"/>
                      <a:pt x="113" y="7624"/>
                      <a:pt x="110" y="7630"/>
                    </a:cubicBezTo>
                    <a:close/>
                    <a:moveTo>
                      <a:pt x="89" y="7675"/>
                    </a:moveTo>
                    <a:lnTo>
                      <a:pt x="89" y="7675"/>
                    </a:lnTo>
                    <a:cubicBezTo>
                      <a:pt x="86" y="7682"/>
                      <a:pt x="79" y="7684"/>
                      <a:pt x="72" y="7681"/>
                    </a:cubicBezTo>
                    <a:cubicBezTo>
                      <a:pt x="66" y="7678"/>
                      <a:pt x="63" y="7671"/>
                      <a:pt x="66" y="7665"/>
                    </a:cubicBezTo>
                    <a:lnTo>
                      <a:pt x="66" y="7665"/>
                    </a:lnTo>
                    <a:cubicBezTo>
                      <a:pt x="69" y="7658"/>
                      <a:pt x="77" y="7656"/>
                      <a:pt x="83" y="7659"/>
                    </a:cubicBezTo>
                    <a:cubicBezTo>
                      <a:pt x="89" y="7662"/>
                      <a:pt x="92" y="7669"/>
                      <a:pt x="89" y="7675"/>
                    </a:cubicBezTo>
                    <a:close/>
                    <a:moveTo>
                      <a:pt x="68" y="7721"/>
                    </a:moveTo>
                    <a:lnTo>
                      <a:pt x="68" y="7721"/>
                    </a:lnTo>
                    <a:cubicBezTo>
                      <a:pt x="65" y="7727"/>
                      <a:pt x="57" y="7730"/>
                      <a:pt x="51" y="7727"/>
                    </a:cubicBezTo>
                    <a:cubicBezTo>
                      <a:pt x="45" y="7724"/>
                      <a:pt x="42" y="7716"/>
                      <a:pt x="45" y="7710"/>
                    </a:cubicBezTo>
                    <a:lnTo>
                      <a:pt x="45" y="7710"/>
                    </a:lnTo>
                    <a:cubicBezTo>
                      <a:pt x="48" y="7704"/>
                      <a:pt x="56" y="7701"/>
                      <a:pt x="62" y="7704"/>
                    </a:cubicBezTo>
                    <a:cubicBezTo>
                      <a:pt x="68" y="7707"/>
                      <a:pt x="71" y="7714"/>
                      <a:pt x="68" y="7721"/>
                    </a:cubicBezTo>
                    <a:close/>
                    <a:moveTo>
                      <a:pt x="47" y="7766"/>
                    </a:moveTo>
                    <a:lnTo>
                      <a:pt x="47" y="7766"/>
                    </a:lnTo>
                    <a:cubicBezTo>
                      <a:pt x="44" y="7772"/>
                      <a:pt x="36" y="7775"/>
                      <a:pt x="30" y="7772"/>
                    </a:cubicBezTo>
                    <a:cubicBezTo>
                      <a:pt x="24" y="7769"/>
                      <a:pt x="21" y="7761"/>
                      <a:pt x="24" y="7755"/>
                    </a:cubicBezTo>
                    <a:lnTo>
                      <a:pt x="24" y="7755"/>
                    </a:lnTo>
                    <a:cubicBezTo>
                      <a:pt x="27" y="7749"/>
                      <a:pt x="35" y="7746"/>
                      <a:pt x="41" y="7749"/>
                    </a:cubicBezTo>
                    <a:cubicBezTo>
                      <a:pt x="47" y="7752"/>
                      <a:pt x="50" y="7760"/>
                      <a:pt x="47" y="7766"/>
                    </a:cubicBezTo>
                    <a:close/>
                    <a:moveTo>
                      <a:pt x="26" y="7811"/>
                    </a:moveTo>
                    <a:lnTo>
                      <a:pt x="26" y="7811"/>
                    </a:lnTo>
                    <a:cubicBezTo>
                      <a:pt x="23" y="7818"/>
                      <a:pt x="15" y="7820"/>
                      <a:pt x="9" y="7817"/>
                    </a:cubicBezTo>
                    <a:cubicBezTo>
                      <a:pt x="3" y="7814"/>
                      <a:pt x="0" y="7807"/>
                      <a:pt x="3" y="7801"/>
                    </a:cubicBezTo>
                    <a:lnTo>
                      <a:pt x="3" y="7801"/>
                    </a:lnTo>
                    <a:cubicBezTo>
                      <a:pt x="6" y="7794"/>
                      <a:pt x="14" y="7792"/>
                      <a:pt x="20" y="7795"/>
                    </a:cubicBezTo>
                    <a:cubicBezTo>
                      <a:pt x="26" y="7798"/>
                      <a:pt x="29" y="7805"/>
                      <a:pt x="26" y="7811"/>
                    </a:cubicBezTo>
                    <a:close/>
                    <a:moveTo>
                      <a:pt x="54" y="7800"/>
                    </a:moveTo>
                    <a:lnTo>
                      <a:pt x="54" y="7800"/>
                    </a:lnTo>
                    <a:cubicBezTo>
                      <a:pt x="61" y="7800"/>
                      <a:pt x="67" y="7806"/>
                      <a:pt x="67" y="7812"/>
                    </a:cubicBezTo>
                    <a:cubicBezTo>
                      <a:pt x="67" y="7819"/>
                      <a:pt x="61" y="7825"/>
                      <a:pt x="54" y="7825"/>
                    </a:cubicBezTo>
                    <a:lnTo>
                      <a:pt x="54" y="7825"/>
                    </a:lnTo>
                    <a:cubicBezTo>
                      <a:pt x="47" y="7825"/>
                      <a:pt x="42" y="7819"/>
                      <a:pt x="42" y="7812"/>
                    </a:cubicBezTo>
                    <a:cubicBezTo>
                      <a:pt x="42" y="7806"/>
                      <a:pt x="47" y="7800"/>
                      <a:pt x="54" y="7800"/>
                    </a:cubicBezTo>
                    <a:close/>
                    <a:moveTo>
                      <a:pt x="104" y="7800"/>
                    </a:moveTo>
                    <a:lnTo>
                      <a:pt x="104" y="7800"/>
                    </a:lnTo>
                    <a:cubicBezTo>
                      <a:pt x="111" y="7800"/>
                      <a:pt x="117" y="7806"/>
                      <a:pt x="117" y="7812"/>
                    </a:cubicBezTo>
                    <a:cubicBezTo>
                      <a:pt x="117" y="7819"/>
                      <a:pt x="111" y="7825"/>
                      <a:pt x="104" y="7825"/>
                    </a:cubicBezTo>
                    <a:lnTo>
                      <a:pt x="104" y="7825"/>
                    </a:lnTo>
                    <a:cubicBezTo>
                      <a:pt x="97" y="7825"/>
                      <a:pt x="92" y="7819"/>
                      <a:pt x="92" y="7812"/>
                    </a:cubicBezTo>
                    <a:cubicBezTo>
                      <a:pt x="92" y="7806"/>
                      <a:pt x="97" y="7800"/>
                      <a:pt x="104" y="7800"/>
                    </a:cubicBezTo>
                    <a:close/>
                    <a:moveTo>
                      <a:pt x="154" y="7800"/>
                    </a:moveTo>
                    <a:lnTo>
                      <a:pt x="154" y="7800"/>
                    </a:lnTo>
                    <a:cubicBezTo>
                      <a:pt x="161" y="7800"/>
                      <a:pt x="167" y="7806"/>
                      <a:pt x="167" y="7812"/>
                    </a:cubicBezTo>
                    <a:cubicBezTo>
                      <a:pt x="167" y="7819"/>
                      <a:pt x="161" y="7825"/>
                      <a:pt x="154" y="7825"/>
                    </a:cubicBezTo>
                    <a:lnTo>
                      <a:pt x="154" y="7825"/>
                    </a:lnTo>
                    <a:cubicBezTo>
                      <a:pt x="148" y="7825"/>
                      <a:pt x="142" y="7819"/>
                      <a:pt x="142" y="7812"/>
                    </a:cubicBezTo>
                    <a:cubicBezTo>
                      <a:pt x="142" y="7806"/>
                      <a:pt x="148" y="7800"/>
                      <a:pt x="154" y="7800"/>
                    </a:cubicBezTo>
                    <a:close/>
                    <a:moveTo>
                      <a:pt x="204" y="7800"/>
                    </a:moveTo>
                    <a:lnTo>
                      <a:pt x="204" y="7800"/>
                    </a:lnTo>
                    <a:cubicBezTo>
                      <a:pt x="211" y="7800"/>
                      <a:pt x="217" y="7806"/>
                      <a:pt x="217" y="7812"/>
                    </a:cubicBezTo>
                    <a:cubicBezTo>
                      <a:pt x="217" y="7819"/>
                      <a:pt x="211" y="7825"/>
                      <a:pt x="204" y="7825"/>
                    </a:cubicBezTo>
                    <a:lnTo>
                      <a:pt x="204" y="7825"/>
                    </a:lnTo>
                    <a:cubicBezTo>
                      <a:pt x="198" y="7825"/>
                      <a:pt x="192" y="7819"/>
                      <a:pt x="192" y="7812"/>
                    </a:cubicBezTo>
                    <a:cubicBezTo>
                      <a:pt x="192" y="7806"/>
                      <a:pt x="198" y="7800"/>
                      <a:pt x="204" y="7800"/>
                    </a:cubicBezTo>
                    <a:close/>
                    <a:moveTo>
                      <a:pt x="254" y="7800"/>
                    </a:moveTo>
                    <a:lnTo>
                      <a:pt x="254" y="7800"/>
                    </a:lnTo>
                    <a:cubicBezTo>
                      <a:pt x="261" y="7800"/>
                      <a:pt x="267" y="7806"/>
                      <a:pt x="267" y="7812"/>
                    </a:cubicBezTo>
                    <a:cubicBezTo>
                      <a:pt x="267" y="7819"/>
                      <a:pt x="261" y="7825"/>
                      <a:pt x="254" y="7825"/>
                    </a:cubicBezTo>
                    <a:lnTo>
                      <a:pt x="254" y="7825"/>
                    </a:lnTo>
                    <a:cubicBezTo>
                      <a:pt x="248" y="7825"/>
                      <a:pt x="242" y="7819"/>
                      <a:pt x="242" y="7812"/>
                    </a:cubicBezTo>
                    <a:cubicBezTo>
                      <a:pt x="242" y="7806"/>
                      <a:pt x="248" y="7800"/>
                      <a:pt x="254" y="7800"/>
                    </a:cubicBezTo>
                    <a:close/>
                    <a:moveTo>
                      <a:pt x="304" y="7800"/>
                    </a:moveTo>
                    <a:lnTo>
                      <a:pt x="305" y="7800"/>
                    </a:lnTo>
                    <a:cubicBezTo>
                      <a:pt x="311" y="7800"/>
                      <a:pt x="317" y="7806"/>
                      <a:pt x="317" y="7812"/>
                    </a:cubicBezTo>
                    <a:cubicBezTo>
                      <a:pt x="317" y="7819"/>
                      <a:pt x="311" y="7825"/>
                      <a:pt x="305" y="7825"/>
                    </a:cubicBezTo>
                    <a:lnTo>
                      <a:pt x="304" y="7825"/>
                    </a:lnTo>
                    <a:cubicBezTo>
                      <a:pt x="298" y="7825"/>
                      <a:pt x="292" y="7819"/>
                      <a:pt x="292" y="7812"/>
                    </a:cubicBezTo>
                    <a:cubicBezTo>
                      <a:pt x="292" y="7806"/>
                      <a:pt x="298" y="7800"/>
                      <a:pt x="304" y="7800"/>
                    </a:cubicBezTo>
                    <a:close/>
                    <a:moveTo>
                      <a:pt x="355" y="7800"/>
                    </a:moveTo>
                    <a:lnTo>
                      <a:pt x="355" y="7800"/>
                    </a:lnTo>
                    <a:cubicBezTo>
                      <a:pt x="361" y="7800"/>
                      <a:pt x="367" y="7806"/>
                      <a:pt x="367" y="7812"/>
                    </a:cubicBezTo>
                    <a:cubicBezTo>
                      <a:pt x="367" y="7819"/>
                      <a:pt x="361" y="7825"/>
                      <a:pt x="355" y="7825"/>
                    </a:cubicBezTo>
                    <a:lnTo>
                      <a:pt x="355" y="7825"/>
                    </a:lnTo>
                    <a:cubicBezTo>
                      <a:pt x="348" y="7825"/>
                      <a:pt x="342" y="7819"/>
                      <a:pt x="342" y="7812"/>
                    </a:cubicBezTo>
                    <a:cubicBezTo>
                      <a:pt x="342" y="7806"/>
                      <a:pt x="348" y="7800"/>
                      <a:pt x="355" y="7800"/>
                    </a:cubicBezTo>
                    <a:close/>
                    <a:moveTo>
                      <a:pt x="405" y="7800"/>
                    </a:moveTo>
                    <a:lnTo>
                      <a:pt x="405" y="7800"/>
                    </a:lnTo>
                    <a:cubicBezTo>
                      <a:pt x="411" y="7800"/>
                      <a:pt x="417" y="7806"/>
                      <a:pt x="417" y="7812"/>
                    </a:cubicBezTo>
                    <a:cubicBezTo>
                      <a:pt x="417" y="7819"/>
                      <a:pt x="411" y="7825"/>
                      <a:pt x="405" y="7825"/>
                    </a:cubicBezTo>
                    <a:lnTo>
                      <a:pt x="405" y="7825"/>
                    </a:lnTo>
                    <a:cubicBezTo>
                      <a:pt x="398" y="7825"/>
                      <a:pt x="392" y="7819"/>
                      <a:pt x="392" y="7812"/>
                    </a:cubicBezTo>
                    <a:cubicBezTo>
                      <a:pt x="392" y="7806"/>
                      <a:pt x="398" y="7800"/>
                      <a:pt x="405" y="7800"/>
                    </a:cubicBezTo>
                    <a:close/>
                    <a:moveTo>
                      <a:pt x="455" y="7800"/>
                    </a:moveTo>
                    <a:lnTo>
                      <a:pt x="455" y="7800"/>
                    </a:lnTo>
                    <a:cubicBezTo>
                      <a:pt x="461" y="7800"/>
                      <a:pt x="467" y="7806"/>
                      <a:pt x="467" y="7812"/>
                    </a:cubicBezTo>
                    <a:cubicBezTo>
                      <a:pt x="467" y="7819"/>
                      <a:pt x="461" y="7825"/>
                      <a:pt x="455" y="7825"/>
                    </a:cubicBezTo>
                    <a:lnTo>
                      <a:pt x="455" y="7825"/>
                    </a:lnTo>
                    <a:cubicBezTo>
                      <a:pt x="448" y="7825"/>
                      <a:pt x="442" y="7819"/>
                      <a:pt x="442" y="7812"/>
                    </a:cubicBezTo>
                    <a:cubicBezTo>
                      <a:pt x="442" y="7806"/>
                      <a:pt x="448" y="7800"/>
                      <a:pt x="455" y="7800"/>
                    </a:cubicBezTo>
                    <a:close/>
                    <a:moveTo>
                      <a:pt x="505" y="7800"/>
                    </a:moveTo>
                    <a:lnTo>
                      <a:pt x="505" y="7800"/>
                    </a:lnTo>
                    <a:cubicBezTo>
                      <a:pt x="512" y="7800"/>
                      <a:pt x="517" y="7806"/>
                      <a:pt x="517" y="7812"/>
                    </a:cubicBezTo>
                    <a:cubicBezTo>
                      <a:pt x="517" y="7819"/>
                      <a:pt x="512" y="7825"/>
                      <a:pt x="505" y="7825"/>
                    </a:cubicBezTo>
                    <a:lnTo>
                      <a:pt x="505" y="7825"/>
                    </a:lnTo>
                    <a:cubicBezTo>
                      <a:pt x="498" y="7825"/>
                      <a:pt x="492" y="7819"/>
                      <a:pt x="492" y="7812"/>
                    </a:cubicBezTo>
                    <a:cubicBezTo>
                      <a:pt x="492" y="7806"/>
                      <a:pt x="498" y="7800"/>
                      <a:pt x="505" y="7800"/>
                    </a:cubicBezTo>
                    <a:close/>
                    <a:moveTo>
                      <a:pt x="555" y="7800"/>
                    </a:moveTo>
                    <a:lnTo>
                      <a:pt x="555" y="7800"/>
                    </a:lnTo>
                    <a:cubicBezTo>
                      <a:pt x="562" y="7800"/>
                      <a:pt x="567" y="7806"/>
                      <a:pt x="567" y="7812"/>
                    </a:cubicBezTo>
                    <a:cubicBezTo>
                      <a:pt x="567" y="7819"/>
                      <a:pt x="562" y="7825"/>
                      <a:pt x="555" y="7825"/>
                    </a:cubicBezTo>
                    <a:lnTo>
                      <a:pt x="555" y="7825"/>
                    </a:lnTo>
                    <a:cubicBezTo>
                      <a:pt x="548" y="7825"/>
                      <a:pt x="542" y="7819"/>
                      <a:pt x="542" y="7812"/>
                    </a:cubicBezTo>
                    <a:cubicBezTo>
                      <a:pt x="542" y="7806"/>
                      <a:pt x="548" y="7800"/>
                      <a:pt x="555" y="7800"/>
                    </a:cubicBezTo>
                    <a:close/>
                    <a:moveTo>
                      <a:pt x="605" y="7800"/>
                    </a:moveTo>
                    <a:lnTo>
                      <a:pt x="605" y="7800"/>
                    </a:lnTo>
                    <a:cubicBezTo>
                      <a:pt x="612" y="7800"/>
                      <a:pt x="617" y="7806"/>
                      <a:pt x="617" y="7812"/>
                    </a:cubicBezTo>
                    <a:cubicBezTo>
                      <a:pt x="617" y="7819"/>
                      <a:pt x="612" y="7825"/>
                      <a:pt x="605" y="7825"/>
                    </a:cubicBezTo>
                    <a:lnTo>
                      <a:pt x="605" y="7825"/>
                    </a:lnTo>
                    <a:cubicBezTo>
                      <a:pt x="598" y="7825"/>
                      <a:pt x="592" y="7819"/>
                      <a:pt x="592" y="7812"/>
                    </a:cubicBezTo>
                    <a:cubicBezTo>
                      <a:pt x="592" y="7806"/>
                      <a:pt x="598" y="7800"/>
                      <a:pt x="605" y="7800"/>
                    </a:cubicBezTo>
                    <a:close/>
                    <a:moveTo>
                      <a:pt x="655" y="7800"/>
                    </a:moveTo>
                    <a:lnTo>
                      <a:pt x="655" y="7800"/>
                    </a:lnTo>
                    <a:cubicBezTo>
                      <a:pt x="662" y="7800"/>
                      <a:pt x="667" y="7806"/>
                      <a:pt x="667" y="7812"/>
                    </a:cubicBezTo>
                    <a:cubicBezTo>
                      <a:pt x="667" y="7819"/>
                      <a:pt x="662" y="7825"/>
                      <a:pt x="655" y="7825"/>
                    </a:cubicBezTo>
                    <a:lnTo>
                      <a:pt x="655" y="7825"/>
                    </a:lnTo>
                    <a:cubicBezTo>
                      <a:pt x="648" y="7825"/>
                      <a:pt x="642" y="7819"/>
                      <a:pt x="642" y="7812"/>
                    </a:cubicBezTo>
                    <a:cubicBezTo>
                      <a:pt x="642" y="7806"/>
                      <a:pt x="648" y="7800"/>
                      <a:pt x="655" y="7800"/>
                    </a:cubicBezTo>
                    <a:close/>
                    <a:moveTo>
                      <a:pt x="705" y="7800"/>
                    </a:moveTo>
                    <a:lnTo>
                      <a:pt x="705" y="7800"/>
                    </a:lnTo>
                    <a:cubicBezTo>
                      <a:pt x="712" y="7800"/>
                      <a:pt x="717" y="7806"/>
                      <a:pt x="717" y="7812"/>
                    </a:cubicBezTo>
                    <a:cubicBezTo>
                      <a:pt x="717" y="7819"/>
                      <a:pt x="712" y="7825"/>
                      <a:pt x="705" y="7825"/>
                    </a:cubicBezTo>
                    <a:lnTo>
                      <a:pt x="705" y="7825"/>
                    </a:lnTo>
                    <a:cubicBezTo>
                      <a:pt x="698" y="7825"/>
                      <a:pt x="692" y="7819"/>
                      <a:pt x="692" y="7812"/>
                    </a:cubicBezTo>
                    <a:cubicBezTo>
                      <a:pt x="692" y="7806"/>
                      <a:pt x="698" y="7800"/>
                      <a:pt x="705" y="7800"/>
                    </a:cubicBezTo>
                    <a:close/>
                    <a:moveTo>
                      <a:pt x="755" y="7800"/>
                    </a:moveTo>
                    <a:lnTo>
                      <a:pt x="755" y="7800"/>
                    </a:lnTo>
                    <a:cubicBezTo>
                      <a:pt x="762" y="7800"/>
                      <a:pt x="767" y="7806"/>
                      <a:pt x="767" y="7812"/>
                    </a:cubicBezTo>
                    <a:cubicBezTo>
                      <a:pt x="767" y="7819"/>
                      <a:pt x="762" y="7825"/>
                      <a:pt x="755" y="7825"/>
                    </a:cubicBezTo>
                    <a:lnTo>
                      <a:pt x="755" y="7825"/>
                    </a:lnTo>
                    <a:cubicBezTo>
                      <a:pt x="748" y="7825"/>
                      <a:pt x="742" y="7819"/>
                      <a:pt x="742" y="7812"/>
                    </a:cubicBezTo>
                    <a:cubicBezTo>
                      <a:pt x="742" y="7806"/>
                      <a:pt x="748" y="7800"/>
                      <a:pt x="755" y="7800"/>
                    </a:cubicBezTo>
                    <a:close/>
                    <a:moveTo>
                      <a:pt x="805" y="7800"/>
                    </a:moveTo>
                    <a:lnTo>
                      <a:pt x="805" y="7800"/>
                    </a:lnTo>
                    <a:cubicBezTo>
                      <a:pt x="812" y="7800"/>
                      <a:pt x="817" y="7806"/>
                      <a:pt x="817" y="7812"/>
                    </a:cubicBezTo>
                    <a:cubicBezTo>
                      <a:pt x="817" y="7819"/>
                      <a:pt x="812" y="7825"/>
                      <a:pt x="805" y="7825"/>
                    </a:cubicBezTo>
                    <a:lnTo>
                      <a:pt x="805" y="7825"/>
                    </a:lnTo>
                    <a:cubicBezTo>
                      <a:pt x="798" y="7825"/>
                      <a:pt x="792" y="7819"/>
                      <a:pt x="792" y="7812"/>
                    </a:cubicBezTo>
                    <a:cubicBezTo>
                      <a:pt x="792" y="7806"/>
                      <a:pt x="798" y="7800"/>
                      <a:pt x="805" y="7800"/>
                    </a:cubicBezTo>
                    <a:close/>
                    <a:moveTo>
                      <a:pt x="855" y="7800"/>
                    </a:moveTo>
                    <a:lnTo>
                      <a:pt x="855" y="7800"/>
                    </a:lnTo>
                    <a:cubicBezTo>
                      <a:pt x="862" y="7800"/>
                      <a:pt x="867" y="7806"/>
                      <a:pt x="867" y="7812"/>
                    </a:cubicBezTo>
                    <a:cubicBezTo>
                      <a:pt x="867" y="7819"/>
                      <a:pt x="862" y="7825"/>
                      <a:pt x="855" y="7825"/>
                    </a:cubicBezTo>
                    <a:lnTo>
                      <a:pt x="855" y="7825"/>
                    </a:lnTo>
                    <a:cubicBezTo>
                      <a:pt x="848" y="7825"/>
                      <a:pt x="842" y="7819"/>
                      <a:pt x="842" y="7812"/>
                    </a:cubicBezTo>
                    <a:cubicBezTo>
                      <a:pt x="842" y="7806"/>
                      <a:pt x="848" y="7800"/>
                      <a:pt x="855" y="7800"/>
                    </a:cubicBezTo>
                    <a:close/>
                    <a:moveTo>
                      <a:pt x="905" y="7800"/>
                    </a:moveTo>
                    <a:lnTo>
                      <a:pt x="905" y="7800"/>
                    </a:lnTo>
                    <a:cubicBezTo>
                      <a:pt x="912" y="7800"/>
                      <a:pt x="917" y="7806"/>
                      <a:pt x="917" y="7812"/>
                    </a:cubicBezTo>
                    <a:cubicBezTo>
                      <a:pt x="917" y="7819"/>
                      <a:pt x="912" y="7825"/>
                      <a:pt x="905" y="7825"/>
                    </a:cubicBezTo>
                    <a:lnTo>
                      <a:pt x="905" y="7825"/>
                    </a:lnTo>
                    <a:cubicBezTo>
                      <a:pt x="898" y="7825"/>
                      <a:pt x="892" y="7819"/>
                      <a:pt x="892" y="7812"/>
                    </a:cubicBezTo>
                    <a:cubicBezTo>
                      <a:pt x="892" y="7806"/>
                      <a:pt x="898" y="7800"/>
                      <a:pt x="905" y="7800"/>
                    </a:cubicBezTo>
                    <a:close/>
                    <a:moveTo>
                      <a:pt x="955" y="7800"/>
                    </a:moveTo>
                    <a:lnTo>
                      <a:pt x="955" y="7800"/>
                    </a:lnTo>
                    <a:cubicBezTo>
                      <a:pt x="962" y="7800"/>
                      <a:pt x="967" y="7806"/>
                      <a:pt x="967" y="7812"/>
                    </a:cubicBezTo>
                    <a:cubicBezTo>
                      <a:pt x="967" y="7819"/>
                      <a:pt x="962" y="7825"/>
                      <a:pt x="955" y="7825"/>
                    </a:cubicBezTo>
                    <a:lnTo>
                      <a:pt x="955" y="7825"/>
                    </a:lnTo>
                    <a:cubicBezTo>
                      <a:pt x="948" y="7825"/>
                      <a:pt x="942" y="7819"/>
                      <a:pt x="942" y="7812"/>
                    </a:cubicBezTo>
                    <a:cubicBezTo>
                      <a:pt x="942" y="7806"/>
                      <a:pt x="948" y="7800"/>
                      <a:pt x="955" y="7800"/>
                    </a:cubicBezTo>
                    <a:close/>
                    <a:moveTo>
                      <a:pt x="1005" y="7800"/>
                    </a:moveTo>
                    <a:lnTo>
                      <a:pt x="1005" y="7800"/>
                    </a:lnTo>
                    <a:cubicBezTo>
                      <a:pt x="1012" y="7800"/>
                      <a:pt x="1017" y="7806"/>
                      <a:pt x="1017" y="7812"/>
                    </a:cubicBezTo>
                    <a:cubicBezTo>
                      <a:pt x="1017" y="7819"/>
                      <a:pt x="1012" y="7825"/>
                      <a:pt x="1005" y="7825"/>
                    </a:cubicBezTo>
                    <a:lnTo>
                      <a:pt x="1005" y="7825"/>
                    </a:lnTo>
                    <a:cubicBezTo>
                      <a:pt x="998" y="7825"/>
                      <a:pt x="992" y="7819"/>
                      <a:pt x="992" y="7812"/>
                    </a:cubicBezTo>
                    <a:cubicBezTo>
                      <a:pt x="992" y="7806"/>
                      <a:pt x="998" y="7800"/>
                      <a:pt x="1005" y="7800"/>
                    </a:cubicBezTo>
                    <a:close/>
                    <a:moveTo>
                      <a:pt x="1055" y="7800"/>
                    </a:moveTo>
                    <a:lnTo>
                      <a:pt x="1055" y="7800"/>
                    </a:lnTo>
                    <a:cubicBezTo>
                      <a:pt x="1062" y="7800"/>
                      <a:pt x="1067" y="7806"/>
                      <a:pt x="1067" y="7812"/>
                    </a:cubicBezTo>
                    <a:cubicBezTo>
                      <a:pt x="1067" y="7819"/>
                      <a:pt x="1062" y="7825"/>
                      <a:pt x="1055" y="7825"/>
                    </a:cubicBezTo>
                    <a:lnTo>
                      <a:pt x="1055" y="7825"/>
                    </a:lnTo>
                    <a:cubicBezTo>
                      <a:pt x="1048" y="7825"/>
                      <a:pt x="1042" y="7819"/>
                      <a:pt x="1042" y="7812"/>
                    </a:cubicBezTo>
                    <a:cubicBezTo>
                      <a:pt x="1042" y="7806"/>
                      <a:pt x="1048" y="7800"/>
                      <a:pt x="1055" y="7800"/>
                    </a:cubicBezTo>
                    <a:close/>
                    <a:moveTo>
                      <a:pt x="1105" y="7800"/>
                    </a:moveTo>
                    <a:lnTo>
                      <a:pt x="1105" y="7800"/>
                    </a:lnTo>
                    <a:cubicBezTo>
                      <a:pt x="1112" y="7800"/>
                      <a:pt x="1117" y="7806"/>
                      <a:pt x="1117" y="7812"/>
                    </a:cubicBezTo>
                    <a:cubicBezTo>
                      <a:pt x="1117" y="7819"/>
                      <a:pt x="1112" y="7825"/>
                      <a:pt x="1105" y="7825"/>
                    </a:cubicBezTo>
                    <a:lnTo>
                      <a:pt x="1105" y="7825"/>
                    </a:lnTo>
                    <a:cubicBezTo>
                      <a:pt x="1098" y="7825"/>
                      <a:pt x="1092" y="7819"/>
                      <a:pt x="1092" y="7812"/>
                    </a:cubicBezTo>
                    <a:cubicBezTo>
                      <a:pt x="1092" y="7806"/>
                      <a:pt x="1098" y="7800"/>
                      <a:pt x="1105" y="7800"/>
                    </a:cubicBezTo>
                    <a:close/>
                    <a:moveTo>
                      <a:pt x="1155" y="7800"/>
                    </a:moveTo>
                    <a:lnTo>
                      <a:pt x="1155" y="7800"/>
                    </a:lnTo>
                    <a:cubicBezTo>
                      <a:pt x="1162" y="7800"/>
                      <a:pt x="1167" y="7806"/>
                      <a:pt x="1167" y="7812"/>
                    </a:cubicBezTo>
                    <a:cubicBezTo>
                      <a:pt x="1167" y="7819"/>
                      <a:pt x="1162" y="7825"/>
                      <a:pt x="1155" y="7825"/>
                    </a:cubicBezTo>
                    <a:lnTo>
                      <a:pt x="1155" y="7825"/>
                    </a:lnTo>
                    <a:cubicBezTo>
                      <a:pt x="1148" y="7825"/>
                      <a:pt x="1142" y="7819"/>
                      <a:pt x="1142" y="7812"/>
                    </a:cubicBezTo>
                    <a:cubicBezTo>
                      <a:pt x="1142" y="7806"/>
                      <a:pt x="1148" y="7800"/>
                      <a:pt x="1155" y="7800"/>
                    </a:cubicBezTo>
                    <a:close/>
                    <a:moveTo>
                      <a:pt x="1205" y="7800"/>
                    </a:moveTo>
                    <a:lnTo>
                      <a:pt x="1205" y="7800"/>
                    </a:lnTo>
                    <a:cubicBezTo>
                      <a:pt x="1212" y="7800"/>
                      <a:pt x="1217" y="7806"/>
                      <a:pt x="1217" y="7812"/>
                    </a:cubicBezTo>
                    <a:cubicBezTo>
                      <a:pt x="1217" y="7819"/>
                      <a:pt x="1212" y="7825"/>
                      <a:pt x="1205" y="7825"/>
                    </a:cubicBezTo>
                    <a:lnTo>
                      <a:pt x="1205" y="7825"/>
                    </a:lnTo>
                    <a:cubicBezTo>
                      <a:pt x="1198" y="7825"/>
                      <a:pt x="1192" y="7819"/>
                      <a:pt x="1192" y="7812"/>
                    </a:cubicBezTo>
                    <a:cubicBezTo>
                      <a:pt x="1192" y="7806"/>
                      <a:pt x="1198" y="7800"/>
                      <a:pt x="1205" y="7800"/>
                    </a:cubicBezTo>
                    <a:close/>
                    <a:moveTo>
                      <a:pt x="1255" y="7800"/>
                    </a:moveTo>
                    <a:lnTo>
                      <a:pt x="1255" y="7800"/>
                    </a:lnTo>
                    <a:cubicBezTo>
                      <a:pt x="1262" y="7800"/>
                      <a:pt x="1267" y="7806"/>
                      <a:pt x="1267" y="7812"/>
                    </a:cubicBezTo>
                    <a:cubicBezTo>
                      <a:pt x="1267" y="7819"/>
                      <a:pt x="1262" y="7825"/>
                      <a:pt x="1255" y="7825"/>
                    </a:cubicBezTo>
                    <a:lnTo>
                      <a:pt x="1255" y="7825"/>
                    </a:lnTo>
                    <a:cubicBezTo>
                      <a:pt x="1248" y="7825"/>
                      <a:pt x="1242" y="7819"/>
                      <a:pt x="1242" y="7812"/>
                    </a:cubicBezTo>
                    <a:cubicBezTo>
                      <a:pt x="1242" y="7806"/>
                      <a:pt x="1248" y="7800"/>
                      <a:pt x="1255" y="7800"/>
                    </a:cubicBezTo>
                    <a:close/>
                    <a:moveTo>
                      <a:pt x="1305" y="7800"/>
                    </a:moveTo>
                    <a:lnTo>
                      <a:pt x="1305" y="7800"/>
                    </a:lnTo>
                    <a:cubicBezTo>
                      <a:pt x="1312" y="7800"/>
                      <a:pt x="1318" y="7806"/>
                      <a:pt x="1318" y="7812"/>
                    </a:cubicBezTo>
                    <a:cubicBezTo>
                      <a:pt x="1318" y="7819"/>
                      <a:pt x="1312" y="7825"/>
                      <a:pt x="1305" y="7825"/>
                    </a:cubicBezTo>
                    <a:lnTo>
                      <a:pt x="1305" y="7825"/>
                    </a:lnTo>
                    <a:cubicBezTo>
                      <a:pt x="1298" y="7825"/>
                      <a:pt x="1292" y="7819"/>
                      <a:pt x="1292" y="7812"/>
                    </a:cubicBezTo>
                    <a:cubicBezTo>
                      <a:pt x="1292" y="7806"/>
                      <a:pt x="1298" y="7800"/>
                      <a:pt x="1305" y="7800"/>
                    </a:cubicBezTo>
                    <a:close/>
                    <a:moveTo>
                      <a:pt x="1355" y="7800"/>
                    </a:moveTo>
                    <a:lnTo>
                      <a:pt x="1355" y="7800"/>
                    </a:lnTo>
                    <a:cubicBezTo>
                      <a:pt x="1362" y="7800"/>
                      <a:pt x="1368" y="7806"/>
                      <a:pt x="1368" y="7812"/>
                    </a:cubicBezTo>
                    <a:cubicBezTo>
                      <a:pt x="1368" y="7819"/>
                      <a:pt x="1362" y="7825"/>
                      <a:pt x="1355" y="7825"/>
                    </a:cubicBezTo>
                    <a:lnTo>
                      <a:pt x="1355" y="7825"/>
                    </a:lnTo>
                    <a:cubicBezTo>
                      <a:pt x="1348" y="7825"/>
                      <a:pt x="1343" y="7819"/>
                      <a:pt x="1343" y="7812"/>
                    </a:cubicBezTo>
                    <a:cubicBezTo>
                      <a:pt x="1343" y="7806"/>
                      <a:pt x="1348" y="7800"/>
                      <a:pt x="1355" y="7800"/>
                    </a:cubicBezTo>
                    <a:close/>
                    <a:moveTo>
                      <a:pt x="1390" y="7802"/>
                    </a:moveTo>
                    <a:lnTo>
                      <a:pt x="1390" y="7802"/>
                    </a:lnTo>
                    <a:cubicBezTo>
                      <a:pt x="1393" y="7796"/>
                      <a:pt x="1400" y="7793"/>
                      <a:pt x="1406" y="7795"/>
                    </a:cubicBezTo>
                    <a:cubicBezTo>
                      <a:pt x="1413" y="7798"/>
                      <a:pt x="1416" y="7805"/>
                      <a:pt x="1413" y="7812"/>
                    </a:cubicBezTo>
                    <a:lnTo>
                      <a:pt x="1413" y="7812"/>
                    </a:lnTo>
                    <a:cubicBezTo>
                      <a:pt x="1410" y="7818"/>
                      <a:pt x="1403" y="7821"/>
                      <a:pt x="1397" y="7819"/>
                    </a:cubicBezTo>
                    <a:cubicBezTo>
                      <a:pt x="1390" y="7816"/>
                      <a:pt x="1387" y="7809"/>
                      <a:pt x="1390" y="7802"/>
                    </a:cubicBezTo>
                    <a:close/>
                    <a:moveTo>
                      <a:pt x="1411" y="7757"/>
                    </a:moveTo>
                    <a:lnTo>
                      <a:pt x="1411" y="7757"/>
                    </a:lnTo>
                    <a:cubicBezTo>
                      <a:pt x="1414" y="7750"/>
                      <a:pt x="1421" y="7747"/>
                      <a:pt x="1427" y="7750"/>
                    </a:cubicBezTo>
                    <a:cubicBezTo>
                      <a:pt x="1434" y="7753"/>
                      <a:pt x="1437" y="7760"/>
                      <a:pt x="1434" y="7766"/>
                    </a:cubicBezTo>
                    <a:lnTo>
                      <a:pt x="1434" y="7766"/>
                    </a:lnTo>
                    <a:cubicBezTo>
                      <a:pt x="1432" y="7773"/>
                      <a:pt x="1424" y="7776"/>
                      <a:pt x="1418" y="7773"/>
                    </a:cubicBezTo>
                    <a:cubicBezTo>
                      <a:pt x="1411" y="7771"/>
                      <a:pt x="1408" y="7763"/>
                      <a:pt x="1411" y="7757"/>
                    </a:cubicBezTo>
                    <a:close/>
                    <a:moveTo>
                      <a:pt x="1432" y="7711"/>
                    </a:moveTo>
                    <a:lnTo>
                      <a:pt x="1432" y="7711"/>
                    </a:lnTo>
                    <a:cubicBezTo>
                      <a:pt x="1435" y="7705"/>
                      <a:pt x="1442" y="7702"/>
                      <a:pt x="1449" y="7705"/>
                    </a:cubicBezTo>
                    <a:cubicBezTo>
                      <a:pt x="1455" y="7707"/>
                      <a:pt x="1458" y="7715"/>
                      <a:pt x="1455" y="7721"/>
                    </a:cubicBezTo>
                    <a:lnTo>
                      <a:pt x="1455" y="7721"/>
                    </a:lnTo>
                    <a:cubicBezTo>
                      <a:pt x="1453" y="7727"/>
                      <a:pt x="1445" y="7730"/>
                      <a:pt x="1439" y="7728"/>
                    </a:cubicBezTo>
                    <a:cubicBezTo>
                      <a:pt x="1433" y="7725"/>
                      <a:pt x="1430" y="7718"/>
                      <a:pt x="1432" y="7711"/>
                    </a:cubicBezTo>
                    <a:close/>
                    <a:moveTo>
                      <a:pt x="1453" y="7666"/>
                    </a:moveTo>
                    <a:lnTo>
                      <a:pt x="1453" y="7666"/>
                    </a:lnTo>
                    <a:cubicBezTo>
                      <a:pt x="1456" y="7660"/>
                      <a:pt x="1463" y="7657"/>
                      <a:pt x="1470" y="7659"/>
                    </a:cubicBezTo>
                    <a:cubicBezTo>
                      <a:pt x="1476" y="7662"/>
                      <a:pt x="1479" y="7669"/>
                      <a:pt x="1476" y="7676"/>
                    </a:cubicBezTo>
                    <a:lnTo>
                      <a:pt x="1476" y="7676"/>
                    </a:lnTo>
                    <a:cubicBezTo>
                      <a:pt x="1474" y="7682"/>
                      <a:pt x="1466" y="7685"/>
                      <a:pt x="1460" y="7682"/>
                    </a:cubicBezTo>
                    <a:cubicBezTo>
                      <a:pt x="1454" y="7680"/>
                      <a:pt x="1451" y="7672"/>
                      <a:pt x="1453" y="7666"/>
                    </a:cubicBezTo>
                    <a:close/>
                    <a:moveTo>
                      <a:pt x="1474" y="7621"/>
                    </a:moveTo>
                    <a:lnTo>
                      <a:pt x="1474" y="7621"/>
                    </a:lnTo>
                    <a:cubicBezTo>
                      <a:pt x="1477" y="7614"/>
                      <a:pt x="1484" y="7611"/>
                      <a:pt x="1491" y="7614"/>
                    </a:cubicBezTo>
                    <a:cubicBezTo>
                      <a:pt x="1497" y="7617"/>
                      <a:pt x="1500" y="7624"/>
                      <a:pt x="1497" y="7630"/>
                    </a:cubicBezTo>
                    <a:lnTo>
                      <a:pt x="1497" y="7630"/>
                    </a:lnTo>
                    <a:cubicBezTo>
                      <a:pt x="1495" y="7637"/>
                      <a:pt x="1487" y="7640"/>
                      <a:pt x="1481" y="7637"/>
                    </a:cubicBezTo>
                    <a:cubicBezTo>
                      <a:pt x="1475" y="7634"/>
                      <a:pt x="1472" y="7627"/>
                      <a:pt x="1474" y="7621"/>
                    </a:cubicBezTo>
                    <a:close/>
                    <a:moveTo>
                      <a:pt x="1495" y="7575"/>
                    </a:moveTo>
                    <a:lnTo>
                      <a:pt x="1495" y="7575"/>
                    </a:lnTo>
                    <a:cubicBezTo>
                      <a:pt x="1498" y="7569"/>
                      <a:pt x="1505" y="7566"/>
                      <a:pt x="1512" y="7569"/>
                    </a:cubicBezTo>
                    <a:cubicBezTo>
                      <a:pt x="1518" y="7571"/>
                      <a:pt x="1521" y="7579"/>
                      <a:pt x="1519" y="7585"/>
                    </a:cubicBezTo>
                    <a:lnTo>
                      <a:pt x="1518" y="7585"/>
                    </a:lnTo>
                    <a:cubicBezTo>
                      <a:pt x="1516" y="7591"/>
                      <a:pt x="1509" y="7594"/>
                      <a:pt x="1502" y="7592"/>
                    </a:cubicBezTo>
                    <a:cubicBezTo>
                      <a:pt x="1496" y="7589"/>
                      <a:pt x="1493" y="7582"/>
                      <a:pt x="1495" y="7575"/>
                    </a:cubicBezTo>
                    <a:close/>
                    <a:moveTo>
                      <a:pt x="1517" y="7530"/>
                    </a:moveTo>
                    <a:lnTo>
                      <a:pt x="1517" y="7530"/>
                    </a:lnTo>
                    <a:cubicBezTo>
                      <a:pt x="1519" y="7524"/>
                      <a:pt x="1526" y="7521"/>
                      <a:pt x="1533" y="7523"/>
                    </a:cubicBezTo>
                    <a:cubicBezTo>
                      <a:pt x="1539" y="7526"/>
                      <a:pt x="1542" y="7533"/>
                      <a:pt x="1540" y="7540"/>
                    </a:cubicBezTo>
                    <a:lnTo>
                      <a:pt x="1540" y="7540"/>
                    </a:lnTo>
                    <a:cubicBezTo>
                      <a:pt x="1537" y="7546"/>
                      <a:pt x="1530" y="7549"/>
                      <a:pt x="1523" y="7546"/>
                    </a:cubicBezTo>
                    <a:cubicBezTo>
                      <a:pt x="1517" y="7544"/>
                      <a:pt x="1514" y="7536"/>
                      <a:pt x="1517" y="7530"/>
                    </a:cubicBezTo>
                    <a:close/>
                    <a:moveTo>
                      <a:pt x="1538" y="7485"/>
                    </a:moveTo>
                    <a:lnTo>
                      <a:pt x="1538" y="7485"/>
                    </a:lnTo>
                    <a:cubicBezTo>
                      <a:pt x="1540" y="7478"/>
                      <a:pt x="1548" y="7475"/>
                      <a:pt x="1554" y="7478"/>
                    </a:cubicBezTo>
                    <a:cubicBezTo>
                      <a:pt x="1560" y="7481"/>
                      <a:pt x="1563" y="7488"/>
                      <a:pt x="1561" y="7494"/>
                    </a:cubicBezTo>
                    <a:lnTo>
                      <a:pt x="1561" y="7494"/>
                    </a:lnTo>
                    <a:cubicBezTo>
                      <a:pt x="1558" y="7501"/>
                      <a:pt x="1551" y="7504"/>
                      <a:pt x="1544" y="7501"/>
                    </a:cubicBezTo>
                    <a:cubicBezTo>
                      <a:pt x="1538" y="7498"/>
                      <a:pt x="1535" y="7491"/>
                      <a:pt x="1538" y="7485"/>
                    </a:cubicBezTo>
                    <a:close/>
                    <a:moveTo>
                      <a:pt x="1559" y="7439"/>
                    </a:moveTo>
                    <a:lnTo>
                      <a:pt x="1559" y="7439"/>
                    </a:lnTo>
                    <a:cubicBezTo>
                      <a:pt x="1561" y="7433"/>
                      <a:pt x="1569" y="7430"/>
                      <a:pt x="1575" y="7433"/>
                    </a:cubicBezTo>
                    <a:cubicBezTo>
                      <a:pt x="1581" y="7435"/>
                      <a:pt x="1584" y="7442"/>
                      <a:pt x="1582" y="7449"/>
                    </a:cubicBezTo>
                    <a:lnTo>
                      <a:pt x="1582" y="7449"/>
                    </a:lnTo>
                    <a:cubicBezTo>
                      <a:pt x="1579" y="7455"/>
                      <a:pt x="1572" y="7458"/>
                      <a:pt x="1565" y="7456"/>
                    </a:cubicBezTo>
                    <a:cubicBezTo>
                      <a:pt x="1559" y="7453"/>
                      <a:pt x="1556" y="7446"/>
                      <a:pt x="1559" y="7439"/>
                    </a:cubicBezTo>
                    <a:close/>
                    <a:moveTo>
                      <a:pt x="1580" y="7394"/>
                    </a:moveTo>
                    <a:lnTo>
                      <a:pt x="1580" y="7394"/>
                    </a:lnTo>
                    <a:cubicBezTo>
                      <a:pt x="1582" y="7388"/>
                      <a:pt x="1590" y="7385"/>
                      <a:pt x="1596" y="7387"/>
                    </a:cubicBezTo>
                    <a:cubicBezTo>
                      <a:pt x="1602" y="7390"/>
                      <a:pt x="1605" y="7397"/>
                      <a:pt x="1603" y="7404"/>
                    </a:cubicBezTo>
                    <a:lnTo>
                      <a:pt x="1603" y="7404"/>
                    </a:lnTo>
                    <a:cubicBezTo>
                      <a:pt x="1600" y="7410"/>
                      <a:pt x="1593" y="7413"/>
                      <a:pt x="1586" y="7410"/>
                    </a:cubicBezTo>
                    <a:cubicBezTo>
                      <a:pt x="1580" y="7408"/>
                      <a:pt x="1577" y="7400"/>
                      <a:pt x="1580" y="7394"/>
                    </a:cubicBezTo>
                    <a:close/>
                    <a:moveTo>
                      <a:pt x="1601" y="7349"/>
                    </a:moveTo>
                    <a:lnTo>
                      <a:pt x="1601" y="7349"/>
                    </a:lnTo>
                    <a:cubicBezTo>
                      <a:pt x="1603" y="7342"/>
                      <a:pt x="1611" y="7339"/>
                      <a:pt x="1617" y="7342"/>
                    </a:cubicBezTo>
                    <a:cubicBezTo>
                      <a:pt x="1624" y="7344"/>
                      <a:pt x="1627" y="7352"/>
                      <a:pt x="1624" y="7358"/>
                    </a:cubicBezTo>
                    <a:lnTo>
                      <a:pt x="1624" y="7358"/>
                    </a:lnTo>
                    <a:cubicBezTo>
                      <a:pt x="1621" y="7365"/>
                      <a:pt x="1614" y="7368"/>
                      <a:pt x="1608" y="7365"/>
                    </a:cubicBezTo>
                    <a:cubicBezTo>
                      <a:pt x="1601" y="7362"/>
                      <a:pt x="1598" y="7355"/>
                      <a:pt x="1601" y="7349"/>
                    </a:cubicBezTo>
                    <a:close/>
                    <a:moveTo>
                      <a:pt x="1622" y="7303"/>
                    </a:moveTo>
                    <a:lnTo>
                      <a:pt x="1622" y="7303"/>
                    </a:lnTo>
                    <a:cubicBezTo>
                      <a:pt x="1625" y="7297"/>
                      <a:pt x="1632" y="7294"/>
                      <a:pt x="1638" y="7296"/>
                    </a:cubicBezTo>
                    <a:cubicBezTo>
                      <a:pt x="1645" y="7299"/>
                      <a:pt x="1648" y="7306"/>
                      <a:pt x="1645" y="7313"/>
                    </a:cubicBezTo>
                    <a:lnTo>
                      <a:pt x="1645" y="7313"/>
                    </a:lnTo>
                    <a:cubicBezTo>
                      <a:pt x="1642" y="7319"/>
                      <a:pt x="1635" y="7322"/>
                      <a:pt x="1629" y="7320"/>
                    </a:cubicBezTo>
                    <a:cubicBezTo>
                      <a:pt x="1622" y="7317"/>
                      <a:pt x="1619" y="7310"/>
                      <a:pt x="1622" y="7303"/>
                    </a:cubicBezTo>
                    <a:close/>
                    <a:moveTo>
                      <a:pt x="1643" y="7258"/>
                    </a:moveTo>
                    <a:lnTo>
                      <a:pt x="1643" y="7258"/>
                    </a:lnTo>
                    <a:cubicBezTo>
                      <a:pt x="1646" y="7251"/>
                      <a:pt x="1653" y="7248"/>
                      <a:pt x="1659" y="7251"/>
                    </a:cubicBezTo>
                    <a:cubicBezTo>
                      <a:pt x="1666" y="7254"/>
                      <a:pt x="1669" y="7261"/>
                      <a:pt x="1666" y="7267"/>
                    </a:cubicBezTo>
                    <a:lnTo>
                      <a:pt x="1666" y="7267"/>
                    </a:lnTo>
                    <a:cubicBezTo>
                      <a:pt x="1663" y="7274"/>
                      <a:pt x="1656" y="7277"/>
                      <a:pt x="1650" y="7274"/>
                    </a:cubicBezTo>
                    <a:cubicBezTo>
                      <a:pt x="1643" y="7272"/>
                      <a:pt x="1640" y="7264"/>
                      <a:pt x="1643" y="7258"/>
                    </a:cubicBezTo>
                    <a:close/>
                    <a:moveTo>
                      <a:pt x="1664" y="7212"/>
                    </a:moveTo>
                    <a:lnTo>
                      <a:pt x="1664" y="7212"/>
                    </a:lnTo>
                    <a:cubicBezTo>
                      <a:pt x="1667" y="7206"/>
                      <a:pt x="1674" y="7203"/>
                      <a:pt x="1680" y="7206"/>
                    </a:cubicBezTo>
                    <a:cubicBezTo>
                      <a:pt x="1687" y="7208"/>
                      <a:pt x="1690" y="7216"/>
                      <a:pt x="1687" y="7222"/>
                    </a:cubicBezTo>
                    <a:lnTo>
                      <a:pt x="1687" y="7222"/>
                    </a:lnTo>
                    <a:cubicBezTo>
                      <a:pt x="1684" y="7228"/>
                      <a:pt x="1677" y="7231"/>
                      <a:pt x="1671" y="7229"/>
                    </a:cubicBezTo>
                    <a:cubicBezTo>
                      <a:pt x="1664" y="7226"/>
                      <a:pt x="1661" y="7219"/>
                      <a:pt x="1664" y="7212"/>
                    </a:cubicBezTo>
                    <a:close/>
                    <a:moveTo>
                      <a:pt x="1685" y="7167"/>
                    </a:moveTo>
                    <a:lnTo>
                      <a:pt x="1685" y="7167"/>
                    </a:lnTo>
                    <a:cubicBezTo>
                      <a:pt x="1688" y="7161"/>
                      <a:pt x="1695" y="7158"/>
                      <a:pt x="1702" y="7160"/>
                    </a:cubicBezTo>
                    <a:cubicBezTo>
                      <a:pt x="1708" y="7163"/>
                      <a:pt x="1711" y="7170"/>
                      <a:pt x="1708" y="7177"/>
                    </a:cubicBezTo>
                    <a:lnTo>
                      <a:pt x="1708" y="7177"/>
                    </a:lnTo>
                    <a:cubicBezTo>
                      <a:pt x="1706" y="7183"/>
                      <a:pt x="1698" y="7186"/>
                      <a:pt x="1692" y="7183"/>
                    </a:cubicBezTo>
                    <a:cubicBezTo>
                      <a:pt x="1686" y="7181"/>
                      <a:pt x="1683" y="7173"/>
                      <a:pt x="1685" y="7167"/>
                    </a:cubicBezTo>
                    <a:close/>
                    <a:moveTo>
                      <a:pt x="1706" y="7122"/>
                    </a:moveTo>
                    <a:lnTo>
                      <a:pt x="1706" y="7122"/>
                    </a:lnTo>
                    <a:cubicBezTo>
                      <a:pt x="1709" y="7115"/>
                      <a:pt x="1716" y="7112"/>
                      <a:pt x="1723" y="7115"/>
                    </a:cubicBezTo>
                    <a:cubicBezTo>
                      <a:pt x="1729" y="7118"/>
                      <a:pt x="1732" y="7125"/>
                      <a:pt x="1729" y="7131"/>
                    </a:cubicBezTo>
                    <a:lnTo>
                      <a:pt x="1729" y="7131"/>
                    </a:lnTo>
                    <a:cubicBezTo>
                      <a:pt x="1727" y="7138"/>
                      <a:pt x="1719" y="7141"/>
                      <a:pt x="1713" y="7138"/>
                    </a:cubicBezTo>
                    <a:cubicBezTo>
                      <a:pt x="1707" y="7135"/>
                      <a:pt x="1704" y="7128"/>
                      <a:pt x="1706" y="7122"/>
                    </a:cubicBezTo>
                    <a:close/>
                    <a:moveTo>
                      <a:pt x="1727" y="7076"/>
                    </a:moveTo>
                    <a:lnTo>
                      <a:pt x="1727" y="7076"/>
                    </a:lnTo>
                    <a:cubicBezTo>
                      <a:pt x="1730" y="7070"/>
                      <a:pt x="1737" y="7067"/>
                      <a:pt x="1744" y="7070"/>
                    </a:cubicBezTo>
                    <a:cubicBezTo>
                      <a:pt x="1750" y="7072"/>
                      <a:pt x="1753" y="7080"/>
                      <a:pt x="1750" y="7086"/>
                    </a:cubicBezTo>
                    <a:lnTo>
                      <a:pt x="1750" y="7086"/>
                    </a:lnTo>
                    <a:cubicBezTo>
                      <a:pt x="1748" y="7092"/>
                      <a:pt x="1740" y="7095"/>
                      <a:pt x="1734" y="7093"/>
                    </a:cubicBezTo>
                    <a:cubicBezTo>
                      <a:pt x="1728" y="7090"/>
                      <a:pt x="1725" y="7083"/>
                      <a:pt x="1727" y="7076"/>
                    </a:cubicBezTo>
                    <a:close/>
                    <a:moveTo>
                      <a:pt x="1748" y="7031"/>
                    </a:moveTo>
                    <a:lnTo>
                      <a:pt x="1748" y="7031"/>
                    </a:lnTo>
                    <a:cubicBezTo>
                      <a:pt x="1751" y="7025"/>
                      <a:pt x="1758" y="7022"/>
                      <a:pt x="1765" y="7024"/>
                    </a:cubicBezTo>
                    <a:cubicBezTo>
                      <a:pt x="1771" y="7027"/>
                      <a:pt x="1774" y="7034"/>
                      <a:pt x="1771" y="7041"/>
                    </a:cubicBezTo>
                    <a:lnTo>
                      <a:pt x="1771" y="7041"/>
                    </a:lnTo>
                    <a:cubicBezTo>
                      <a:pt x="1769" y="7047"/>
                      <a:pt x="1762" y="7050"/>
                      <a:pt x="1755" y="7047"/>
                    </a:cubicBezTo>
                    <a:cubicBezTo>
                      <a:pt x="1749" y="7045"/>
                      <a:pt x="1746" y="7037"/>
                      <a:pt x="1748" y="7031"/>
                    </a:cubicBezTo>
                    <a:close/>
                    <a:moveTo>
                      <a:pt x="1769" y="6986"/>
                    </a:moveTo>
                    <a:lnTo>
                      <a:pt x="1769" y="6986"/>
                    </a:lnTo>
                    <a:cubicBezTo>
                      <a:pt x="1772" y="6979"/>
                      <a:pt x="1779" y="6976"/>
                      <a:pt x="1786" y="6979"/>
                    </a:cubicBezTo>
                    <a:cubicBezTo>
                      <a:pt x="1792" y="6982"/>
                      <a:pt x="1795" y="6989"/>
                      <a:pt x="1793" y="6995"/>
                    </a:cubicBezTo>
                    <a:lnTo>
                      <a:pt x="1793" y="6995"/>
                    </a:lnTo>
                    <a:cubicBezTo>
                      <a:pt x="1790" y="7002"/>
                      <a:pt x="1783" y="7005"/>
                      <a:pt x="1776" y="7002"/>
                    </a:cubicBezTo>
                    <a:cubicBezTo>
                      <a:pt x="1770" y="6999"/>
                      <a:pt x="1767" y="6992"/>
                      <a:pt x="1769" y="6986"/>
                    </a:cubicBezTo>
                    <a:close/>
                    <a:moveTo>
                      <a:pt x="1791" y="6940"/>
                    </a:moveTo>
                    <a:lnTo>
                      <a:pt x="1791" y="6940"/>
                    </a:lnTo>
                    <a:cubicBezTo>
                      <a:pt x="1793" y="6934"/>
                      <a:pt x="1801" y="6931"/>
                      <a:pt x="1807" y="6933"/>
                    </a:cubicBezTo>
                    <a:cubicBezTo>
                      <a:pt x="1813" y="6936"/>
                      <a:pt x="1816" y="6943"/>
                      <a:pt x="1814" y="6950"/>
                    </a:cubicBezTo>
                    <a:lnTo>
                      <a:pt x="1814" y="6950"/>
                    </a:lnTo>
                    <a:cubicBezTo>
                      <a:pt x="1811" y="6956"/>
                      <a:pt x="1804" y="6959"/>
                      <a:pt x="1797" y="6957"/>
                    </a:cubicBezTo>
                    <a:cubicBezTo>
                      <a:pt x="1791" y="6954"/>
                      <a:pt x="1788" y="6947"/>
                      <a:pt x="1791" y="6940"/>
                    </a:cubicBezTo>
                    <a:close/>
                    <a:moveTo>
                      <a:pt x="1812" y="6895"/>
                    </a:moveTo>
                    <a:lnTo>
                      <a:pt x="1812" y="6895"/>
                    </a:lnTo>
                    <a:cubicBezTo>
                      <a:pt x="1814" y="6888"/>
                      <a:pt x="1822" y="6885"/>
                      <a:pt x="1828" y="6888"/>
                    </a:cubicBezTo>
                    <a:cubicBezTo>
                      <a:pt x="1834" y="6891"/>
                      <a:pt x="1837" y="6898"/>
                      <a:pt x="1835" y="6904"/>
                    </a:cubicBezTo>
                    <a:lnTo>
                      <a:pt x="1835" y="6904"/>
                    </a:lnTo>
                    <a:cubicBezTo>
                      <a:pt x="1832" y="6911"/>
                      <a:pt x="1825" y="6914"/>
                      <a:pt x="1818" y="6911"/>
                    </a:cubicBezTo>
                    <a:cubicBezTo>
                      <a:pt x="1812" y="6909"/>
                      <a:pt x="1809" y="6901"/>
                      <a:pt x="1812" y="6895"/>
                    </a:cubicBezTo>
                    <a:close/>
                    <a:moveTo>
                      <a:pt x="1833" y="6850"/>
                    </a:moveTo>
                    <a:lnTo>
                      <a:pt x="1833" y="6849"/>
                    </a:lnTo>
                    <a:cubicBezTo>
                      <a:pt x="1835" y="6843"/>
                      <a:pt x="1843" y="6840"/>
                      <a:pt x="1849" y="6843"/>
                    </a:cubicBezTo>
                    <a:cubicBezTo>
                      <a:pt x="1855" y="6845"/>
                      <a:pt x="1858" y="6853"/>
                      <a:pt x="1856" y="6859"/>
                    </a:cubicBezTo>
                    <a:lnTo>
                      <a:pt x="1856" y="6859"/>
                    </a:lnTo>
                    <a:cubicBezTo>
                      <a:pt x="1853" y="6866"/>
                      <a:pt x="1846" y="6869"/>
                      <a:pt x="1839" y="6866"/>
                    </a:cubicBezTo>
                    <a:cubicBezTo>
                      <a:pt x="1833" y="6863"/>
                      <a:pt x="1830" y="6856"/>
                      <a:pt x="1833" y="6850"/>
                    </a:cubicBezTo>
                    <a:close/>
                    <a:moveTo>
                      <a:pt x="1854" y="6804"/>
                    </a:moveTo>
                    <a:lnTo>
                      <a:pt x="1854" y="6804"/>
                    </a:lnTo>
                    <a:cubicBezTo>
                      <a:pt x="1856" y="6798"/>
                      <a:pt x="1864" y="6795"/>
                      <a:pt x="1870" y="6797"/>
                    </a:cubicBezTo>
                    <a:cubicBezTo>
                      <a:pt x="1877" y="6800"/>
                      <a:pt x="1880" y="6807"/>
                      <a:pt x="1877" y="6814"/>
                    </a:cubicBezTo>
                    <a:lnTo>
                      <a:pt x="1877" y="6814"/>
                    </a:lnTo>
                    <a:cubicBezTo>
                      <a:pt x="1874" y="6820"/>
                      <a:pt x="1867" y="6823"/>
                      <a:pt x="1861" y="6820"/>
                    </a:cubicBezTo>
                    <a:cubicBezTo>
                      <a:pt x="1854" y="6818"/>
                      <a:pt x="1851" y="6811"/>
                      <a:pt x="1854" y="6804"/>
                    </a:cubicBezTo>
                    <a:close/>
                    <a:moveTo>
                      <a:pt x="1875" y="6759"/>
                    </a:moveTo>
                    <a:lnTo>
                      <a:pt x="1875" y="6759"/>
                    </a:lnTo>
                    <a:cubicBezTo>
                      <a:pt x="1878" y="6752"/>
                      <a:pt x="1885" y="6749"/>
                      <a:pt x="1891" y="6752"/>
                    </a:cubicBezTo>
                    <a:cubicBezTo>
                      <a:pt x="1898" y="6755"/>
                      <a:pt x="1901" y="6762"/>
                      <a:pt x="1898" y="6768"/>
                    </a:cubicBezTo>
                    <a:lnTo>
                      <a:pt x="1898" y="6768"/>
                    </a:lnTo>
                    <a:cubicBezTo>
                      <a:pt x="1895" y="6775"/>
                      <a:pt x="1888" y="6778"/>
                      <a:pt x="1882" y="6775"/>
                    </a:cubicBezTo>
                    <a:cubicBezTo>
                      <a:pt x="1875" y="6772"/>
                      <a:pt x="1872" y="6765"/>
                      <a:pt x="1875" y="6759"/>
                    </a:cubicBezTo>
                    <a:close/>
                    <a:moveTo>
                      <a:pt x="1896" y="6713"/>
                    </a:moveTo>
                    <a:lnTo>
                      <a:pt x="1896" y="6713"/>
                    </a:lnTo>
                    <a:cubicBezTo>
                      <a:pt x="1899" y="6707"/>
                      <a:pt x="1906" y="6704"/>
                      <a:pt x="1912" y="6707"/>
                    </a:cubicBezTo>
                    <a:cubicBezTo>
                      <a:pt x="1919" y="6709"/>
                      <a:pt x="1922" y="6717"/>
                      <a:pt x="1919" y="6723"/>
                    </a:cubicBezTo>
                    <a:lnTo>
                      <a:pt x="1919" y="6723"/>
                    </a:lnTo>
                    <a:cubicBezTo>
                      <a:pt x="1916" y="6729"/>
                      <a:pt x="1909" y="6732"/>
                      <a:pt x="1903" y="6730"/>
                    </a:cubicBezTo>
                    <a:cubicBezTo>
                      <a:pt x="1896" y="6727"/>
                      <a:pt x="1893" y="6720"/>
                      <a:pt x="1896" y="6713"/>
                    </a:cubicBezTo>
                    <a:close/>
                    <a:moveTo>
                      <a:pt x="1917" y="6668"/>
                    </a:moveTo>
                    <a:lnTo>
                      <a:pt x="1917" y="6668"/>
                    </a:lnTo>
                    <a:cubicBezTo>
                      <a:pt x="1920" y="6662"/>
                      <a:pt x="1927" y="6659"/>
                      <a:pt x="1933" y="6661"/>
                    </a:cubicBezTo>
                    <a:cubicBezTo>
                      <a:pt x="1940" y="6664"/>
                      <a:pt x="1943" y="6671"/>
                      <a:pt x="1940" y="6678"/>
                    </a:cubicBezTo>
                    <a:lnTo>
                      <a:pt x="1940" y="6678"/>
                    </a:lnTo>
                    <a:cubicBezTo>
                      <a:pt x="1937" y="6684"/>
                      <a:pt x="1930" y="6687"/>
                      <a:pt x="1924" y="6684"/>
                    </a:cubicBezTo>
                    <a:cubicBezTo>
                      <a:pt x="1917" y="6682"/>
                      <a:pt x="1914" y="6674"/>
                      <a:pt x="1917" y="6668"/>
                    </a:cubicBezTo>
                    <a:close/>
                    <a:moveTo>
                      <a:pt x="1938" y="6623"/>
                    </a:moveTo>
                    <a:lnTo>
                      <a:pt x="1938" y="6623"/>
                    </a:lnTo>
                    <a:cubicBezTo>
                      <a:pt x="1941" y="6616"/>
                      <a:pt x="1948" y="6613"/>
                      <a:pt x="1954" y="6616"/>
                    </a:cubicBezTo>
                    <a:cubicBezTo>
                      <a:pt x="1961" y="6619"/>
                      <a:pt x="1964" y="6626"/>
                      <a:pt x="1961" y="6632"/>
                    </a:cubicBezTo>
                    <a:lnTo>
                      <a:pt x="1961" y="6632"/>
                    </a:lnTo>
                    <a:cubicBezTo>
                      <a:pt x="1959" y="6639"/>
                      <a:pt x="1951" y="6642"/>
                      <a:pt x="1945" y="6639"/>
                    </a:cubicBezTo>
                    <a:cubicBezTo>
                      <a:pt x="1939" y="6636"/>
                      <a:pt x="1935" y="6629"/>
                      <a:pt x="1938" y="6623"/>
                    </a:cubicBezTo>
                    <a:close/>
                    <a:moveTo>
                      <a:pt x="1959" y="6577"/>
                    </a:moveTo>
                    <a:lnTo>
                      <a:pt x="1959" y="6577"/>
                    </a:lnTo>
                    <a:cubicBezTo>
                      <a:pt x="1962" y="6571"/>
                      <a:pt x="1969" y="6568"/>
                      <a:pt x="1976" y="6571"/>
                    </a:cubicBezTo>
                    <a:cubicBezTo>
                      <a:pt x="1982" y="6573"/>
                      <a:pt x="1985" y="6581"/>
                      <a:pt x="1982" y="6587"/>
                    </a:cubicBezTo>
                    <a:lnTo>
                      <a:pt x="1982" y="6587"/>
                    </a:lnTo>
                    <a:cubicBezTo>
                      <a:pt x="1980" y="6593"/>
                      <a:pt x="1972" y="6596"/>
                      <a:pt x="1966" y="6594"/>
                    </a:cubicBezTo>
                    <a:cubicBezTo>
                      <a:pt x="1960" y="6591"/>
                      <a:pt x="1957" y="6584"/>
                      <a:pt x="1959" y="6577"/>
                    </a:cubicBezTo>
                    <a:close/>
                    <a:moveTo>
                      <a:pt x="1980" y="6532"/>
                    </a:moveTo>
                    <a:lnTo>
                      <a:pt x="1980" y="6532"/>
                    </a:lnTo>
                    <a:cubicBezTo>
                      <a:pt x="1983" y="6526"/>
                      <a:pt x="1990" y="6523"/>
                      <a:pt x="1997" y="6525"/>
                    </a:cubicBezTo>
                    <a:cubicBezTo>
                      <a:pt x="2003" y="6528"/>
                      <a:pt x="2006" y="6535"/>
                      <a:pt x="2003" y="6542"/>
                    </a:cubicBezTo>
                    <a:lnTo>
                      <a:pt x="2003" y="6542"/>
                    </a:lnTo>
                    <a:cubicBezTo>
                      <a:pt x="2001" y="6548"/>
                      <a:pt x="1993" y="6551"/>
                      <a:pt x="1987" y="6548"/>
                    </a:cubicBezTo>
                    <a:cubicBezTo>
                      <a:pt x="1981" y="6546"/>
                      <a:pt x="1978" y="6538"/>
                      <a:pt x="1980" y="6532"/>
                    </a:cubicBezTo>
                    <a:close/>
                    <a:moveTo>
                      <a:pt x="2001" y="6487"/>
                    </a:moveTo>
                    <a:lnTo>
                      <a:pt x="2001" y="6487"/>
                    </a:lnTo>
                    <a:cubicBezTo>
                      <a:pt x="2004" y="6480"/>
                      <a:pt x="2011" y="6477"/>
                      <a:pt x="2018" y="6480"/>
                    </a:cubicBezTo>
                    <a:cubicBezTo>
                      <a:pt x="2024" y="6482"/>
                      <a:pt x="2027" y="6490"/>
                      <a:pt x="2024" y="6496"/>
                    </a:cubicBezTo>
                    <a:lnTo>
                      <a:pt x="2024" y="6496"/>
                    </a:lnTo>
                    <a:cubicBezTo>
                      <a:pt x="2022" y="6503"/>
                      <a:pt x="2014" y="6506"/>
                      <a:pt x="2008" y="6503"/>
                    </a:cubicBezTo>
                    <a:cubicBezTo>
                      <a:pt x="2002" y="6500"/>
                      <a:pt x="1999" y="6493"/>
                      <a:pt x="2001" y="6487"/>
                    </a:cubicBezTo>
                    <a:close/>
                    <a:moveTo>
                      <a:pt x="2022" y="6441"/>
                    </a:moveTo>
                    <a:lnTo>
                      <a:pt x="2022" y="6441"/>
                    </a:lnTo>
                    <a:cubicBezTo>
                      <a:pt x="2025" y="6435"/>
                      <a:pt x="2032" y="6432"/>
                      <a:pt x="2039" y="6434"/>
                    </a:cubicBezTo>
                    <a:cubicBezTo>
                      <a:pt x="2045" y="6437"/>
                      <a:pt x="2048" y="6444"/>
                      <a:pt x="2046" y="6451"/>
                    </a:cubicBezTo>
                    <a:lnTo>
                      <a:pt x="2046" y="6451"/>
                    </a:lnTo>
                    <a:cubicBezTo>
                      <a:pt x="2043" y="6457"/>
                      <a:pt x="2036" y="6460"/>
                      <a:pt x="2029" y="6458"/>
                    </a:cubicBezTo>
                    <a:cubicBezTo>
                      <a:pt x="2023" y="6455"/>
                      <a:pt x="2020" y="6448"/>
                      <a:pt x="2022" y="6441"/>
                    </a:cubicBezTo>
                    <a:close/>
                    <a:moveTo>
                      <a:pt x="2044" y="6396"/>
                    </a:moveTo>
                    <a:lnTo>
                      <a:pt x="2044" y="6396"/>
                    </a:lnTo>
                    <a:cubicBezTo>
                      <a:pt x="2046" y="6389"/>
                      <a:pt x="2054" y="6386"/>
                      <a:pt x="2060" y="6389"/>
                    </a:cubicBezTo>
                    <a:cubicBezTo>
                      <a:pt x="2066" y="6392"/>
                      <a:pt x="2069" y="6399"/>
                      <a:pt x="2067" y="6405"/>
                    </a:cubicBezTo>
                    <a:lnTo>
                      <a:pt x="2067" y="6405"/>
                    </a:lnTo>
                    <a:cubicBezTo>
                      <a:pt x="2064" y="6412"/>
                      <a:pt x="2057" y="6415"/>
                      <a:pt x="2050" y="6412"/>
                    </a:cubicBezTo>
                    <a:cubicBezTo>
                      <a:pt x="2044" y="6410"/>
                      <a:pt x="2041" y="6402"/>
                      <a:pt x="2044" y="6396"/>
                    </a:cubicBezTo>
                    <a:close/>
                    <a:moveTo>
                      <a:pt x="2065" y="6350"/>
                    </a:moveTo>
                    <a:lnTo>
                      <a:pt x="2065" y="6350"/>
                    </a:lnTo>
                    <a:cubicBezTo>
                      <a:pt x="2067" y="6344"/>
                      <a:pt x="2075" y="6341"/>
                      <a:pt x="2081" y="6344"/>
                    </a:cubicBezTo>
                    <a:cubicBezTo>
                      <a:pt x="2087" y="6346"/>
                      <a:pt x="2090" y="6354"/>
                      <a:pt x="2088" y="6360"/>
                    </a:cubicBezTo>
                    <a:lnTo>
                      <a:pt x="2088" y="6360"/>
                    </a:lnTo>
                    <a:cubicBezTo>
                      <a:pt x="2085" y="6366"/>
                      <a:pt x="2078" y="6369"/>
                      <a:pt x="2071" y="6367"/>
                    </a:cubicBezTo>
                    <a:cubicBezTo>
                      <a:pt x="2065" y="6364"/>
                      <a:pt x="2062" y="6357"/>
                      <a:pt x="2065" y="6350"/>
                    </a:cubicBezTo>
                    <a:close/>
                    <a:moveTo>
                      <a:pt x="2086" y="6305"/>
                    </a:moveTo>
                    <a:lnTo>
                      <a:pt x="2086" y="6305"/>
                    </a:lnTo>
                    <a:cubicBezTo>
                      <a:pt x="2088" y="6299"/>
                      <a:pt x="2096" y="6296"/>
                      <a:pt x="2102" y="6298"/>
                    </a:cubicBezTo>
                    <a:cubicBezTo>
                      <a:pt x="2108" y="6301"/>
                      <a:pt x="2111" y="6308"/>
                      <a:pt x="2109" y="6315"/>
                    </a:cubicBezTo>
                    <a:lnTo>
                      <a:pt x="2109" y="6315"/>
                    </a:lnTo>
                    <a:cubicBezTo>
                      <a:pt x="2106" y="6321"/>
                      <a:pt x="2099" y="6324"/>
                      <a:pt x="2092" y="6321"/>
                    </a:cubicBezTo>
                    <a:cubicBezTo>
                      <a:pt x="2086" y="6319"/>
                      <a:pt x="2083" y="6311"/>
                      <a:pt x="2086" y="6305"/>
                    </a:cubicBezTo>
                    <a:close/>
                    <a:moveTo>
                      <a:pt x="2107" y="6260"/>
                    </a:moveTo>
                    <a:lnTo>
                      <a:pt x="2107" y="6260"/>
                    </a:lnTo>
                    <a:cubicBezTo>
                      <a:pt x="2109" y="6253"/>
                      <a:pt x="2117" y="6250"/>
                      <a:pt x="2123" y="6253"/>
                    </a:cubicBezTo>
                    <a:cubicBezTo>
                      <a:pt x="2130" y="6256"/>
                      <a:pt x="2133" y="6263"/>
                      <a:pt x="2130" y="6269"/>
                    </a:cubicBezTo>
                    <a:lnTo>
                      <a:pt x="2130" y="6269"/>
                    </a:lnTo>
                    <a:cubicBezTo>
                      <a:pt x="2127" y="6276"/>
                      <a:pt x="2120" y="6279"/>
                      <a:pt x="2114" y="6276"/>
                    </a:cubicBezTo>
                    <a:cubicBezTo>
                      <a:pt x="2107" y="6273"/>
                      <a:pt x="2104" y="6266"/>
                      <a:pt x="2107" y="6260"/>
                    </a:cubicBezTo>
                    <a:close/>
                    <a:moveTo>
                      <a:pt x="2128" y="6214"/>
                    </a:moveTo>
                    <a:lnTo>
                      <a:pt x="2128" y="6214"/>
                    </a:lnTo>
                    <a:cubicBezTo>
                      <a:pt x="2131" y="6208"/>
                      <a:pt x="2138" y="6205"/>
                      <a:pt x="2144" y="6208"/>
                    </a:cubicBezTo>
                    <a:cubicBezTo>
                      <a:pt x="2151" y="6210"/>
                      <a:pt x="2154" y="6218"/>
                      <a:pt x="2151" y="6224"/>
                    </a:cubicBezTo>
                    <a:lnTo>
                      <a:pt x="2151" y="6224"/>
                    </a:lnTo>
                    <a:cubicBezTo>
                      <a:pt x="2148" y="6230"/>
                      <a:pt x="2141" y="6233"/>
                      <a:pt x="2135" y="6231"/>
                    </a:cubicBezTo>
                    <a:cubicBezTo>
                      <a:pt x="2128" y="6228"/>
                      <a:pt x="2125" y="6221"/>
                      <a:pt x="2128" y="6214"/>
                    </a:cubicBezTo>
                    <a:close/>
                    <a:moveTo>
                      <a:pt x="2149" y="6169"/>
                    </a:moveTo>
                    <a:lnTo>
                      <a:pt x="2149" y="6169"/>
                    </a:lnTo>
                    <a:cubicBezTo>
                      <a:pt x="2152" y="6163"/>
                      <a:pt x="2159" y="6160"/>
                      <a:pt x="2165" y="6162"/>
                    </a:cubicBezTo>
                    <a:cubicBezTo>
                      <a:pt x="2172" y="6165"/>
                      <a:pt x="2175" y="6172"/>
                      <a:pt x="2172" y="6179"/>
                    </a:cubicBezTo>
                    <a:lnTo>
                      <a:pt x="2172" y="6179"/>
                    </a:lnTo>
                    <a:cubicBezTo>
                      <a:pt x="2169" y="6185"/>
                      <a:pt x="2162" y="6188"/>
                      <a:pt x="2156" y="6185"/>
                    </a:cubicBezTo>
                    <a:cubicBezTo>
                      <a:pt x="2149" y="6183"/>
                      <a:pt x="2146" y="6175"/>
                      <a:pt x="2149" y="6169"/>
                    </a:cubicBezTo>
                    <a:close/>
                    <a:moveTo>
                      <a:pt x="2170" y="6124"/>
                    </a:moveTo>
                    <a:lnTo>
                      <a:pt x="2170" y="6124"/>
                    </a:lnTo>
                    <a:cubicBezTo>
                      <a:pt x="2173" y="6117"/>
                      <a:pt x="2180" y="6114"/>
                      <a:pt x="2186" y="6117"/>
                    </a:cubicBezTo>
                    <a:cubicBezTo>
                      <a:pt x="2193" y="6120"/>
                      <a:pt x="2196" y="6127"/>
                      <a:pt x="2193" y="6133"/>
                    </a:cubicBezTo>
                    <a:lnTo>
                      <a:pt x="2193" y="6133"/>
                    </a:lnTo>
                    <a:cubicBezTo>
                      <a:pt x="2190" y="6140"/>
                      <a:pt x="2183" y="6143"/>
                      <a:pt x="2177" y="6140"/>
                    </a:cubicBezTo>
                    <a:cubicBezTo>
                      <a:pt x="2170" y="6137"/>
                      <a:pt x="2167" y="6130"/>
                      <a:pt x="2170" y="6124"/>
                    </a:cubicBezTo>
                    <a:close/>
                    <a:moveTo>
                      <a:pt x="2191" y="6078"/>
                    </a:moveTo>
                    <a:lnTo>
                      <a:pt x="2191" y="6078"/>
                    </a:lnTo>
                    <a:cubicBezTo>
                      <a:pt x="2194" y="6072"/>
                      <a:pt x="2201" y="6069"/>
                      <a:pt x="2207" y="6072"/>
                    </a:cubicBezTo>
                    <a:cubicBezTo>
                      <a:pt x="2214" y="6074"/>
                      <a:pt x="2217" y="6082"/>
                      <a:pt x="2214" y="6088"/>
                    </a:cubicBezTo>
                    <a:lnTo>
                      <a:pt x="2214" y="6088"/>
                    </a:lnTo>
                    <a:cubicBezTo>
                      <a:pt x="2212" y="6094"/>
                      <a:pt x="2204" y="6097"/>
                      <a:pt x="2198" y="6095"/>
                    </a:cubicBezTo>
                    <a:cubicBezTo>
                      <a:pt x="2191" y="6092"/>
                      <a:pt x="2188" y="6085"/>
                      <a:pt x="2191" y="6078"/>
                    </a:cubicBezTo>
                    <a:close/>
                    <a:moveTo>
                      <a:pt x="2212" y="6033"/>
                    </a:moveTo>
                    <a:lnTo>
                      <a:pt x="2212" y="6033"/>
                    </a:lnTo>
                    <a:cubicBezTo>
                      <a:pt x="2215" y="6027"/>
                      <a:pt x="2222" y="6024"/>
                      <a:pt x="2229" y="6026"/>
                    </a:cubicBezTo>
                    <a:cubicBezTo>
                      <a:pt x="2235" y="6029"/>
                      <a:pt x="2238" y="6036"/>
                      <a:pt x="2235" y="6043"/>
                    </a:cubicBezTo>
                    <a:lnTo>
                      <a:pt x="2235" y="6043"/>
                    </a:lnTo>
                    <a:cubicBezTo>
                      <a:pt x="2233" y="6049"/>
                      <a:pt x="2225" y="6052"/>
                      <a:pt x="2219" y="6049"/>
                    </a:cubicBezTo>
                    <a:cubicBezTo>
                      <a:pt x="2213" y="6047"/>
                      <a:pt x="2210" y="6039"/>
                      <a:pt x="2212" y="6033"/>
                    </a:cubicBezTo>
                    <a:close/>
                    <a:moveTo>
                      <a:pt x="2233" y="5988"/>
                    </a:moveTo>
                    <a:lnTo>
                      <a:pt x="2233" y="5988"/>
                    </a:lnTo>
                    <a:cubicBezTo>
                      <a:pt x="2236" y="5981"/>
                      <a:pt x="2243" y="5978"/>
                      <a:pt x="2250" y="5981"/>
                    </a:cubicBezTo>
                    <a:cubicBezTo>
                      <a:pt x="2256" y="5983"/>
                      <a:pt x="2259" y="5991"/>
                      <a:pt x="2256" y="5997"/>
                    </a:cubicBezTo>
                    <a:lnTo>
                      <a:pt x="2256" y="5997"/>
                    </a:lnTo>
                    <a:cubicBezTo>
                      <a:pt x="2254" y="6004"/>
                      <a:pt x="2246" y="6007"/>
                      <a:pt x="2240" y="6004"/>
                    </a:cubicBezTo>
                    <a:cubicBezTo>
                      <a:pt x="2234" y="6001"/>
                      <a:pt x="2231" y="5994"/>
                      <a:pt x="2233" y="5988"/>
                    </a:cubicBezTo>
                    <a:close/>
                    <a:moveTo>
                      <a:pt x="2254" y="5942"/>
                    </a:moveTo>
                    <a:lnTo>
                      <a:pt x="2254" y="5942"/>
                    </a:lnTo>
                    <a:cubicBezTo>
                      <a:pt x="2257" y="5936"/>
                      <a:pt x="2264" y="5933"/>
                      <a:pt x="2271" y="5935"/>
                    </a:cubicBezTo>
                    <a:cubicBezTo>
                      <a:pt x="2277" y="5938"/>
                      <a:pt x="2280" y="5945"/>
                      <a:pt x="2277" y="5952"/>
                    </a:cubicBezTo>
                    <a:lnTo>
                      <a:pt x="2277" y="5952"/>
                    </a:lnTo>
                    <a:cubicBezTo>
                      <a:pt x="2275" y="5958"/>
                      <a:pt x="2267" y="5961"/>
                      <a:pt x="2261" y="5959"/>
                    </a:cubicBezTo>
                    <a:cubicBezTo>
                      <a:pt x="2255" y="5956"/>
                      <a:pt x="2252" y="5949"/>
                      <a:pt x="2254" y="5942"/>
                    </a:cubicBezTo>
                    <a:close/>
                    <a:moveTo>
                      <a:pt x="2275" y="5897"/>
                    </a:moveTo>
                    <a:lnTo>
                      <a:pt x="2275" y="5897"/>
                    </a:lnTo>
                    <a:cubicBezTo>
                      <a:pt x="2278" y="5890"/>
                      <a:pt x="2285" y="5887"/>
                      <a:pt x="2292" y="5890"/>
                    </a:cubicBezTo>
                    <a:cubicBezTo>
                      <a:pt x="2298" y="5893"/>
                      <a:pt x="2301" y="5900"/>
                      <a:pt x="2299" y="5906"/>
                    </a:cubicBezTo>
                    <a:lnTo>
                      <a:pt x="2299" y="5906"/>
                    </a:lnTo>
                    <a:cubicBezTo>
                      <a:pt x="2296" y="5913"/>
                      <a:pt x="2289" y="5916"/>
                      <a:pt x="2282" y="5913"/>
                    </a:cubicBezTo>
                    <a:cubicBezTo>
                      <a:pt x="2276" y="5911"/>
                      <a:pt x="2273" y="5903"/>
                      <a:pt x="2275" y="5897"/>
                    </a:cubicBezTo>
                    <a:close/>
                    <a:moveTo>
                      <a:pt x="2297" y="5851"/>
                    </a:moveTo>
                    <a:lnTo>
                      <a:pt x="2297" y="5851"/>
                    </a:lnTo>
                    <a:cubicBezTo>
                      <a:pt x="2299" y="5845"/>
                      <a:pt x="2307" y="5842"/>
                      <a:pt x="2313" y="5845"/>
                    </a:cubicBezTo>
                    <a:cubicBezTo>
                      <a:pt x="2319" y="5847"/>
                      <a:pt x="2322" y="5855"/>
                      <a:pt x="2320" y="5861"/>
                    </a:cubicBezTo>
                    <a:lnTo>
                      <a:pt x="2320" y="5861"/>
                    </a:lnTo>
                    <a:cubicBezTo>
                      <a:pt x="2317" y="5867"/>
                      <a:pt x="2310" y="5870"/>
                      <a:pt x="2303" y="5868"/>
                    </a:cubicBezTo>
                    <a:cubicBezTo>
                      <a:pt x="2297" y="5865"/>
                      <a:pt x="2294" y="5858"/>
                      <a:pt x="2297" y="5851"/>
                    </a:cubicBezTo>
                    <a:close/>
                    <a:moveTo>
                      <a:pt x="2318" y="5806"/>
                    </a:moveTo>
                    <a:lnTo>
                      <a:pt x="2318" y="5806"/>
                    </a:lnTo>
                    <a:cubicBezTo>
                      <a:pt x="2320" y="5800"/>
                      <a:pt x="2328" y="5797"/>
                      <a:pt x="2334" y="5799"/>
                    </a:cubicBezTo>
                    <a:cubicBezTo>
                      <a:pt x="2340" y="5802"/>
                      <a:pt x="2343" y="5809"/>
                      <a:pt x="2341" y="5816"/>
                    </a:cubicBezTo>
                    <a:lnTo>
                      <a:pt x="2341" y="5816"/>
                    </a:lnTo>
                    <a:cubicBezTo>
                      <a:pt x="2338" y="5822"/>
                      <a:pt x="2331" y="5825"/>
                      <a:pt x="2324" y="5822"/>
                    </a:cubicBezTo>
                    <a:cubicBezTo>
                      <a:pt x="2318" y="5820"/>
                      <a:pt x="2315" y="5812"/>
                      <a:pt x="2318" y="5806"/>
                    </a:cubicBezTo>
                    <a:close/>
                    <a:moveTo>
                      <a:pt x="2339" y="5761"/>
                    </a:moveTo>
                    <a:lnTo>
                      <a:pt x="2339" y="5761"/>
                    </a:lnTo>
                    <a:cubicBezTo>
                      <a:pt x="2341" y="5754"/>
                      <a:pt x="2349" y="5751"/>
                      <a:pt x="2355" y="5754"/>
                    </a:cubicBezTo>
                    <a:cubicBezTo>
                      <a:pt x="2361" y="5757"/>
                      <a:pt x="2364" y="5764"/>
                      <a:pt x="2362" y="5770"/>
                    </a:cubicBezTo>
                    <a:lnTo>
                      <a:pt x="2362" y="5770"/>
                    </a:lnTo>
                    <a:cubicBezTo>
                      <a:pt x="2359" y="5777"/>
                      <a:pt x="2352" y="5780"/>
                      <a:pt x="2345" y="5777"/>
                    </a:cubicBezTo>
                    <a:cubicBezTo>
                      <a:pt x="2339" y="5774"/>
                      <a:pt x="2336" y="5767"/>
                      <a:pt x="2339" y="5761"/>
                    </a:cubicBezTo>
                    <a:close/>
                    <a:moveTo>
                      <a:pt x="2360" y="5715"/>
                    </a:moveTo>
                    <a:lnTo>
                      <a:pt x="2360" y="5715"/>
                    </a:lnTo>
                    <a:cubicBezTo>
                      <a:pt x="2362" y="5709"/>
                      <a:pt x="2370" y="5706"/>
                      <a:pt x="2376" y="5709"/>
                    </a:cubicBezTo>
                    <a:cubicBezTo>
                      <a:pt x="2383" y="5711"/>
                      <a:pt x="2386" y="5719"/>
                      <a:pt x="2383" y="5725"/>
                    </a:cubicBezTo>
                    <a:lnTo>
                      <a:pt x="2383" y="5725"/>
                    </a:lnTo>
                    <a:cubicBezTo>
                      <a:pt x="2380" y="5731"/>
                      <a:pt x="2373" y="5734"/>
                      <a:pt x="2367" y="5732"/>
                    </a:cubicBezTo>
                    <a:cubicBezTo>
                      <a:pt x="2360" y="5729"/>
                      <a:pt x="2357" y="5722"/>
                      <a:pt x="2360" y="5715"/>
                    </a:cubicBezTo>
                    <a:close/>
                    <a:moveTo>
                      <a:pt x="2381" y="5670"/>
                    </a:moveTo>
                    <a:lnTo>
                      <a:pt x="2381" y="5670"/>
                    </a:lnTo>
                    <a:cubicBezTo>
                      <a:pt x="2384" y="5664"/>
                      <a:pt x="2391" y="5661"/>
                      <a:pt x="2397" y="5663"/>
                    </a:cubicBezTo>
                    <a:cubicBezTo>
                      <a:pt x="2404" y="5666"/>
                      <a:pt x="2407" y="5673"/>
                      <a:pt x="2404" y="5680"/>
                    </a:cubicBezTo>
                    <a:lnTo>
                      <a:pt x="2404" y="5680"/>
                    </a:lnTo>
                    <a:cubicBezTo>
                      <a:pt x="2401" y="5686"/>
                      <a:pt x="2394" y="5689"/>
                      <a:pt x="2388" y="5686"/>
                    </a:cubicBezTo>
                    <a:cubicBezTo>
                      <a:pt x="2381" y="5684"/>
                      <a:pt x="2378" y="5676"/>
                      <a:pt x="2381" y="5670"/>
                    </a:cubicBezTo>
                    <a:close/>
                    <a:moveTo>
                      <a:pt x="2402" y="5625"/>
                    </a:moveTo>
                    <a:lnTo>
                      <a:pt x="2402" y="5625"/>
                    </a:lnTo>
                    <a:cubicBezTo>
                      <a:pt x="2405" y="5618"/>
                      <a:pt x="2412" y="5615"/>
                      <a:pt x="2418" y="5618"/>
                    </a:cubicBezTo>
                    <a:cubicBezTo>
                      <a:pt x="2425" y="5621"/>
                      <a:pt x="2428" y="5628"/>
                      <a:pt x="2425" y="5634"/>
                    </a:cubicBezTo>
                    <a:lnTo>
                      <a:pt x="2425" y="5634"/>
                    </a:lnTo>
                    <a:cubicBezTo>
                      <a:pt x="2422" y="5641"/>
                      <a:pt x="2415" y="5644"/>
                      <a:pt x="2409" y="5641"/>
                    </a:cubicBezTo>
                    <a:cubicBezTo>
                      <a:pt x="2402" y="5638"/>
                      <a:pt x="2399" y="5631"/>
                      <a:pt x="2402" y="5625"/>
                    </a:cubicBezTo>
                    <a:close/>
                    <a:moveTo>
                      <a:pt x="2423" y="5579"/>
                    </a:moveTo>
                    <a:lnTo>
                      <a:pt x="2423" y="5579"/>
                    </a:lnTo>
                    <a:cubicBezTo>
                      <a:pt x="2426" y="5573"/>
                      <a:pt x="2433" y="5570"/>
                      <a:pt x="2439" y="5573"/>
                    </a:cubicBezTo>
                    <a:cubicBezTo>
                      <a:pt x="2446" y="5575"/>
                      <a:pt x="2449" y="5582"/>
                      <a:pt x="2446" y="5589"/>
                    </a:cubicBezTo>
                    <a:lnTo>
                      <a:pt x="2446" y="5589"/>
                    </a:lnTo>
                    <a:cubicBezTo>
                      <a:pt x="2443" y="5595"/>
                      <a:pt x="2436" y="5598"/>
                      <a:pt x="2430" y="5596"/>
                    </a:cubicBezTo>
                    <a:cubicBezTo>
                      <a:pt x="2423" y="5593"/>
                      <a:pt x="2420" y="5586"/>
                      <a:pt x="2423" y="5579"/>
                    </a:cubicBezTo>
                    <a:close/>
                    <a:moveTo>
                      <a:pt x="2444" y="5534"/>
                    </a:moveTo>
                    <a:lnTo>
                      <a:pt x="2444" y="5534"/>
                    </a:lnTo>
                    <a:cubicBezTo>
                      <a:pt x="2447" y="5527"/>
                      <a:pt x="2454" y="5524"/>
                      <a:pt x="2460" y="5527"/>
                    </a:cubicBezTo>
                    <a:cubicBezTo>
                      <a:pt x="2467" y="5530"/>
                      <a:pt x="2470" y="5537"/>
                      <a:pt x="2467" y="5543"/>
                    </a:cubicBezTo>
                    <a:lnTo>
                      <a:pt x="2467" y="5544"/>
                    </a:lnTo>
                    <a:cubicBezTo>
                      <a:pt x="2465" y="5550"/>
                      <a:pt x="2457" y="5553"/>
                      <a:pt x="2451" y="5550"/>
                    </a:cubicBezTo>
                    <a:cubicBezTo>
                      <a:pt x="2444" y="5548"/>
                      <a:pt x="2441" y="5540"/>
                      <a:pt x="2444" y="5534"/>
                    </a:cubicBezTo>
                    <a:close/>
                    <a:moveTo>
                      <a:pt x="2465" y="5489"/>
                    </a:moveTo>
                    <a:lnTo>
                      <a:pt x="2465" y="5489"/>
                    </a:lnTo>
                    <a:cubicBezTo>
                      <a:pt x="2468" y="5482"/>
                      <a:pt x="2475" y="5479"/>
                      <a:pt x="2482" y="5482"/>
                    </a:cubicBezTo>
                    <a:cubicBezTo>
                      <a:pt x="2488" y="5484"/>
                      <a:pt x="2491" y="5492"/>
                      <a:pt x="2488" y="5498"/>
                    </a:cubicBezTo>
                    <a:lnTo>
                      <a:pt x="2488" y="5498"/>
                    </a:lnTo>
                    <a:cubicBezTo>
                      <a:pt x="2486" y="5505"/>
                      <a:pt x="2478" y="5508"/>
                      <a:pt x="2472" y="5505"/>
                    </a:cubicBezTo>
                    <a:cubicBezTo>
                      <a:pt x="2466" y="5502"/>
                      <a:pt x="2463" y="5495"/>
                      <a:pt x="2465" y="5489"/>
                    </a:cubicBezTo>
                    <a:close/>
                    <a:moveTo>
                      <a:pt x="2486" y="5443"/>
                    </a:moveTo>
                    <a:lnTo>
                      <a:pt x="2486" y="5443"/>
                    </a:lnTo>
                    <a:cubicBezTo>
                      <a:pt x="2489" y="5437"/>
                      <a:pt x="2496" y="5434"/>
                      <a:pt x="2503" y="5436"/>
                    </a:cubicBezTo>
                    <a:cubicBezTo>
                      <a:pt x="2509" y="5439"/>
                      <a:pt x="2512" y="5446"/>
                      <a:pt x="2509" y="5453"/>
                    </a:cubicBezTo>
                    <a:lnTo>
                      <a:pt x="2509" y="5453"/>
                    </a:lnTo>
                    <a:cubicBezTo>
                      <a:pt x="2507" y="5459"/>
                      <a:pt x="2499" y="5462"/>
                      <a:pt x="2493" y="5460"/>
                    </a:cubicBezTo>
                    <a:cubicBezTo>
                      <a:pt x="2487" y="5457"/>
                      <a:pt x="2484" y="5450"/>
                      <a:pt x="2486" y="5443"/>
                    </a:cubicBezTo>
                    <a:close/>
                    <a:moveTo>
                      <a:pt x="2507" y="5398"/>
                    </a:moveTo>
                    <a:lnTo>
                      <a:pt x="2507" y="5398"/>
                    </a:lnTo>
                    <a:cubicBezTo>
                      <a:pt x="2510" y="5391"/>
                      <a:pt x="2517" y="5388"/>
                      <a:pt x="2524" y="5391"/>
                    </a:cubicBezTo>
                    <a:cubicBezTo>
                      <a:pt x="2530" y="5394"/>
                      <a:pt x="2533" y="5401"/>
                      <a:pt x="2530" y="5407"/>
                    </a:cubicBezTo>
                    <a:lnTo>
                      <a:pt x="2530" y="5407"/>
                    </a:lnTo>
                    <a:cubicBezTo>
                      <a:pt x="2528" y="5414"/>
                      <a:pt x="2520" y="5417"/>
                      <a:pt x="2514" y="5414"/>
                    </a:cubicBezTo>
                    <a:cubicBezTo>
                      <a:pt x="2508" y="5411"/>
                      <a:pt x="2505" y="5404"/>
                      <a:pt x="2507" y="5398"/>
                    </a:cubicBezTo>
                    <a:close/>
                    <a:moveTo>
                      <a:pt x="2528" y="5352"/>
                    </a:moveTo>
                    <a:lnTo>
                      <a:pt x="2528" y="5352"/>
                    </a:lnTo>
                    <a:cubicBezTo>
                      <a:pt x="2531" y="5346"/>
                      <a:pt x="2538" y="5343"/>
                      <a:pt x="2545" y="5346"/>
                    </a:cubicBezTo>
                    <a:cubicBezTo>
                      <a:pt x="2551" y="5348"/>
                      <a:pt x="2554" y="5356"/>
                      <a:pt x="2552" y="5362"/>
                    </a:cubicBezTo>
                    <a:lnTo>
                      <a:pt x="2552" y="5362"/>
                    </a:lnTo>
                    <a:cubicBezTo>
                      <a:pt x="2549" y="5368"/>
                      <a:pt x="2542" y="5371"/>
                      <a:pt x="2535" y="5369"/>
                    </a:cubicBezTo>
                    <a:cubicBezTo>
                      <a:pt x="2529" y="5366"/>
                      <a:pt x="2526" y="5359"/>
                      <a:pt x="2528" y="5352"/>
                    </a:cubicBezTo>
                    <a:close/>
                    <a:moveTo>
                      <a:pt x="2550" y="5307"/>
                    </a:moveTo>
                    <a:lnTo>
                      <a:pt x="2550" y="5307"/>
                    </a:lnTo>
                    <a:cubicBezTo>
                      <a:pt x="2552" y="5301"/>
                      <a:pt x="2560" y="5298"/>
                      <a:pt x="2566" y="5300"/>
                    </a:cubicBezTo>
                    <a:cubicBezTo>
                      <a:pt x="2572" y="5303"/>
                      <a:pt x="2575" y="5310"/>
                      <a:pt x="2573" y="5317"/>
                    </a:cubicBezTo>
                    <a:lnTo>
                      <a:pt x="2573" y="5317"/>
                    </a:lnTo>
                    <a:cubicBezTo>
                      <a:pt x="2570" y="5323"/>
                      <a:pt x="2563" y="5326"/>
                      <a:pt x="2556" y="5323"/>
                    </a:cubicBezTo>
                    <a:cubicBezTo>
                      <a:pt x="2550" y="5321"/>
                      <a:pt x="2547" y="5313"/>
                      <a:pt x="2550" y="5307"/>
                    </a:cubicBezTo>
                    <a:close/>
                    <a:moveTo>
                      <a:pt x="2571" y="5262"/>
                    </a:moveTo>
                    <a:lnTo>
                      <a:pt x="2571" y="5262"/>
                    </a:lnTo>
                    <a:cubicBezTo>
                      <a:pt x="2573" y="5255"/>
                      <a:pt x="2581" y="5252"/>
                      <a:pt x="2587" y="5255"/>
                    </a:cubicBezTo>
                    <a:cubicBezTo>
                      <a:pt x="2593" y="5258"/>
                      <a:pt x="2596" y="5265"/>
                      <a:pt x="2594" y="5271"/>
                    </a:cubicBezTo>
                    <a:lnTo>
                      <a:pt x="2594" y="5271"/>
                    </a:lnTo>
                    <a:cubicBezTo>
                      <a:pt x="2591" y="5278"/>
                      <a:pt x="2584" y="5281"/>
                      <a:pt x="2577" y="5278"/>
                    </a:cubicBezTo>
                    <a:cubicBezTo>
                      <a:pt x="2571" y="5275"/>
                      <a:pt x="2568" y="5268"/>
                      <a:pt x="2571" y="5262"/>
                    </a:cubicBezTo>
                    <a:close/>
                    <a:moveTo>
                      <a:pt x="2592" y="5216"/>
                    </a:moveTo>
                    <a:lnTo>
                      <a:pt x="2592" y="5216"/>
                    </a:lnTo>
                    <a:cubicBezTo>
                      <a:pt x="2594" y="5210"/>
                      <a:pt x="2602" y="5207"/>
                      <a:pt x="2608" y="5210"/>
                    </a:cubicBezTo>
                    <a:cubicBezTo>
                      <a:pt x="2614" y="5212"/>
                      <a:pt x="2617" y="5220"/>
                      <a:pt x="2615" y="5226"/>
                    </a:cubicBezTo>
                    <a:lnTo>
                      <a:pt x="2615" y="5226"/>
                    </a:lnTo>
                    <a:cubicBezTo>
                      <a:pt x="2612" y="5232"/>
                      <a:pt x="2605" y="5235"/>
                      <a:pt x="2598" y="5233"/>
                    </a:cubicBezTo>
                    <a:cubicBezTo>
                      <a:pt x="2592" y="5230"/>
                      <a:pt x="2589" y="5223"/>
                      <a:pt x="2592" y="5216"/>
                    </a:cubicBezTo>
                    <a:close/>
                    <a:moveTo>
                      <a:pt x="2613" y="5171"/>
                    </a:moveTo>
                    <a:lnTo>
                      <a:pt x="2613" y="5171"/>
                    </a:lnTo>
                    <a:cubicBezTo>
                      <a:pt x="2615" y="5165"/>
                      <a:pt x="2623" y="5162"/>
                      <a:pt x="2629" y="5164"/>
                    </a:cubicBezTo>
                    <a:cubicBezTo>
                      <a:pt x="2635" y="5167"/>
                      <a:pt x="2639" y="5174"/>
                      <a:pt x="2636" y="5181"/>
                    </a:cubicBezTo>
                    <a:lnTo>
                      <a:pt x="2636" y="5181"/>
                    </a:lnTo>
                    <a:cubicBezTo>
                      <a:pt x="2633" y="5187"/>
                      <a:pt x="2626" y="5190"/>
                      <a:pt x="2619" y="5187"/>
                    </a:cubicBezTo>
                    <a:cubicBezTo>
                      <a:pt x="2613" y="5185"/>
                      <a:pt x="2610" y="5177"/>
                      <a:pt x="2613" y="5171"/>
                    </a:cubicBezTo>
                    <a:close/>
                    <a:moveTo>
                      <a:pt x="2634" y="5126"/>
                    </a:moveTo>
                    <a:lnTo>
                      <a:pt x="2634" y="5126"/>
                    </a:lnTo>
                    <a:cubicBezTo>
                      <a:pt x="2637" y="5119"/>
                      <a:pt x="2644" y="5116"/>
                      <a:pt x="2650" y="5119"/>
                    </a:cubicBezTo>
                    <a:cubicBezTo>
                      <a:pt x="2657" y="5122"/>
                      <a:pt x="2660" y="5129"/>
                      <a:pt x="2657" y="5135"/>
                    </a:cubicBezTo>
                    <a:lnTo>
                      <a:pt x="2657" y="5135"/>
                    </a:lnTo>
                    <a:cubicBezTo>
                      <a:pt x="2654" y="5142"/>
                      <a:pt x="2647" y="5145"/>
                      <a:pt x="2641" y="5142"/>
                    </a:cubicBezTo>
                    <a:cubicBezTo>
                      <a:pt x="2634" y="5139"/>
                      <a:pt x="2631" y="5132"/>
                      <a:pt x="2634" y="5126"/>
                    </a:cubicBezTo>
                    <a:close/>
                    <a:moveTo>
                      <a:pt x="2655" y="5080"/>
                    </a:moveTo>
                    <a:lnTo>
                      <a:pt x="2655" y="5080"/>
                    </a:lnTo>
                    <a:cubicBezTo>
                      <a:pt x="2658" y="5074"/>
                      <a:pt x="2665" y="5071"/>
                      <a:pt x="2671" y="5073"/>
                    </a:cubicBezTo>
                    <a:cubicBezTo>
                      <a:pt x="2678" y="5076"/>
                      <a:pt x="2681" y="5083"/>
                      <a:pt x="2678" y="5090"/>
                    </a:cubicBezTo>
                    <a:lnTo>
                      <a:pt x="2678" y="5090"/>
                    </a:lnTo>
                    <a:cubicBezTo>
                      <a:pt x="2675" y="5096"/>
                      <a:pt x="2668" y="5099"/>
                      <a:pt x="2662" y="5097"/>
                    </a:cubicBezTo>
                    <a:cubicBezTo>
                      <a:pt x="2655" y="5094"/>
                      <a:pt x="2652" y="5087"/>
                      <a:pt x="2655" y="5080"/>
                    </a:cubicBezTo>
                    <a:close/>
                    <a:moveTo>
                      <a:pt x="2676" y="5035"/>
                    </a:moveTo>
                    <a:lnTo>
                      <a:pt x="2676" y="5035"/>
                    </a:lnTo>
                    <a:cubicBezTo>
                      <a:pt x="2679" y="5028"/>
                      <a:pt x="2686" y="5025"/>
                      <a:pt x="2692" y="5028"/>
                    </a:cubicBezTo>
                    <a:cubicBezTo>
                      <a:pt x="2699" y="5031"/>
                      <a:pt x="2702" y="5038"/>
                      <a:pt x="2699" y="5044"/>
                    </a:cubicBezTo>
                    <a:lnTo>
                      <a:pt x="2699" y="5044"/>
                    </a:lnTo>
                    <a:cubicBezTo>
                      <a:pt x="2696" y="5051"/>
                      <a:pt x="2689" y="5054"/>
                      <a:pt x="2683" y="5051"/>
                    </a:cubicBezTo>
                    <a:cubicBezTo>
                      <a:pt x="2676" y="5049"/>
                      <a:pt x="2673" y="5041"/>
                      <a:pt x="2676" y="5035"/>
                    </a:cubicBezTo>
                    <a:close/>
                    <a:moveTo>
                      <a:pt x="2697" y="4990"/>
                    </a:moveTo>
                    <a:lnTo>
                      <a:pt x="2697" y="4989"/>
                    </a:lnTo>
                    <a:cubicBezTo>
                      <a:pt x="2700" y="4983"/>
                      <a:pt x="2707" y="4980"/>
                      <a:pt x="2713" y="4983"/>
                    </a:cubicBezTo>
                    <a:cubicBezTo>
                      <a:pt x="2720" y="4985"/>
                      <a:pt x="2723" y="4993"/>
                      <a:pt x="2720" y="4999"/>
                    </a:cubicBezTo>
                    <a:lnTo>
                      <a:pt x="2720" y="4999"/>
                    </a:lnTo>
                    <a:cubicBezTo>
                      <a:pt x="2718" y="5005"/>
                      <a:pt x="2710" y="5009"/>
                      <a:pt x="2704" y="5006"/>
                    </a:cubicBezTo>
                    <a:cubicBezTo>
                      <a:pt x="2697" y="5003"/>
                      <a:pt x="2694" y="4996"/>
                      <a:pt x="2697" y="4990"/>
                    </a:cubicBezTo>
                    <a:close/>
                    <a:moveTo>
                      <a:pt x="2718" y="4944"/>
                    </a:moveTo>
                    <a:lnTo>
                      <a:pt x="2718" y="4944"/>
                    </a:lnTo>
                    <a:cubicBezTo>
                      <a:pt x="2721" y="4938"/>
                      <a:pt x="2728" y="4935"/>
                      <a:pt x="2735" y="4937"/>
                    </a:cubicBezTo>
                    <a:cubicBezTo>
                      <a:pt x="2741" y="4940"/>
                      <a:pt x="2744" y="4947"/>
                      <a:pt x="2741" y="4954"/>
                    </a:cubicBezTo>
                    <a:lnTo>
                      <a:pt x="2741" y="4954"/>
                    </a:lnTo>
                    <a:cubicBezTo>
                      <a:pt x="2739" y="4960"/>
                      <a:pt x="2731" y="4963"/>
                      <a:pt x="2725" y="4960"/>
                    </a:cubicBezTo>
                    <a:cubicBezTo>
                      <a:pt x="2719" y="4958"/>
                      <a:pt x="2716" y="4951"/>
                      <a:pt x="2718" y="4944"/>
                    </a:cubicBezTo>
                    <a:close/>
                    <a:moveTo>
                      <a:pt x="2739" y="4899"/>
                    </a:moveTo>
                    <a:lnTo>
                      <a:pt x="2739" y="4899"/>
                    </a:lnTo>
                    <a:cubicBezTo>
                      <a:pt x="2742" y="4892"/>
                      <a:pt x="2749" y="4889"/>
                      <a:pt x="2756" y="4892"/>
                    </a:cubicBezTo>
                    <a:cubicBezTo>
                      <a:pt x="2762" y="4895"/>
                      <a:pt x="2765" y="4902"/>
                      <a:pt x="2762" y="4908"/>
                    </a:cubicBezTo>
                    <a:lnTo>
                      <a:pt x="2762" y="4908"/>
                    </a:lnTo>
                    <a:cubicBezTo>
                      <a:pt x="2760" y="4915"/>
                      <a:pt x="2752" y="4918"/>
                      <a:pt x="2746" y="4915"/>
                    </a:cubicBezTo>
                    <a:cubicBezTo>
                      <a:pt x="2740" y="4912"/>
                      <a:pt x="2737" y="4905"/>
                      <a:pt x="2739" y="4899"/>
                    </a:cubicBezTo>
                    <a:close/>
                    <a:moveTo>
                      <a:pt x="2760" y="4853"/>
                    </a:moveTo>
                    <a:lnTo>
                      <a:pt x="2760" y="4853"/>
                    </a:lnTo>
                    <a:cubicBezTo>
                      <a:pt x="2763" y="4847"/>
                      <a:pt x="2770" y="4844"/>
                      <a:pt x="2777" y="4847"/>
                    </a:cubicBezTo>
                    <a:cubicBezTo>
                      <a:pt x="2783" y="4849"/>
                      <a:pt x="2786" y="4857"/>
                      <a:pt x="2783" y="4863"/>
                    </a:cubicBezTo>
                    <a:lnTo>
                      <a:pt x="2783" y="4863"/>
                    </a:lnTo>
                    <a:cubicBezTo>
                      <a:pt x="2781" y="4869"/>
                      <a:pt x="2773" y="4872"/>
                      <a:pt x="2767" y="4870"/>
                    </a:cubicBezTo>
                    <a:cubicBezTo>
                      <a:pt x="2761" y="4867"/>
                      <a:pt x="2758" y="4860"/>
                      <a:pt x="2760" y="4853"/>
                    </a:cubicBezTo>
                    <a:close/>
                    <a:moveTo>
                      <a:pt x="2781" y="4808"/>
                    </a:moveTo>
                    <a:lnTo>
                      <a:pt x="2781" y="4808"/>
                    </a:lnTo>
                    <a:cubicBezTo>
                      <a:pt x="2784" y="4802"/>
                      <a:pt x="2791" y="4799"/>
                      <a:pt x="2798" y="4801"/>
                    </a:cubicBezTo>
                    <a:cubicBezTo>
                      <a:pt x="2804" y="4804"/>
                      <a:pt x="2807" y="4811"/>
                      <a:pt x="2805" y="4818"/>
                    </a:cubicBezTo>
                    <a:lnTo>
                      <a:pt x="2805" y="4818"/>
                    </a:lnTo>
                    <a:cubicBezTo>
                      <a:pt x="2802" y="4824"/>
                      <a:pt x="2795" y="4827"/>
                      <a:pt x="2788" y="4824"/>
                    </a:cubicBezTo>
                    <a:cubicBezTo>
                      <a:pt x="2782" y="4822"/>
                      <a:pt x="2779" y="4814"/>
                      <a:pt x="2781" y="4808"/>
                    </a:cubicBezTo>
                    <a:close/>
                    <a:moveTo>
                      <a:pt x="2803" y="4763"/>
                    </a:moveTo>
                    <a:lnTo>
                      <a:pt x="2803" y="4763"/>
                    </a:lnTo>
                    <a:cubicBezTo>
                      <a:pt x="2805" y="4756"/>
                      <a:pt x="2812" y="4753"/>
                      <a:pt x="2819" y="4756"/>
                    </a:cubicBezTo>
                    <a:cubicBezTo>
                      <a:pt x="2825" y="4759"/>
                      <a:pt x="2828" y="4766"/>
                      <a:pt x="2826" y="4772"/>
                    </a:cubicBezTo>
                    <a:lnTo>
                      <a:pt x="2826" y="4772"/>
                    </a:lnTo>
                    <a:cubicBezTo>
                      <a:pt x="2823" y="4779"/>
                      <a:pt x="2816" y="4782"/>
                      <a:pt x="2809" y="4779"/>
                    </a:cubicBezTo>
                    <a:cubicBezTo>
                      <a:pt x="2803" y="4776"/>
                      <a:pt x="2800" y="4769"/>
                      <a:pt x="2803" y="4763"/>
                    </a:cubicBezTo>
                    <a:close/>
                    <a:moveTo>
                      <a:pt x="2824" y="4717"/>
                    </a:moveTo>
                    <a:lnTo>
                      <a:pt x="2824" y="4717"/>
                    </a:lnTo>
                    <a:cubicBezTo>
                      <a:pt x="2826" y="4711"/>
                      <a:pt x="2834" y="4708"/>
                      <a:pt x="2840" y="4711"/>
                    </a:cubicBezTo>
                    <a:cubicBezTo>
                      <a:pt x="2846" y="4713"/>
                      <a:pt x="2849" y="4721"/>
                      <a:pt x="2847" y="4727"/>
                    </a:cubicBezTo>
                    <a:lnTo>
                      <a:pt x="2847" y="4727"/>
                    </a:lnTo>
                    <a:cubicBezTo>
                      <a:pt x="2844" y="4733"/>
                      <a:pt x="2837" y="4736"/>
                      <a:pt x="2830" y="4734"/>
                    </a:cubicBezTo>
                    <a:cubicBezTo>
                      <a:pt x="2824" y="4731"/>
                      <a:pt x="2821" y="4724"/>
                      <a:pt x="2824" y="4717"/>
                    </a:cubicBezTo>
                    <a:close/>
                    <a:moveTo>
                      <a:pt x="2845" y="4672"/>
                    </a:moveTo>
                    <a:lnTo>
                      <a:pt x="2845" y="4672"/>
                    </a:lnTo>
                    <a:cubicBezTo>
                      <a:pt x="2847" y="4666"/>
                      <a:pt x="2855" y="4663"/>
                      <a:pt x="2861" y="4665"/>
                    </a:cubicBezTo>
                    <a:cubicBezTo>
                      <a:pt x="2867" y="4668"/>
                      <a:pt x="2870" y="4675"/>
                      <a:pt x="2868" y="4682"/>
                    </a:cubicBezTo>
                    <a:lnTo>
                      <a:pt x="2868" y="4682"/>
                    </a:lnTo>
                    <a:cubicBezTo>
                      <a:pt x="2865" y="4688"/>
                      <a:pt x="2858" y="4691"/>
                      <a:pt x="2851" y="4688"/>
                    </a:cubicBezTo>
                    <a:cubicBezTo>
                      <a:pt x="2845" y="4686"/>
                      <a:pt x="2842" y="4678"/>
                      <a:pt x="2845" y="4672"/>
                    </a:cubicBezTo>
                    <a:close/>
                    <a:moveTo>
                      <a:pt x="2866" y="4627"/>
                    </a:moveTo>
                    <a:lnTo>
                      <a:pt x="2866" y="4627"/>
                    </a:lnTo>
                    <a:cubicBezTo>
                      <a:pt x="2868" y="4620"/>
                      <a:pt x="2876" y="4617"/>
                      <a:pt x="2882" y="4620"/>
                    </a:cubicBezTo>
                    <a:cubicBezTo>
                      <a:pt x="2888" y="4622"/>
                      <a:pt x="2892" y="4630"/>
                      <a:pt x="2889" y="4636"/>
                    </a:cubicBezTo>
                    <a:lnTo>
                      <a:pt x="2889" y="4636"/>
                    </a:lnTo>
                    <a:cubicBezTo>
                      <a:pt x="2886" y="4643"/>
                      <a:pt x="2879" y="4646"/>
                      <a:pt x="2872" y="4643"/>
                    </a:cubicBezTo>
                    <a:cubicBezTo>
                      <a:pt x="2866" y="4640"/>
                      <a:pt x="2863" y="4633"/>
                      <a:pt x="2866" y="4627"/>
                    </a:cubicBezTo>
                    <a:close/>
                    <a:moveTo>
                      <a:pt x="2887" y="4581"/>
                    </a:moveTo>
                    <a:lnTo>
                      <a:pt x="2887" y="4581"/>
                    </a:lnTo>
                    <a:cubicBezTo>
                      <a:pt x="2890" y="4575"/>
                      <a:pt x="2897" y="4572"/>
                      <a:pt x="2903" y="4574"/>
                    </a:cubicBezTo>
                    <a:cubicBezTo>
                      <a:pt x="2910" y="4577"/>
                      <a:pt x="2913" y="4584"/>
                      <a:pt x="2910" y="4591"/>
                    </a:cubicBezTo>
                    <a:lnTo>
                      <a:pt x="2910" y="4591"/>
                    </a:lnTo>
                    <a:cubicBezTo>
                      <a:pt x="2907" y="4597"/>
                      <a:pt x="2900" y="4600"/>
                      <a:pt x="2894" y="4598"/>
                    </a:cubicBezTo>
                    <a:cubicBezTo>
                      <a:pt x="2887" y="4595"/>
                      <a:pt x="2884" y="4588"/>
                      <a:pt x="2887" y="4581"/>
                    </a:cubicBezTo>
                    <a:close/>
                    <a:moveTo>
                      <a:pt x="2908" y="4536"/>
                    </a:moveTo>
                    <a:lnTo>
                      <a:pt x="2908" y="4536"/>
                    </a:lnTo>
                    <a:cubicBezTo>
                      <a:pt x="2911" y="4529"/>
                      <a:pt x="2918" y="4526"/>
                      <a:pt x="2924" y="4529"/>
                    </a:cubicBezTo>
                    <a:cubicBezTo>
                      <a:pt x="2931" y="4532"/>
                      <a:pt x="2934" y="4539"/>
                      <a:pt x="2931" y="4545"/>
                    </a:cubicBezTo>
                    <a:lnTo>
                      <a:pt x="2931" y="4545"/>
                    </a:lnTo>
                    <a:cubicBezTo>
                      <a:pt x="2928" y="4552"/>
                      <a:pt x="2921" y="4555"/>
                      <a:pt x="2915" y="4552"/>
                    </a:cubicBezTo>
                    <a:cubicBezTo>
                      <a:pt x="2908" y="4550"/>
                      <a:pt x="2905" y="4542"/>
                      <a:pt x="2908" y="4536"/>
                    </a:cubicBezTo>
                    <a:close/>
                    <a:moveTo>
                      <a:pt x="2929" y="4490"/>
                    </a:moveTo>
                    <a:lnTo>
                      <a:pt x="2929" y="4490"/>
                    </a:lnTo>
                    <a:cubicBezTo>
                      <a:pt x="2932" y="4484"/>
                      <a:pt x="2939" y="4481"/>
                      <a:pt x="2945" y="4484"/>
                    </a:cubicBezTo>
                    <a:cubicBezTo>
                      <a:pt x="2952" y="4486"/>
                      <a:pt x="2955" y="4494"/>
                      <a:pt x="2952" y="4500"/>
                    </a:cubicBezTo>
                    <a:lnTo>
                      <a:pt x="2952" y="4500"/>
                    </a:lnTo>
                    <a:cubicBezTo>
                      <a:pt x="2949" y="4506"/>
                      <a:pt x="2942" y="4509"/>
                      <a:pt x="2936" y="4507"/>
                    </a:cubicBezTo>
                    <a:cubicBezTo>
                      <a:pt x="2929" y="4504"/>
                      <a:pt x="2926" y="4497"/>
                      <a:pt x="2929" y="4490"/>
                    </a:cubicBezTo>
                    <a:close/>
                    <a:moveTo>
                      <a:pt x="2950" y="4445"/>
                    </a:moveTo>
                    <a:lnTo>
                      <a:pt x="2950" y="4445"/>
                    </a:lnTo>
                    <a:cubicBezTo>
                      <a:pt x="2953" y="4439"/>
                      <a:pt x="2960" y="4436"/>
                      <a:pt x="2966" y="4438"/>
                    </a:cubicBezTo>
                    <a:cubicBezTo>
                      <a:pt x="2973" y="4441"/>
                      <a:pt x="2976" y="4448"/>
                      <a:pt x="2973" y="4455"/>
                    </a:cubicBezTo>
                    <a:lnTo>
                      <a:pt x="2973" y="4455"/>
                    </a:lnTo>
                    <a:cubicBezTo>
                      <a:pt x="2971" y="4461"/>
                      <a:pt x="2963" y="4464"/>
                      <a:pt x="2957" y="4461"/>
                    </a:cubicBezTo>
                    <a:cubicBezTo>
                      <a:pt x="2950" y="4459"/>
                      <a:pt x="2947" y="4452"/>
                      <a:pt x="2950" y="4445"/>
                    </a:cubicBezTo>
                    <a:close/>
                    <a:moveTo>
                      <a:pt x="2971" y="4400"/>
                    </a:moveTo>
                    <a:lnTo>
                      <a:pt x="2971" y="4400"/>
                    </a:lnTo>
                    <a:cubicBezTo>
                      <a:pt x="2974" y="4393"/>
                      <a:pt x="2981" y="4390"/>
                      <a:pt x="2988" y="4393"/>
                    </a:cubicBezTo>
                    <a:cubicBezTo>
                      <a:pt x="2994" y="4396"/>
                      <a:pt x="2997" y="4403"/>
                      <a:pt x="2994" y="4409"/>
                    </a:cubicBezTo>
                    <a:lnTo>
                      <a:pt x="2994" y="4409"/>
                    </a:lnTo>
                    <a:cubicBezTo>
                      <a:pt x="2992" y="4416"/>
                      <a:pt x="2984" y="4419"/>
                      <a:pt x="2978" y="4416"/>
                    </a:cubicBezTo>
                    <a:cubicBezTo>
                      <a:pt x="2972" y="4413"/>
                      <a:pt x="2969" y="4406"/>
                      <a:pt x="2971" y="4400"/>
                    </a:cubicBezTo>
                    <a:close/>
                    <a:moveTo>
                      <a:pt x="2992" y="4354"/>
                    </a:moveTo>
                    <a:lnTo>
                      <a:pt x="2992" y="4354"/>
                    </a:lnTo>
                    <a:cubicBezTo>
                      <a:pt x="2995" y="4348"/>
                      <a:pt x="3002" y="4345"/>
                      <a:pt x="3009" y="4348"/>
                    </a:cubicBezTo>
                    <a:cubicBezTo>
                      <a:pt x="3015" y="4350"/>
                      <a:pt x="3018" y="4358"/>
                      <a:pt x="3015" y="4364"/>
                    </a:cubicBezTo>
                    <a:lnTo>
                      <a:pt x="3015" y="4364"/>
                    </a:lnTo>
                    <a:cubicBezTo>
                      <a:pt x="3013" y="4370"/>
                      <a:pt x="3005" y="4373"/>
                      <a:pt x="2999" y="4371"/>
                    </a:cubicBezTo>
                    <a:cubicBezTo>
                      <a:pt x="2993" y="4368"/>
                      <a:pt x="2990" y="4361"/>
                      <a:pt x="2992" y="4354"/>
                    </a:cubicBezTo>
                    <a:close/>
                    <a:moveTo>
                      <a:pt x="3013" y="4309"/>
                    </a:moveTo>
                    <a:lnTo>
                      <a:pt x="3013" y="4309"/>
                    </a:lnTo>
                    <a:cubicBezTo>
                      <a:pt x="3016" y="4303"/>
                      <a:pt x="3023" y="4300"/>
                      <a:pt x="3030" y="4302"/>
                    </a:cubicBezTo>
                    <a:cubicBezTo>
                      <a:pt x="3036" y="4305"/>
                      <a:pt x="3039" y="4312"/>
                      <a:pt x="3036" y="4319"/>
                    </a:cubicBezTo>
                    <a:lnTo>
                      <a:pt x="3036" y="4319"/>
                    </a:lnTo>
                    <a:cubicBezTo>
                      <a:pt x="3034" y="4325"/>
                      <a:pt x="3026" y="4328"/>
                      <a:pt x="3020" y="4325"/>
                    </a:cubicBezTo>
                    <a:cubicBezTo>
                      <a:pt x="3014" y="4323"/>
                      <a:pt x="3011" y="4315"/>
                      <a:pt x="3013" y="4309"/>
                    </a:cubicBezTo>
                    <a:close/>
                    <a:moveTo>
                      <a:pt x="3034" y="4264"/>
                    </a:moveTo>
                    <a:lnTo>
                      <a:pt x="3034" y="4264"/>
                    </a:lnTo>
                    <a:cubicBezTo>
                      <a:pt x="3037" y="4257"/>
                      <a:pt x="3044" y="4254"/>
                      <a:pt x="3051" y="4257"/>
                    </a:cubicBezTo>
                    <a:cubicBezTo>
                      <a:pt x="3057" y="4260"/>
                      <a:pt x="3060" y="4267"/>
                      <a:pt x="3058" y="4273"/>
                    </a:cubicBezTo>
                    <a:lnTo>
                      <a:pt x="3058" y="4273"/>
                    </a:lnTo>
                    <a:cubicBezTo>
                      <a:pt x="3055" y="4280"/>
                      <a:pt x="3048" y="4283"/>
                      <a:pt x="3041" y="4280"/>
                    </a:cubicBezTo>
                    <a:cubicBezTo>
                      <a:pt x="3035" y="4277"/>
                      <a:pt x="3032" y="4270"/>
                      <a:pt x="3034" y="4264"/>
                    </a:cubicBezTo>
                    <a:close/>
                    <a:moveTo>
                      <a:pt x="3056" y="4218"/>
                    </a:moveTo>
                    <a:lnTo>
                      <a:pt x="3056" y="4218"/>
                    </a:lnTo>
                    <a:cubicBezTo>
                      <a:pt x="3058" y="4212"/>
                      <a:pt x="3066" y="4209"/>
                      <a:pt x="3072" y="4212"/>
                    </a:cubicBezTo>
                    <a:cubicBezTo>
                      <a:pt x="3078" y="4214"/>
                      <a:pt x="3081" y="4222"/>
                      <a:pt x="3079" y="4228"/>
                    </a:cubicBezTo>
                    <a:lnTo>
                      <a:pt x="3079" y="4228"/>
                    </a:lnTo>
                    <a:cubicBezTo>
                      <a:pt x="3076" y="4234"/>
                      <a:pt x="3069" y="4237"/>
                      <a:pt x="3062" y="4235"/>
                    </a:cubicBezTo>
                    <a:cubicBezTo>
                      <a:pt x="3056" y="4232"/>
                      <a:pt x="3053" y="4225"/>
                      <a:pt x="3056" y="4218"/>
                    </a:cubicBezTo>
                    <a:close/>
                    <a:moveTo>
                      <a:pt x="3077" y="4173"/>
                    </a:moveTo>
                    <a:lnTo>
                      <a:pt x="3077" y="4173"/>
                    </a:lnTo>
                    <a:cubicBezTo>
                      <a:pt x="3079" y="4167"/>
                      <a:pt x="3087" y="4164"/>
                      <a:pt x="3093" y="4166"/>
                    </a:cubicBezTo>
                    <a:cubicBezTo>
                      <a:pt x="3099" y="4169"/>
                      <a:pt x="3102" y="4176"/>
                      <a:pt x="3100" y="4183"/>
                    </a:cubicBezTo>
                    <a:lnTo>
                      <a:pt x="3100" y="4183"/>
                    </a:lnTo>
                    <a:cubicBezTo>
                      <a:pt x="3097" y="4189"/>
                      <a:pt x="3090" y="4192"/>
                      <a:pt x="3083" y="4189"/>
                    </a:cubicBezTo>
                    <a:cubicBezTo>
                      <a:pt x="3077" y="4187"/>
                      <a:pt x="3074" y="4179"/>
                      <a:pt x="3077" y="4173"/>
                    </a:cubicBezTo>
                    <a:close/>
                    <a:moveTo>
                      <a:pt x="3098" y="4128"/>
                    </a:moveTo>
                    <a:lnTo>
                      <a:pt x="3098" y="4128"/>
                    </a:lnTo>
                    <a:cubicBezTo>
                      <a:pt x="3100" y="4121"/>
                      <a:pt x="3108" y="4118"/>
                      <a:pt x="3114" y="4121"/>
                    </a:cubicBezTo>
                    <a:cubicBezTo>
                      <a:pt x="3120" y="4123"/>
                      <a:pt x="3123" y="4131"/>
                      <a:pt x="3121" y="4137"/>
                    </a:cubicBezTo>
                    <a:lnTo>
                      <a:pt x="3121" y="4137"/>
                    </a:lnTo>
                    <a:cubicBezTo>
                      <a:pt x="3118" y="4144"/>
                      <a:pt x="3111" y="4147"/>
                      <a:pt x="3104" y="4144"/>
                    </a:cubicBezTo>
                    <a:cubicBezTo>
                      <a:pt x="3098" y="4141"/>
                      <a:pt x="3095" y="4134"/>
                      <a:pt x="3098" y="4128"/>
                    </a:cubicBezTo>
                    <a:close/>
                    <a:moveTo>
                      <a:pt x="3119" y="4082"/>
                    </a:moveTo>
                    <a:lnTo>
                      <a:pt x="3119" y="4082"/>
                    </a:lnTo>
                    <a:cubicBezTo>
                      <a:pt x="3121" y="4076"/>
                      <a:pt x="3129" y="4073"/>
                      <a:pt x="3135" y="4075"/>
                    </a:cubicBezTo>
                    <a:cubicBezTo>
                      <a:pt x="3142" y="4078"/>
                      <a:pt x="3145" y="4085"/>
                      <a:pt x="3142" y="4092"/>
                    </a:cubicBezTo>
                    <a:lnTo>
                      <a:pt x="3142" y="4092"/>
                    </a:lnTo>
                    <a:cubicBezTo>
                      <a:pt x="3139" y="4098"/>
                      <a:pt x="3132" y="4101"/>
                      <a:pt x="3126" y="4099"/>
                    </a:cubicBezTo>
                    <a:cubicBezTo>
                      <a:pt x="3119" y="4096"/>
                      <a:pt x="3116" y="4089"/>
                      <a:pt x="3119" y="4082"/>
                    </a:cubicBezTo>
                    <a:close/>
                    <a:moveTo>
                      <a:pt x="3140" y="4037"/>
                    </a:moveTo>
                    <a:lnTo>
                      <a:pt x="3140" y="4037"/>
                    </a:lnTo>
                    <a:cubicBezTo>
                      <a:pt x="3143" y="4030"/>
                      <a:pt x="3150" y="4027"/>
                      <a:pt x="3156" y="4030"/>
                    </a:cubicBezTo>
                    <a:cubicBezTo>
                      <a:pt x="3163" y="4033"/>
                      <a:pt x="3166" y="4040"/>
                      <a:pt x="3163" y="4046"/>
                    </a:cubicBezTo>
                    <a:lnTo>
                      <a:pt x="3163" y="4046"/>
                    </a:lnTo>
                    <a:cubicBezTo>
                      <a:pt x="3160" y="4053"/>
                      <a:pt x="3153" y="4056"/>
                      <a:pt x="3147" y="4053"/>
                    </a:cubicBezTo>
                    <a:cubicBezTo>
                      <a:pt x="3140" y="4051"/>
                      <a:pt x="3137" y="4043"/>
                      <a:pt x="3140" y="4037"/>
                    </a:cubicBezTo>
                    <a:close/>
                    <a:moveTo>
                      <a:pt x="3161" y="3991"/>
                    </a:moveTo>
                    <a:lnTo>
                      <a:pt x="3161" y="3991"/>
                    </a:lnTo>
                    <a:cubicBezTo>
                      <a:pt x="3164" y="3985"/>
                      <a:pt x="3171" y="3982"/>
                      <a:pt x="3177" y="3985"/>
                    </a:cubicBezTo>
                    <a:cubicBezTo>
                      <a:pt x="3184" y="3987"/>
                      <a:pt x="3187" y="3995"/>
                      <a:pt x="3184" y="4001"/>
                    </a:cubicBezTo>
                    <a:lnTo>
                      <a:pt x="3184" y="4001"/>
                    </a:lnTo>
                    <a:cubicBezTo>
                      <a:pt x="3181" y="4007"/>
                      <a:pt x="3174" y="4010"/>
                      <a:pt x="3168" y="4008"/>
                    </a:cubicBezTo>
                    <a:cubicBezTo>
                      <a:pt x="3161" y="4005"/>
                      <a:pt x="3158" y="3998"/>
                      <a:pt x="3161" y="3991"/>
                    </a:cubicBezTo>
                    <a:close/>
                    <a:moveTo>
                      <a:pt x="3182" y="3946"/>
                    </a:moveTo>
                    <a:lnTo>
                      <a:pt x="3182" y="3946"/>
                    </a:lnTo>
                    <a:cubicBezTo>
                      <a:pt x="3185" y="3940"/>
                      <a:pt x="3192" y="3937"/>
                      <a:pt x="3198" y="3939"/>
                    </a:cubicBezTo>
                    <a:cubicBezTo>
                      <a:pt x="3205" y="3942"/>
                      <a:pt x="3208" y="3949"/>
                      <a:pt x="3205" y="3956"/>
                    </a:cubicBezTo>
                    <a:lnTo>
                      <a:pt x="3205" y="3956"/>
                    </a:lnTo>
                    <a:cubicBezTo>
                      <a:pt x="3202" y="3962"/>
                      <a:pt x="3195" y="3965"/>
                      <a:pt x="3189" y="3962"/>
                    </a:cubicBezTo>
                    <a:cubicBezTo>
                      <a:pt x="3182" y="3960"/>
                      <a:pt x="3179" y="3953"/>
                      <a:pt x="3182" y="394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000000"/>
                </a:solidFill>
                <a:prstDash val="solid"/>
                <a:bevel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7" name="Group 25"/>
          <p:cNvGrpSpPr>
            <a:grpSpLocks/>
          </p:cNvGrpSpPr>
          <p:nvPr/>
        </p:nvGrpSpPr>
        <p:grpSpPr bwMode="auto">
          <a:xfrm>
            <a:off x="6307138" y="2979738"/>
            <a:ext cx="2379662" cy="2582862"/>
            <a:chOff x="3973" y="1613"/>
            <a:chExt cx="1499" cy="1627"/>
          </a:xfrm>
          <a:solidFill>
            <a:srgbClr val="80D693">
              <a:alpha val="50000"/>
            </a:srgbClr>
          </a:solidFill>
        </p:grpSpPr>
        <p:grpSp>
          <p:nvGrpSpPr>
            <p:cNvPr id="28" name="Group 26"/>
            <p:cNvGrpSpPr>
              <a:grpSpLocks/>
            </p:cNvGrpSpPr>
            <p:nvPr/>
          </p:nvGrpSpPr>
          <p:grpSpPr bwMode="auto">
            <a:xfrm>
              <a:off x="3973" y="1615"/>
              <a:ext cx="1498" cy="1623"/>
              <a:chOff x="3973" y="1615"/>
              <a:chExt cx="1498" cy="1623"/>
            </a:xfrm>
            <a:grpFill/>
          </p:grpSpPr>
          <p:sp>
            <p:nvSpPr>
              <p:cNvPr id="32" name="Freeform 27"/>
              <p:cNvSpPr>
                <a:spLocks/>
              </p:cNvSpPr>
              <p:nvPr/>
            </p:nvSpPr>
            <p:spPr bwMode="auto">
              <a:xfrm>
                <a:off x="3973" y="1615"/>
                <a:ext cx="1498" cy="1623"/>
              </a:xfrm>
              <a:custGeom>
                <a:avLst/>
                <a:gdLst/>
                <a:ahLst/>
                <a:cxnLst>
                  <a:cxn ang="0">
                    <a:pos x="1124" y="0"/>
                  </a:cxn>
                  <a:cxn ang="0">
                    <a:pos x="0" y="0"/>
                  </a:cxn>
                  <a:cxn ang="0">
                    <a:pos x="375" y="811"/>
                  </a:cxn>
                  <a:cxn ang="0">
                    <a:pos x="0" y="1623"/>
                  </a:cxn>
                  <a:cxn ang="0">
                    <a:pos x="1124" y="1623"/>
                  </a:cxn>
                  <a:cxn ang="0">
                    <a:pos x="1498" y="811"/>
                  </a:cxn>
                  <a:cxn ang="0">
                    <a:pos x="1124" y="0"/>
                  </a:cxn>
                </a:cxnLst>
                <a:rect l="0" t="0" r="r" b="b"/>
                <a:pathLst>
                  <a:path w="1498" h="1623">
                    <a:moveTo>
                      <a:pt x="1124" y="0"/>
                    </a:moveTo>
                    <a:lnTo>
                      <a:pt x="0" y="0"/>
                    </a:lnTo>
                    <a:lnTo>
                      <a:pt x="375" y="811"/>
                    </a:lnTo>
                    <a:lnTo>
                      <a:pt x="0" y="1623"/>
                    </a:lnTo>
                    <a:lnTo>
                      <a:pt x="1124" y="1623"/>
                    </a:lnTo>
                    <a:lnTo>
                      <a:pt x="1498" y="811"/>
                    </a:lnTo>
                    <a:lnTo>
                      <a:pt x="1124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28"/>
              <p:cNvSpPr>
                <a:spLocks/>
              </p:cNvSpPr>
              <p:nvPr/>
            </p:nvSpPr>
            <p:spPr bwMode="auto">
              <a:xfrm>
                <a:off x="3973" y="1615"/>
                <a:ext cx="1498" cy="1623"/>
              </a:xfrm>
              <a:custGeom>
                <a:avLst/>
                <a:gdLst/>
                <a:ahLst/>
                <a:cxnLst>
                  <a:cxn ang="0">
                    <a:pos x="1124" y="0"/>
                  </a:cxn>
                  <a:cxn ang="0">
                    <a:pos x="0" y="0"/>
                  </a:cxn>
                  <a:cxn ang="0">
                    <a:pos x="375" y="811"/>
                  </a:cxn>
                  <a:cxn ang="0">
                    <a:pos x="0" y="1623"/>
                  </a:cxn>
                  <a:cxn ang="0">
                    <a:pos x="1124" y="1623"/>
                  </a:cxn>
                  <a:cxn ang="0">
                    <a:pos x="1498" y="811"/>
                  </a:cxn>
                  <a:cxn ang="0">
                    <a:pos x="1124" y="0"/>
                  </a:cxn>
                </a:cxnLst>
                <a:rect l="0" t="0" r="r" b="b"/>
                <a:pathLst>
                  <a:path w="1498" h="1623">
                    <a:moveTo>
                      <a:pt x="1124" y="0"/>
                    </a:moveTo>
                    <a:lnTo>
                      <a:pt x="0" y="0"/>
                    </a:lnTo>
                    <a:lnTo>
                      <a:pt x="375" y="811"/>
                    </a:lnTo>
                    <a:lnTo>
                      <a:pt x="0" y="1623"/>
                    </a:lnTo>
                    <a:lnTo>
                      <a:pt x="1124" y="1623"/>
                    </a:lnTo>
                    <a:lnTo>
                      <a:pt x="1498" y="811"/>
                    </a:lnTo>
                    <a:lnTo>
                      <a:pt x="1124" y="0"/>
                    </a:lnTo>
                    <a:close/>
                  </a:path>
                </a:pathLst>
              </a:custGeom>
              <a:grp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" name="Group 29"/>
            <p:cNvGrpSpPr>
              <a:grpSpLocks/>
            </p:cNvGrpSpPr>
            <p:nvPr/>
          </p:nvGrpSpPr>
          <p:grpSpPr bwMode="auto">
            <a:xfrm>
              <a:off x="4803" y="1613"/>
              <a:ext cx="669" cy="1627"/>
              <a:chOff x="4803" y="1613"/>
              <a:chExt cx="669" cy="1627"/>
            </a:xfrm>
            <a:grpFill/>
          </p:grpSpPr>
          <p:sp>
            <p:nvSpPr>
              <p:cNvPr id="30" name="Freeform 30"/>
              <p:cNvSpPr>
                <a:spLocks/>
              </p:cNvSpPr>
              <p:nvPr/>
            </p:nvSpPr>
            <p:spPr bwMode="auto">
              <a:xfrm>
                <a:off x="4805" y="1615"/>
                <a:ext cx="666" cy="1623"/>
              </a:xfrm>
              <a:custGeom>
                <a:avLst/>
                <a:gdLst/>
                <a:ahLst/>
                <a:cxnLst>
                  <a:cxn ang="0">
                    <a:pos x="289" y="0"/>
                  </a:cxn>
                  <a:cxn ang="0">
                    <a:pos x="0" y="0"/>
                  </a:cxn>
                  <a:cxn ang="0">
                    <a:pos x="377" y="811"/>
                  </a:cxn>
                  <a:cxn ang="0">
                    <a:pos x="0" y="1623"/>
                  </a:cxn>
                  <a:cxn ang="0">
                    <a:pos x="289" y="1623"/>
                  </a:cxn>
                  <a:cxn ang="0">
                    <a:pos x="666" y="811"/>
                  </a:cxn>
                  <a:cxn ang="0">
                    <a:pos x="289" y="0"/>
                  </a:cxn>
                </a:cxnLst>
                <a:rect l="0" t="0" r="r" b="b"/>
                <a:pathLst>
                  <a:path w="666" h="1623">
                    <a:moveTo>
                      <a:pt x="289" y="0"/>
                    </a:moveTo>
                    <a:lnTo>
                      <a:pt x="0" y="0"/>
                    </a:lnTo>
                    <a:lnTo>
                      <a:pt x="377" y="811"/>
                    </a:lnTo>
                    <a:lnTo>
                      <a:pt x="0" y="1623"/>
                    </a:lnTo>
                    <a:lnTo>
                      <a:pt x="289" y="1623"/>
                    </a:lnTo>
                    <a:lnTo>
                      <a:pt x="666" y="811"/>
                    </a:lnTo>
                    <a:lnTo>
                      <a:pt x="289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31"/>
              <p:cNvSpPr>
                <a:spLocks noEditPoints="1"/>
              </p:cNvSpPr>
              <p:nvPr/>
            </p:nvSpPr>
            <p:spPr bwMode="auto">
              <a:xfrm>
                <a:off x="4803" y="1613"/>
                <a:ext cx="669" cy="1627"/>
              </a:xfrm>
              <a:custGeom>
                <a:avLst/>
                <a:gdLst/>
                <a:ahLst/>
                <a:cxnLst>
                  <a:cxn ang="0">
                    <a:pos x="3063" y="3623"/>
                  </a:cxn>
                  <a:cxn ang="0">
                    <a:pos x="2959" y="3340"/>
                  </a:cxn>
                  <a:cxn ang="0">
                    <a:pos x="2827" y="3084"/>
                  </a:cxn>
                  <a:cxn ang="0">
                    <a:pos x="2663" y="2761"/>
                  </a:cxn>
                  <a:cxn ang="0">
                    <a:pos x="2542" y="2472"/>
                  </a:cxn>
                  <a:cxn ang="0">
                    <a:pos x="2432" y="2206"/>
                  </a:cxn>
                  <a:cxn ang="0">
                    <a:pos x="2283" y="1945"/>
                  </a:cxn>
                  <a:cxn ang="0">
                    <a:pos x="2136" y="1627"/>
                  </a:cxn>
                  <a:cxn ang="0">
                    <a:pos x="2031" y="1344"/>
                  </a:cxn>
                  <a:cxn ang="0">
                    <a:pos x="1899" y="1088"/>
                  </a:cxn>
                  <a:cxn ang="0">
                    <a:pos x="1735" y="765"/>
                  </a:cxn>
                  <a:cxn ang="0">
                    <a:pos x="1614" y="476"/>
                  </a:cxn>
                  <a:cxn ang="0">
                    <a:pos x="1504" y="209"/>
                  </a:cxn>
                  <a:cxn ang="0">
                    <a:pos x="1322" y="25"/>
                  </a:cxn>
                  <a:cxn ang="0">
                    <a:pos x="972" y="25"/>
                  </a:cxn>
                  <a:cxn ang="0">
                    <a:pos x="672" y="0"/>
                  </a:cxn>
                  <a:cxn ang="0">
                    <a:pos x="384" y="12"/>
                  </a:cxn>
                  <a:cxn ang="0">
                    <a:pos x="22" y="25"/>
                  </a:cxn>
                  <a:cxn ang="0">
                    <a:pos x="139" y="287"/>
                  </a:cxn>
                  <a:cxn ang="0">
                    <a:pos x="249" y="552"/>
                  </a:cxn>
                  <a:cxn ang="0">
                    <a:pos x="398" y="815"/>
                  </a:cxn>
                  <a:cxn ang="0">
                    <a:pos x="546" y="1132"/>
                  </a:cxn>
                  <a:cxn ang="0">
                    <a:pos x="649" y="1414"/>
                  </a:cxn>
                  <a:cxn ang="0">
                    <a:pos x="782" y="1670"/>
                  </a:cxn>
                  <a:cxn ang="0">
                    <a:pos x="946" y="1994"/>
                  </a:cxn>
                  <a:cxn ang="0">
                    <a:pos x="1066" y="2283"/>
                  </a:cxn>
                  <a:cxn ang="0">
                    <a:pos x="1176" y="2549"/>
                  </a:cxn>
                  <a:cxn ang="0">
                    <a:pos x="1326" y="2811"/>
                  </a:cxn>
                  <a:cxn ang="0">
                    <a:pos x="1473" y="3128"/>
                  </a:cxn>
                  <a:cxn ang="0">
                    <a:pos x="1577" y="3411"/>
                  </a:cxn>
                  <a:cxn ang="0">
                    <a:pos x="1710" y="3666"/>
                  </a:cxn>
                  <a:cxn ang="0">
                    <a:pos x="1797" y="4001"/>
                  </a:cxn>
                  <a:cxn ang="0">
                    <a:pos x="1653" y="4279"/>
                  </a:cxn>
                  <a:cxn ang="0">
                    <a:pos x="1521" y="4534"/>
                  </a:cxn>
                  <a:cxn ang="0">
                    <a:pos x="1417" y="4818"/>
                  </a:cxn>
                  <a:cxn ang="0">
                    <a:pos x="1269" y="5135"/>
                  </a:cxn>
                  <a:cxn ang="0">
                    <a:pos x="1121" y="5396"/>
                  </a:cxn>
                  <a:cxn ang="0">
                    <a:pos x="1011" y="5663"/>
                  </a:cxn>
                  <a:cxn ang="0">
                    <a:pos x="869" y="5997"/>
                  </a:cxn>
                  <a:cxn ang="0">
                    <a:pos x="725" y="6275"/>
                  </a:cxn>
                  <a:cxn ang="0">
                    <a:pos x="594" y="6530"/>
                  </a:cxn>
                  <a:cxn ang="0">
                    <a:pos x="489" y="6814"/>
                  </a:cxn>
                  <a:cxn ang="0">
                    <a:pos x="342" y="7131"/>
                  </a:cxn>
                  <a:cxn ang="0">
                    <a:pos x="193" y="7392"/>
                  </a:cxn>
                  <a:cxn ang="0">
                    <a:pos x="83" y="7659"/>
                  </a:cxn>
                  <a:cxn ang="0">
                    <a:pos x="204" y="7800"/>
                  </a:cxn>
                  <a:cxn ang="0">
                    <a:pos x="517" y="7812"/>
                  </a:cxn>
                  <a:cxn ang="0">
                    <a:pos x="805" y="7825"/>
                  </a:cxn>
                  <a:cxn ang="0">
                    <a:pos x="1105" y="7800"/>
                  </a:cxn>
                  <a:cxn ang="0">
                    <a:pos x="1411" y="7757"/>
                  </a:cxn>
                  <a:cxn ang="0">
                    <a:pos x="1561" y="7494"/>
                  </a:cxn>
                  <a:cxn ang="0">
                    <a:pos x="1671" y="7229"/>
                  </a:cxn>
                  <a:cxn ang="0">
                    <a:pos x="1812" y="6895"/>
                  </a:cxn>
                  <a:cxn ang="0">
                    <a:pos x="1954" y="6616"/>
                  </a:cxn>
                  <a:cxn ang="0">
                    <a:pos x="2088" y="6360"/>
                  </a:cxn>
                  <a:cxn ang="0">
                    <a:pos x="2191" y="6078"/>
                  </a:cxn>
                  <a:cxn ang="0">
                    <a:pos x="2339" y="5761"/>
                  </a:cxn>
                  <a:cxn ang="0">
                    <a:pos x="2488" y="5498"/>
                  </a:cxn>
                  <a:cxn ang="0">
                    <a:pos x="2598" y="5233"/>
                  </a:cxn>
                  <a:cxn ang="0">
                    <a:pos x="2739" y="4899"/>
                  </a:cxn>
                  <a:cxn ang="0">
                    <a:pos x="2882" y="4620"/>
                  </a:cxn>
                  <a:cxn ang="0">
                    <a:pos x="3015" y="4364"/>
                  </a:cxn>
                  <a:cxn ang="0">
                    <a:pos x="3119" y="4082"/>
                  </a:cxn>
                </a:cxnLst>
                <a:rect l="0" t="0" r="r" b="b"/>
                <a:pathLst>
                  <a:path w="3215" h="7825">
                    <a:moveTo>
                      <a:pt x="3190" y="3895"/>
                    </a:moveTo>
                    <a:lnTo>
                      <a:pt x="3190" y="3895"/>
                    </a:lnTo>
                    <a:cubicBezTo>
                      <a:pt x="3187" y="3889"/>
                      <a:pt x="3189" y="3882"/>
                      <a:pt x="3195" y="3879"/>
                    </a:cubicBezTo>
                    <a:cubicBezTo>
                      <a:pt x="3202" y="3876"/>
                      <a:pt x="3209" y="3878"/>
                      <a:pt x="3212" y="3884"/>
                    </a:cubicBezTo>
                    <a:lnTo>
                      <a:pt x="3212" y="3884"/>
                    </a:lnTo>
                    <a:cubicBezTo>
                      <a:pt x="3215" y="3890"/>
                      <a:pt x="3213" y="3898"/>
                      <a:pt x="3207" y="3901"/>
                    </a:cubicBezTo>
                    <a:cubicBezTo>
                      <a:pt x="3200" y="3904"/>
                      <a:pt x="3193" y="3902"/>
                      <a:pt x="3190" y="3895"/>
                    </a:cubicBezTo>
                    <a:close/>
                    <a:moveTo>
                      <a:pt x="3169" y="3850"/>
                    </a:moveTo>
                    <a:lnTo>
                      <a:pt x="3169" y="3850"/>
                    </a:lnTo>
                    <a:cubicBezTo>
                      <a:pt x="3166" y="3844"/>
                      <a:pt x="3168" y="3836"/>
                      <a:pt x="3174" y="3833"/>
                    </a:cubicBezTo>
                    <a:cubicBezTo>
                      <a:pt x="3180" y="3830"/>
                      <a:pt x="3188" y="3833"/>
                      <a:pt x="3191" y="3839"/>
                    </a:cubicBezTo>
                    <a:lnTo>
                      <a:pt x="3191" y="3839"/>
                    </a:lnTo>
                    <a:cubicBezTo>
                      <a:pt x="3194" y="3845"/>
                      <a:pt x="3192" y="3853"/>
                      <a:pt x="3185" y="3856"/>
                    </a:cubicBezTo>
                    <a:cubicBezTo>
                      <a:pt x="3179" y="3859"/>
                      <a:pt x="3172" y="3856"/>
                      <a:pt x="3169" y="3850"/>
                    </a:cubicBezTo>
                    <a:close/>
                    <a:moveTo>
                      <a:pt x="3148" y="3805"/>
                    </a:moveTo>
                    <a:lnTo>
                      <a:pt x="3148" y="3805"/>
                    </a:lnTo>
                    <a:cubicBezTo>
                      <a:pt x="3144" y="3798"/>
                      <a:pt x="3147" y="3791"/>
                      <a:pt x="3153" y="3788"/>
                    </a:cubicBezTo>
                    <a:cubicBezTo>
                      <a:pt x="3159" y="3785"/>
                      <a:pt x="3167" y="3787"/>
                      <a:pt x="3170" y="3793"/>
                    </a:cubicBezTo>
                    <a:lnTo>
                      <a:pt x="3170" y="3793"/>
                    </a:lnTo>
                    <a:cubicBezTo>
                      <a:pt x="3173" y="3800"/>
                      <a:pt x="3171" y="3807"/>
                      <a:pt x="3164" y="3810"/>
                    </a:cubicBezTo>
                    <a:cubicBezTo>
                      <a:pt x="3158" y="3813"/>
                      <a:pt x="3151" y="3811"/>
                      <a:pt x="3148" y="3805"/>
                    </a:cubicBezTo>
                    <a:close/>
                    <a:moveTo>
                      <a:pt x="3126" y="3759"/>
                    </a:moveTo>
                    <a:lnTo>
                      <a:pt x="3126" y="3759"/>
                    </a:lnTo>
                    <a:cubicBezTo>
                      <a:pt x="3123" y="3753"/>
                      <a:pt x="3126" y="3746"/>
                      <a:pt x="3132" y="3742"/>
                    </a:cubicBezTo>
                    <a:cubicBezTo>
                      <a:pt x="3138" y="3739"/>
                      <a:pt x="3146" y="3742"/>
                      <a:pt x="3149" y="3748"/>
                    </a:cubicBezTo>
                    <a:lnTo>
                      <a:pt x="3149" y="3748"/>
                    </a:lnTo>
                    <a:cubicBezTo>
                      <a:pt x="3152" y="3754"/>
                      <a:pt x="3149" y="3762"/>
                      <a:pt x="3143" y="3765"/>
                    </a:cubicBezTo>
                    <a:cubicBezTo>
                      <a:pt x="3137" y="3768"/>
                      <a:pt x="3130" y="3765"/>
                      <a:pt x="3126" y="3759"/>
                    </a:cubicBezTo>
                    <a:close/>
                    <a:moveTo>
                      <a:pt x="3105" y="3714"/>
                    </a:moveTo>
                    <a:lnTo>
                      <a:pt x="3105" y="3714"/>
                    </a:lnTo>
                    <a:cubicBezTo>
                      <a:pt x="3102" y="3708"/>
                      <a:pt x="3105" y="3700"/>
                      <a:pt x="3111" y="3697"/>
                    </a:cubicBezTo>
                    <a:cubicBezTo>
                      <a:pt x="3117" y="3694"/>
                      <a:pt x="3125" y="3697"/>
                      <a:pt x="3128" y="3703"/>
                    </a:cubicBezTo>
                    <a:lnTo>
                      <a:pt x="3128" y="3703"/>
                    </a:lnTo>
                    <a:cubicBezTo>
                      <a:pt x="3131" y="3709"/>
                      <a:pt x="3128" y="3716"/>
                      <a:pt x="3122" y="3720"/>
                    </a:cubicBezTo>
                    <a:cubicBezTo>
                      <a:pt x="3116" y="3723"/>
                      <a:pt x="3109" y="3720"/>
                      <a:pt x="3105" y="3714"/>
                    </a:cubicBezTo>
                    <a:close/>
                    <a:moveTo>
                      <a:pt x="3084" y="3669"/>
                    </a:moveTo>
                    <a:lnTo>
                      <a:pt x="3084" y="3669"/>
                    </a:lnTo>
                    <a:cubicBezTo>
                      <a:pt x="3081" y="3662"/>
                      <a:pt x="3084" y="3655"/>
                      <a:pt x="3090" y="3652"/>
                    </a:cubicBezTo>
                    <a:cubicBezTo>
                      <a:pt x="3096" y="3649"/>
                      <a:pt x="3104" y="3651"/>
                      <a:pt x="3107" y="3657"/>
                    </a:cubicBezTo>
                    <a:lnTo>
                      <a:pt x="3107" y="3657"/>
                    </a:lnTo>
                    <a:cubicBezTo>
                      <a:pt x="3110" y="3664"/>
                      <a:pt x="3107" y="3671"/>
                      <a:pt x="3101" y="3674"/>
                    </a:cubicBezTo>
                    <a:cubicBezTo>
                      <a:pt x="3095" y="3677"/>
                      <a:pt x="3087" y="3675"/>
                      <a:pt x="3084" y="3669"/>
                    </a:cubicBezTo>
                    <a:close/>
                    <a:moveTo>
                      <a:pt x="3063" y="3623"/>
                    </a:moveTo>
                    <a:lnTo>
                      <a:pt x="3063" y="3623"/>
                    </a:lnTo>
                    <a:cubicBezTo>
                      <a:pt x="3060" y="3617"/>
                      <a:pt x="3063" y="3609"/>
                      <a:pt x="3069" y="3606"/>
                    </a:cubicBezTo>
                    <a:cubicBezTo>
                      <a:pt x="3075" y="3603"/>
                      <a:pt x="3083" y="3606"/>
                      <a:pt x="3086" y="3612"/>
                    </a:cubicBezTo>
                    <a:lnTo>
                      <a:pt x="3086" y="3612"/>
                    </a:lnTo>
                    <a:cubicBezTo>
                      <a:pt x="3089" y="3618"/>
                      <a:pt x="3086" y="3626"/>
                      <a:pt x="3080" y="3629"/>
                    </a:cubicBezTo>
                    <a:cubicBezTo>
                      <a:pt x="3074" y="3632"/>
                      <a:pt x="3066" y="3629"/>
                      <a:pt x="3063" y="3623"/>
                    </a:cubicBezTo>
                    <a:close/>
                    <a:moveTo>
                      <a:pt x="3042" y="3578"/>
                    </a:moveTo>
                    <a:lnTo>
                      <a:pt x="3042" y="3578"/>
                    </a:lnTo>
                    <a:cubicBezTo>
                      <a:pt x="3039" y="3572"/>
                      <a:pt x="3042" y="3564"/>
                      <a:pt x="3048" y="3561"/>
                    </a:cubicBezTo>
                    <a:cubicBezTo>
                      <a:pt x="3054" y="3558"/>
                      <a:pt x="3061" y="3560"/>
                      <a:pt x="3065" y="3567"/>
                    </a:cubicBezTo>
                    <a:lnTo>
                      <a:pt x="3065" y="3567"/>
                    </a:lnTo>
                    <a:cubicBezTo>
                      <a:pt x="3068" y="3573"/>
                      <a:pt x="3065" y="3580"/>
                      <a:pt x="3059" y="3583"/>
                    </a:cubicBezTo>
                    <a:cubicBezTo>
                      <a:pt x="3053" y="3587"/>
                      <a:pt x="3045" y="3584"/>
                      <a:pt x="3042" y="3578"/>
                    </a:cubicBezTo>
                    <a:close/>
                    <a:moveTo>
                      <a:pt x="3021" y="3532"/>
                    </a:moveTo>
                    <a:lnTo>
                      <a:pt x="3021" y="3532"/>
                    </a:lnTo>
                    <a:cubicBezTo>
                      <a:pt x="3018" y="3526"/>
                      <a:pt x="3020" y="3519"/>
                      <a:pt x="3027" y="3516"/>
                    </a:cubicBezTo>
                    <a:cubicBezTo>
                      <a:pt x="3033" y="3513"/>
                      <a:pt x="3040" y="3515"/>
                      <a:pt x="3043" y="3521"/>
                    </a:cubicBezTo>
                    <a:lnTo>
                      <a:pt x="3043" y="3521"/>
                    </a:lnTo>
                    <a:cubicBezTo>
                      <a:pt x="3047" y="3527"/>
                      <a:pt x="3044" y="3535"/>
                      <a:pt x="3038" y="3538"/>
                    </a:cubicBezTo>
                    <a:cubicBezTo>
                      <a:pt x="3032" y="3541"/>
                      <a:pt x="3024" y="3539"/>
                      <a:pt x="3021" y="3532"/>
                    </a:cubicBezTo>
                    <a:close/>
                    <a:moveTo>
                      <a:pt x="3000" y="3487"/>
                    </a:moveTo>
                    <a:lnTo>
                      <a:pt x="3000" y="3487"/>
                    </a:lnTo>
                    <a:cubicBezTo>
                      <a:pt x="2997" y="3481"/>
                      <a:pt x="2999" y="3473"/>
                      <a:pt x="3006" y="3470"/>
                    </a:cubicBezTo>
                    <a:cubicBezTo>
                      <a:pt x="3012" y="3467"/>
                      <a:pt x="3019" y="3470"/>
                      <a:pt x="3022" y="3476"/>
                    </a:cubicBezTo>
                    <a:lnTo>
                      <a:pt x="3022" y="3476"/>
                    </a:lnTo>
                    <a:cubicBezTo>
                      <a:pt x="3025" y="3482"/>
                      <a:pt x="3023" y="3490"/>
                      <a:pt x="3017" y="3493"/>
                    </a:cubicBezTo>
                    <a:cubicBezTo>
                      <a:pt x="3011" y="3496"/>
                      <a:pt x="3003" y="3493"/>
                      <a:pt x="3000" y="3487"/>
                    </a:cubicBezTo>
                    <a:close/>
                    <a:moveTo>
                      <a:pt x="2979" y="3442"/>
                    </a:moveTo>
                    <a:lnTo>
                      <a:pt x="2979" y="3442"/>
                    </a:lnTo>
                    <a:cubicBezTo>
                      <a:pt x="2976" y="3436"/>
                      <a:pt x="2978" y="3428"/>
                      <a:pt x="2984" y="3425"/>
                    </a:cubicBezTo>
                    <a:cubicBezTo>
                      <a:pt x="2991" y="3422"/>
                      <a:pt x="2998" y="3424"/>
                      <a:pt x="3001" y="3431"/>
                    </a:cubicBezTo>
                    <a:lnTo>
                      <a:pt x="3001" y="3431"/>
                    </a:lnTo>
                    <a:cubicBezTo>
                      <a:pt x="3004" y="3437"/>
                      <a:pt x="3002" y="3444"/>
                      <a:pt x="2996" y="3447"/>
                    </a:cubicBezTo>
                    <a:cubicBezTo>
                      <a:pt x="2990" y="3450"/>
                      <a:pt x="2982" y="3448"/>
                      <a:pt x="2979" y="3442"/>
                    </a:cubicBezTo>
                    <a:close/>
                    <a:moveTo>
                      <a:pt x="2958" y="3396"/>
                    </a:moveTo>
                    <a:lnTo>
                      <a:pt x="2958" y="3396"/>
                    </a:lnTo>
                    <a:cubicBezTo>
                      <a:pt x="2955" y="3390"/>
                      <a:pt x="2957" y="3383"/>
                      <a:pt x="2963" y="3380"/>
                    </a:cubicBezTo>
                    <a:cubicBezTo>
                      <a:pt x="2970" y="3376"/>
                      <a:pt x="2977" y="3379"/>
                      <a:pt x="2980" y="3385"/>
                    </a:cubicBezTo>
                    <a:lnTo>
                      <a:pt x="2980" y="3385"/>
                    </a:lnTo>
                    <a:cubicBezTo>
                      <a:pt x="2983" y="3391"/>
                      <a:pt x="2981" y="3399"/>
                      <a:pt x="2975" y="3402"/>
                    </a:cubicBezTo>
                    <a:cubicBezTo>
                      <a:pt x="2968" y="3405"/>
                      <a:pt x="2961" y="3403"/>
                      <a:pt x="2958" y="3396"/>
                    </a:cubicBezTo>
                    <a:close/>
                    <a:moveTo>
                      <a:pt x="2937" y="3351"/>
                    </a:moveTo>
                    <a:lnTo>
                      <a:pt x="2937" y="3351"/>
                    </a:lnTo>
                    <a:cubicBezTo>
                      <a:pt x="2934" y="3345"/>
                      <a:pt x="2936" y="3337"/>
                      <a:pt x="2942" y="3334"/>
                    </a:cubicBezTo>
                    <a:cubicBezTo>
                      <a:pt x="2948" y="3331"/>
                      <a:pt x="2956" y="3334"/>
                      <a:pt x="2959" y="3340"/>
                    </a:cubicBezTo>
                    <a:lnTo>
                      <a:pt x="2959" y="3340"/>
                    </a:lnTo>
                    <a:cubicBezTo>
                      <a:pt x="2962" y="3346"/>
                      <a:pt x="2960" y="3353"/>
                      <a:pt x="2954" y="3357"/>
                    </a:cubicBezTo>
                    <a:cubicBezTo>
                      <a:pt x="2947" y="3360"/>
                      <a:pt x="2940" y="3357"/>
                      <a:pt x="2937" y="3351"/>
                    </a:cubicBezTo>
                    <a:close/>
                    <a:moveTo>
                      <a:pt x="2916" y="3306"/>
                    </a:moveTo>
                    <a:lnTo>
                      <a:pt x="2916" y="3306"/>
                    </a:lnTo>
                    <a:cubicBezTo>
                      <a:pt x="2913" y="3299"/>
                      <a:pt x="2915" y="3292"/>
                      <a:pt x="2921" y="3289"/>
                    </a:cubicBezTo>
                    <a:cubicBezTo>
                      <a:pt x="2927" y="3286"/>
                      <a:pt x="2935" y="3288"/>
                      <a:pt x="2938" y="3294"/>
                    </a:cubicBezTo>
                    <a:lnTo>
                      <a:pt x="2938" y="3294"/>
                    </a:lnTo>
                    <a:cubicBezTo>
                      <a:pt x="2941" y="3301"/>
                      <a:pt x="2939" y="3308"/>
                      <a:pt x="2932" y="3311"/>
                    </a:cubicBezTo>
                    <a:cubicBezTo>
                      <a:pt x="2926" y="3314"/>
                      <a:pt x="2919" y="3312"/>
                      <a:pt x="2916" y="3306"/>
                    </a:cubicBezTo>
                    <a:close/>
                    <a:moveTo>
                      <a:pt x="2895" y="3260"/>
                    </a:moveTo>
                    <a:lnTo>
                      <a:pt x="2895" y="3260"/>
                    </a:lnTo>
                    <a:cubicBezTo>
                      <a:pt x="2891" y="3254"/>
                      <a:pt x="2894" y="3247"/>
                      <a:pt x="2900" y="3243"/>
                    </a:cubicBezTo>
                    <a:cubicBezTo>
                      <a:pt x="2906" y="3240"/>
                      <a:pt x="2914" y="3243"/>
                      <a:pt x="2917" y="3249"/>
                    </a:cubicBezTo>
                    <a:lnTo>
                      <a:pt x="2917" y="3249"/>
                    </a:lnTo>
                    <a:cubicBezTo>
                      <a:pt x="2920" y="3255"/>
                      <a:pt x="2918" y="3263"/>
                      <a:pt x="2911" y="3266"/>
                    </a:cubicBezTo>
                    <a:cubicBezTo>
                      <a:pt x="2905" y="3269"/>
                      <a:pt x="2898" y="3266"/>
                      <a:pt x="2895" y="3260"/>
                    </a:cubicBezTo>
                    <a:close/>
                    <a:moveTo>
                      <a:pt x="2873" y="3215"/>
                    </a:moveTo>
                    <a:lnTo>
                      <a:pt x="2873" y="3215"/>
                    </a:lnTo>
                    <a:cubicBezTo>
                      <a:pt x="2870" y="3209"/>
                      <a:pt x="2873" y="3201"/>
                      <a:pt x="2879" y="3198"/>
                    </a:cubicBezTo>
                    <a:cubicBezTo>
                      <a:pt x="2885" y="3195"/>
                      <a:pt x="2893" y="3198"/>
                      <a:pt x="2896" y="3204"/>
                    </a:cubicBezTo>
                    <a:lnTo>
                      <a:pt x="2896" y="3204"/>
                    </a:lnTo>
                    <a:cubicBezTo>
                      <a:pt x="2899" y="3210"/>
                      <a:pt x="2896" y="3217"/>
                      <a:pt x="2890" y="3220"/>
                    </a:cubicBezTo>
                    <a:cubicBezTo>
                      <a:pt x="2884" y="3224"/>
                      <a:pt x="2877" y="3221"/>
                      <a:pt x="2873" y="3215"/>
                    </a:cubicBezTo>
                    <a:close/>
                    <a:moveTo>
                      <a:pt x="2852" y="3170"/>
                    </a:moveTo>
                    <a:lnTo>
                      <a:pt x="2852" y="3170"/>
                    </a:lnTo>
                    <a:cubicBezTo>
                      <a:pt x="2849" y="3163"/>
                      <a:pt x="2852" y="3156"/>
                      <a:pt x="2858" y="3153"/>
                    </a:cubicBezTo>
                    <a:cubicBezTo>
                      <a:pt x="2864" y="3150"/>
                      <a:pt x="2872" y="3152"/>
                      <a:pt x="2875" y="3158"/>
                    </a:cubicBezTo>
                    <a:lnTo>
                      <a:pt x="2875" y="3158"/>
                    </a:lnTo>
                    <a:cubicBezTo>
                      <a:pt x="2878" y="3164"/>
                      <a:pt x="2875" y="3172"/>
                      <a:pt x="2869" y="3175"/>
                    </a:cubicBezTo>
                    <a:cubicBezTo>
                      <a:pt x="2863" y="3178"/>
                      <a:pt x="2856" y="3176"/>
                      <a:pt x="2852" y="3170"/>
                    </a:cubicBezTo>
                    <a:close/>
                    <a:moveTo>
                      <a:pt x="2831" y="3124"/>
                    </a:moveTo>
                    <a:lnTo>
                      <a:pt x="2831" y="3124"/>
                    </a:lnTo>
                    <a:cubicBezTo>
                      <a:pt x="2828" y="3118"/>
                      <a:pt x="2831" y="3111"/>
                      <a:pt x="2837" y="3107"/>
                    </a:cubicBezTo>
                    <a:cubicBezTo>
                      <a:pt x="2843" y="3104"/>
                      <a:pt x="2850" y="3107"/>
                      <a:pt x="2854" y="3113"/>
                    </a:cubicBezTo>
                    <a:lnTo>
                      <a:pt x="2854" y="3113"/>
                    </a:lnTo>
                    <a:cubicBezTo>
                      <a:pt x="2857" y="3119"/>
                      <a:pt x="2854" y="3127"/>
                      <a:pt x="2848" y="3130"/>
                    </a:cubicBezTo>
                    <a:cubicBezTo>
                      <a:pt x="2842" y="3133"/>
                      <a:pt x="2835" y="3130"/>
                      <a:pt x="2831" y="3124"/>
                    </a:cubicBezTo>
                    <a:close/>
                    <a:moveTo>
                      <a:pt x="2810" y="3079"/>
                    </a:moveTo>
                    <a:lnTo>
                      <a:pt x="2810" y="3079"/>
                    </a:lnTo>
                    <a:cubicBezTo>
                      <a:pt x="2807" y="3073"/>
                      <a:pt x="2810" y="3065"/>
                      <a:pt x="2816" y="3062"/>
                    </a:cubicBezTo>
                    <a:cubicBezTo>
                      <a:pt x="2822" y="3059"/>
                      <a:pt x="2829" y="3061"/>
                      <a:pt x="2833" y="3067"/>
                    </a:cubicBezTo>
                    <a:lnTo>
                      <a:pt x="2833" y="3068"/>
                    </a:lnTo>
                    <a:cubicBezTo>
                      <a:pt x="2836" y="3074"/>
                      <a:pt x="2833" y="3081"/>
                      <a:pt x="2827" y="3084"/>
                    </a:cubicBezTo>
                    <a:cubicBezTo>
                      <a:pt x="2821" y="3087"/>
                      <a:pt x="2813" y="3085"/>
                      <a:pt x="2810" y="3079"/>
                    </a:cubicBezTo>
                    <a:close/>
                    <a:moveTo>
                      <a:pt x="2789" y="3034"/>
                    </a:moveTo>
                    <a:lnTo>
                      <a:pt x="2789" y="3034"/>
                    </a:lnTo>
                    <a:cubicBezTo>
                      <a:pt x="2786" y="3027"/>
                      <a:pt x="2788" y="3020"/>
                      <a:pt x="2795" y="3017"/>
                    </a:cubicBezTo>
                    <a:cubicBezTo>
                      <a:pt x="2801" y="3014"/>
                      <a:pt x="2808" y="3016"/>
                      <a:pt x="2811" y="3022"/>
                    </a:cubicBezTo>
                    <a:lnTo>
                      <a:pt x="2811" y="3022"/>
                    </a:lnTo>
                    <a:cubicBezTo>
                      <a:pt x="2815" y="3028"/>
                      <a:pt x="2812" y="3036"/>
                      <a:pt x="2806" y="3039"/>
                    </a:cubicBezTo>
                    <a:cubicBezTo>
                      <a:pt x="2800" y="3042"/>
                      <a:pt x="2792" y="3040"/>
                      <a:pt x="2789" y="3034"/>
                    </a:cubicBezTo>
                    <a:close/>
                    <a:moveTo>
                      <a:pt x="2768" y="2988"/>
                    </a:moveTo>
                    <a:lnTo>
                      <a:pt x="2768" y="2988"/>
                    </a:lnTo>
                    <a:cubicBezTo>
                      <a:pt x="2765" y="2982"/>
                      <a:pt x="2767" y="2974"/>
                      <a:pt x="2774" y="2971"/>
                    </a:cubicBezTo>
                    <a:cubicBezTo>
                      <a:pt x="2780" y="2968"/>
                      <a:pt x="2787" y="2971"/>
                      <a:pt x="2790" y="2977"/>
                    </a:cubicBezTo>
                    <a:lnTo>
                      <a:pt x="2790" y="2977"/>
                    </a:lnTo>
                    <a:cubicBezTo>
                      <a:pt x="2794" y="2983"/>
                      <a:pt x="2791" y="2990"/>
                      <a:pt x="2785" y="2994"/>
                    </a:cubicBezTo>
                    <a:cubicBezTo>
                      <a:pt x="2779" y="2997"/>
                      <a:pt x="2771" y="2994"/>
                      <a:pt x="2768" y="2988"/>
                    </a:cubicBezTo>
                    <a:close/>
                    <a:moveTo>
                      <a:pt x="2747" y="2943"/>
                    </a:moveTo>
                    <a:lnTo>
                      <a:pt x="2747" y="2943"/>
                    </a:lnTo>
                    <a:cubicBezTo>
                      <a:pt x="2744" y="2937"/>
                      <a:pt x="2746" y="2929"/>
                      <a:pt x="2752" y="2926"/>
                    </a:cubicBezTo>
                    <a:cubicBezTo>
                      <a:pt x="2759" y="2923"/>
                      <a:pt x="2766" y="2925"/>
                      <a:pt x="2769" y="2931"/>
                    </a:cubicBezTo>
                    <a:lnTo>
                      <a:pt x="2769" y="2931"/>
                    </a:lnTo>
                    <a:cubicBezTo>
                      <a:pt x="2772" y="2938"/>
                      <a:pt x="2770" y="2945"/>
                      <a:pt x="2764" y="2948"/>
                    </a:cubicBezTo>
                    <a:cubicBezTo>
                      <a:pt x="2758" y="2951"/>
                      <a:pt x="2750" y="2949"/>
                      <a:pt x="2747" y="2943"/>
                    </a:cubicBezTo>
                    <a:close/>
                    <a:moveTo>
                      <a:pt x="2726" y="2897"/>
                    </a:moveTo>
                    <a:lnTo>
                      <a:pt x="2726" y="2897"/>
                    </a:lnTo>
                    <a:cubicBezTo>
                      <a:pt x="2723" y="2891"/>
                      <a:pt x="2725" y="2884"/>
                      <a:pt x="2731" y="2881"/>
                    </a:cubicBezTo>
                    <a:cubicBezTo>
                      <a:pt x="2738" y="2877"/>
                      <a:pt x="2745" y="2880"/>
                      <a:pt x="2748" y="2886"/>
                    </a:cubicBezTo>
                    <a:lnTo>
                      <a:pt x="2748" y="2886"/>
                    </a:lnTo>
                    <a:cubicBezTo>
                      <a:pt x="2751" y="2892"/>
                      <a:pt x="2749" y="2900"/>
                      <a:pt x="2743" y="2903"/>
                    </a:cubicBezTo>
                    <a:cubicBezTo>
                      <a:pt x="2737" y="2906"/>
                      <a:pt x="2729" y="2904"/>
                      <a:pt x="2726" y="2897"/>
                    </a:cubicBezTo>
                    <a:close/>
                    <a:moveTo>
                      <a:pt x="2705" y="2852"/>
                    </a:moveTo>
                    <a:lnTo>
                      <a:pt x="2705" y="2852"/>
                    </a:lnTo>
                    <a:cubicBezTo>
                      <a:pt x="2702" y="2846"/>
                      <a:pt x="2704" y="2838"/>
                      <a:pt x="2710" y="2835"/>
                    </a:cubicBezTo>
                    <a:cubicBezTo>
                      <a:pt x="2716" y="2832"/>
                      <a:pt x="2724" y="2835"/>
                      <a:pt x="2727" y="2841"/>
                    </a:cubicBezTo>
                    <a:lnTo>
                      <a:pt x="2727" y="2841"/>
                    </a:lnTo>
                    <a:cubicBezTo>
                      <a:pt x="2730" y="2847"/>
                      <a:pt x="2728" y="2854"/>
                      <a:pt x="2722" y="2858"/>
                    </a:cubicBezTo>
                    <a:cubicBezTo>
                      <a:pt x="2716" y="2861"/>
                      <a:pt x="2708" y="2858"/>
                      <a:pt x="2705" y="2852"/>
                    </a:cubicBezTo>
                    <a:close/>
                    <a:moveTo>
                      <a:pt x="2684" y="2807"/>
                    </a:moveTo>
                    <a:lnTo>
                      <a:pt x="2684" y="2807"/>
                    </a:lnTo>
                    <a:cubicBezTo>
                      <a:pt x="2681" y="2801"/>
                      <a:pt x="2683" y="2793"/>
                      <a:pt x="2689" y="2790"/>
                    </a:cubicBezTo>
                    <a:cubicBezTo>
                      <a:pt x="2695" y="2787"/>
                      <a:pt x="2703" y="2789"/>
                      <a:pt x="2706" y="2795"/>
                    </a:cubicBezTo>
                    <a:lnTo>
                      <a:pt x="2706" y="2795"/>
                    </a:lnTo>
                    <a:cubicBezTo>
                      <a:pt x="2709" y="2801"/>
                      <a:pt x="2707" y="2809"/>
                      <a:pt x="2701" y="2812"/>
                    </a:cubicBezTo>
                    <a:cubicBezTo>
                      <a:pt x="2694" y="2815"/>
                      <a:pt x="2687" y="2813"/>
                      <a:pt x="2684" y="2807"/>
                    </a:cubicBezTo>
                    <a:close/>
                    <a:moveTo>
                      <a:pt x="2663" y="2761"/>
                    </a:moveTo>
                    <a:lnTo>
                      <a:pt x="2663" y="2761"/>
                    </a:lnTo>
                    <a:cubicBezTo>
                      <a:pt x="2660" y="2755"/>
                      <a:pt x="2662" y="2748"/>
                      <a:pt x="2668" y="2744"/>
                    </a:cubicBezTo>
                    <a:cubicBezTo>
                      <a:pt x="2674" y="2741"/>
                      <a:pt x="2682" y="2744"/>
                      <a:pt x="2685" y="2750"/>
                    </a:cubicBezTo>
                    <a:lnTo>
                      <a:pt x="2685" y="2750"/>
                    </a:lnTo>
                    <a:cubicBezTo>
                      <a:pt x="2688" y="2756"/>
                      <a:pt x="2686" y="2764"/>
                      <a:pt x="2680" y="2767"/>
                    </a:cubicBezTo>
                    <a:cubicBezTo>
                      <a:pt x="2673" y="2770"/>
                      <a:pt x="2666" y="2767"/>
                      <a:pt x="2663" y="2761"/>
                    </a:cubicBezTo>
                    <a:close/>
                    <a:moveTo>
                      <a:pt x="2642" y="2716"/>
                    </a:moveTo>
                    <a:lnTo>
                      <a:pt x="2642" y="2716"/>
                    </a:lnTo>
                    <a:cubicBezTo>
                      <a:pt x="2638" y="2710"/>
                      <a:pt x="2641" y="2702"/>
                      <a:pt x="2647" y="2699"/>
                    </a:cubicBezTo>
                    <a:cubicBezTo>
                      <a:pt x="2653" y="2696"/>
                      <a:pt x="2661" y="2698"/>
                      <a:pt x="2664" y="2705"/>
                    </a:cubicBezTo>
                    <a:lnTo>
                      <a:pt x="2664" y="2705"/>
                    </a:lnTo>
                    <a:cubicBezTo>
                      <a:pt x="2667" y="2711"/>
                      <a:pt x="2665" y="2718"/>
                      <a:pt x="2658" y="2721"/>
                    </a:cubicBezTo>
                    <a:cubicBezTo>
                      <a:pt x="2652" y="2725"/>
                      <a:pt x="2645" y="2722"/>
                      <a:pt x="2642" y="2716"/>
                    </a:cubicBezTo>
                    <a:close/>
                    <a:moveTo>
                      <a:pt x="2621" y="2671"/>
                    </a:moveTo>
                    <a:lnTo>
                      <a:pt x="2621" y="2671"/>
                    </a:lnTo>
                    <a:cubicBezTo>
                      <a:pt x="2617" y="2664"/>
                      <a:pt x="2620" y="2657"/>
                      <a:pt x="2626" y="2654"/>
                    </a:cubicBezTo>
                    <a:cubicBezTo>
                      <a:pt x="2632" y="2651"/>
                      <a:pt x="2640" y="2653"/>
                      <a:pt x="2643" y="2659"/>
                    </a:cubicBezTo>
                    <a:lnTo>
                      <a:pt x="2643" y="2659"/>
                    </a:lnTo>
                    <a:cubicBezTo>
                      <a:pt x="2646" y="2665"/>
                      <a:pt x="2643" y="2673"/>
                      <a:pt x="2637" y="2676"/>
                    </a:cubicBezTo>
                    <a:cubicBezTo>
                      <a:pt x="2631" y="2679"/>
                      <a:pt x="2624" y="2677"/>
                      <a:pt x="2621" y="2671"/>
                    </a:cubicBezTo>
                    <a:close/>
                    <a:moveTo>
                      <a:pt x="2599" y="2625"/>
                    </a:moveTo>
                    <a:lnTo>
                      <a:pt x="2599" y="2625"/>
                    </a:lnTo>
                    <a:cubicBezTo>
                      <a:pt x="2596" y="2619"/>
                      <a:pt x="2599" y="2612"/>
                      <a:pt x="2605" y="2608"/>
                    </a:cubicBezTo>
                    <a:cubicBezTo>
                      <a:pt x="2611" y="2605"/>
                      <a:pt x="2619" y="2608"/>
                      <a:pt x="2622" y="2614"/>
                    </a:cubicBezTo>
                    <a:lnTo>
                      <a:pt x="2622" y="2614"/>
                    </a:lnTo>
                    <a:cubicBezTo>
                      <a:pt x="2625" y="2620"/>
                      <a:pt x="2622" y="2628"/>
                      <a:pt x="2616" y="2631"/>
                    </a:cubicBezTo>
                    <a:cubicBezTo>
                      <a:pt x="2610" y="2634"/>
                      <a:pt x="2603" y="2631"/>
                      <a:pt x="2599" y="2625"/>
                    </a:cubicBezTo>
                    <a:close/>
                    <a:moveTo>
                      <a:pt x="2578" y="2580"/>
                    </a:moveTo>
                    <a:lnTo>
                      <a:pt x="2578" y="2580"/>
                    </a:lnTo>
                    <a:cubicBezTo>
                      <a:pt x="2575" y="2574"/>
                      <a:pt x="2578" y="2566"/>
                      <a:pt x="2584" y="2563"/>
                    </a:cubicBezTo>
                    <a:cubicBezTo>
                      <a:pt x="2590" y="2560"/>
                      <a:pt x="2597" y="2562"/>
                      <a:pt x="2601" y="2568"/>
                    </a:cubicBezTo>
                    <a:lnTo>
                      <a:pt x="2601" y="2568"/>
                    </a:lnTo>
                    <a:cubicBezTo>
                      <a:pt x="2604" y="2575"/>
                      <a:pt x="2601" y="2582"/>
                      <a:pt x="2595" y="2585"/>
                    </a:cubicBezTo>
                    <a:cubicBezTo>
                      <a:pt x="2589" y="2588"/>
                      <a:pt x="2582" y="2586"/>
                      <a:pt x="2578" y="2580"/>
                    </a:cubicBezTo>
                    <a:close/>
                    <a:moveTo>
                      <a:pt x="2557" y="2535"/>
                    </a:moveTo>
                    <a:lnTo>
                      <a:pt x="2557" y="2534"/>
                    </a:lnTo>
                    <a:cubicBezTo>
                      <a:pt x="2554" y="2528"/>
                      <a:pt x="2557" y="2521"/>
                      <a:pt x="2563" y="2518"/>
                    </a:cubicBezTo>
                    <a:cubicBezTo>
                      <a:pt x="2569" y="2515"/>
                      <a:pt x="2576" y="2517"/>
                      <a:pt x="2580" y="2523"/>
                    </a:cubicBezTo>
                    <a:lnTo>
                      <a:pt x="2580" y="2523"/>
                    </a:lnTo>
                    <a:cubicBezTo>
                      <a:pt x="2583" y="2529"/>
                      <a:pt x="2580" y="2537"/>
                      <a:pt x="2574" y="2540"/>
                    </a:cubicBezTo>
                    <a:cubicBezTo>
                      <a:pt x="2568" y="2543"/>
                      <a:pt x="2560" y="2541"/>
                      <a:pt x="2557" y="2535"/>
                    </a:cubicBezTo>
                    <a:close/>
                    <a:moveTo>
                      <a:pt x="2536" y="2489"/>
                    </a:moveTo>
                    <a:lnTo>
                      <a:pt x="2536" y="2489"/>
                    </a:lnTo>
                    <a:cubicBezTo>
                      <a:pt x="2533" y="2483"/>
                      <a:pt x="2535" y="2475"/>
                      <a:pt x="2542" y="2472"/>
                    </a:cubicBezTo>
                    <a:cubicBezTo>
                      <a:pt x="2548" y="2469"/>
                      <a:pt x="2555" y="2472"/>
                      <a:pt x="2558" y="2478"/>
                    </a:cubicBezTo>
                    <a:lnTo>
                      <a:pt x="2558" y="2478"/>
                    </a:lnTo>
                    <a:cubicBezTo>
                      <a:pt x="2562" y="2484"/>
                      <a:pt x="2559" y="2491"/>
                      <a:pt x="2553" y="2495"/>
                    </a:cubicBezTo>
                    <a:cubicBezTo>
                      <a:pt x="2547" y="2498"/>
                      <a:pt x="2539" y="2495"/>
                      <a:pt x="2536" y="2489"/>
                    </a:cubicBezTo>
                    <a:close/>
                    <a:moveTo>
                      <a:pt x="2515" y="2444"/>
                    </a:moveTo>
                    <a:lnTo>
                      <a:pt x="2515" y="2444"/>
                    </a:lnTo>
                    <a:cubicBezTo>
                      <a:pt x="2512" y="2438"/>
                      <a:pt x="2514" y="2430"/>
                      <a:pt x="2521" y="2427"/>
                    </a:cubicBezTo>
                    <a:cubicBezTo>
                      <a:pt x="2527" y="2424"/>
                      <a:pt x="2534" y="2426"/>
                      <a:pt x="2537" y="2432"/>
                    </a:cubicBezTo>
                    <a:lnTo>
                      <a:pt x="2537" y="2432"/>
                    </a:lnTo>
                    <a:cubicBezTo>
                      <a:pt x="2541" y="2439"/>
                      <a:pt x="2538" y="2446"/>
                      <a:pt x="2532" y="2449"/>
                    </a:cubicBezTo>
                    <a:cubicBezTo>
                      <a:pt x="2526" y="2452"/>
                      <a:pt x="2518" y="2450"/>
                      <a:pt x="2515" y="2444"/>
                    </a:cubicBezTo>
                    <a:close/>
                    <a:moveTo>
                      <a:pt x="2494" y="2398"/>
                    </a:moveTo>
                    <a:lnTo>
                      <a:pt x="2494" y="2398"/>
                    </a:lnTo>
                    <a:cubicBezTo>
                      <a:pt x="2491" y="2392"/>
                      <a:pt x="2493" y="2385"/>
                      <a:pt x="2499" y="2382"/>
                    </a:cubicBezTo>
                    <a:cubicBezTo>
                      <a:pt x="2506" y="2378"/>
                      <a:pt x="2513" y="2381"/>
                      <a:pt x="2516" y="2387"/>
                    </a:cubicBezTo>
                    <a:lnTo>
                      <a:pt x="2516" y="2387"/>
                    </a:lnTo>
                    <a:cubicBezTo>
                      <a:pt x="2519" y="2393"/>
                      <a:pt x="2517" y="2401"/>
                      <a:pt x="2511" y="2404"/>
                    </a:cubicBezTo>
                    <a:cubicBezTo>
                      <a:pt x="2505" y="2407"/>
                      <a:pt x="2497" y="2405"/>
                      <a:pt x="2494" y="2398"/>
                    </a:cubicBezTo>
                    <a:close/>
                    <a:moveTo>
                      <a:pt x="2473" y="2353"/>
                    </a:moveTo>
                    <a:lnTo>
                      <a:pt x="2473" y="2353"/>
                    </a:lnTo>
                    <a:cubicBezTo>
                      <a:pt x="2470" y="2347"/>
                      <a:pt x="2472" y="2339"/>
                      <a:pt x="2478" y="2336"/>
                    </a:cubicBezTo>
                    <a:cubicBezTo>
                      <a:pt x="2485" y="2333"/>
                      <a:pt x="2492" y="2335"/>
                      <a:pt x="2495" y="2342"/>
                    </a:cubicBezTo>
                    <a:lnTo>
                      <a:pt x="2495" y="2342"/>
                    </a:lnTo>
                    <a:cubicBezTo>
                      <a:pt x="2498" y="2348"/>
                      <a:pt x="2496" y="2355"/>
                      <a:pt x="2490" y="2358"/>
                    </a:cubicBezTo>
                    <a:cubicBezTo>
                      <a:pt x="2484" y="2362"/>
                      <a:pt x="2476" y="2359"/>
                      <a:pt x="2473" y="2353"/>
                    </a:cubicBezTo>
                    <a:close/>
                    <a:moveTo>
                      <a:pt x="2452" y="2308"/>
                    </a:moveTo>
                    <a:lnTo>
                      <a:pt x="2452" y="2308"/>
                    </a:lnTo>
                    <a:cubicBezTo>
                      <a:pt x="2449" y="2302"/>
                      <a:pt x="2451" y="2294"/>
                      <a:pt x="2457" y="2291"/>
                    </a:cubicBezTo>
                    <a:cubicBezTo>
                      <a:pt x="2463" y="2288"/>
                      <a:pt x="2471" y="2290"/>
                      <a:pt x="2474" y="2296"/>
                    </a:cubicBezTo>
                    <a:lnTo>
                      <a:pt x="2474" y="2296"/>
                    </a:lnTo>
                    <a:cubicBezTo>
                      <a:pt x="2477" y="2302"/>
                      <a:pt x="2475" y="2310"/>
                      <a:pt x="2469" y="2313"/>
                    </a:cubicBezTo>
                    <a:cubicBezTo>
                      <a:pt x="2463" y="2316"/>
                      <a:pt x="2455" y="2314"/>
                      <a:pt x="2452" y="2308"/>
                    </a:cubicBezTo>
                    <a:close/>
                    <a:moveTo>
                      <a:pt x="2431" y="2262"/>
                    </a:moveTo>
                    <a:lnTo>
                      <a:pt x="2431" y="2262"/>
                    </a:lnTo>
                    <a:cubicBezTo>
                      <a:pt x="2428" y="2256"/>
                      <a:pt x="2430" y="2249"/>
                      <a:pt x="2436" y="2245"/>
                    </a:cubicBezTo>
                    <a:cubicBezTo>
                      <a:pt x="2442" y="2242"/>
                      <a:pt x="2450" y="2245"/>
                      <a:pt x="2453" y="2251"/>
                    </a:cubicBezTo>
                    <a:lnTo>
                      <a:pt x="2453" y="2251"/>
                    </a:lnTo>
                    <a:cubicBezTo>
                      <a:pt x="2456" y="2257"/>
                      <a:pt x="2454" y="2265"/>
                      <a:pt x="2448" y="2268"/>
                    </a:cubicBezTo>
                    <a:cubicBezTo>
                      <a:pt x="2441" y="2271"/>
                      <a:pt x="2434" y="2268"/>
                      <a:pt x="2431" y="2262"/>
                    </a:cubicBezTo>
                    <a:close/>
                    <a:moveTo>
                      <a:pt x="2410" y="2217"/>
                    </a:moveTo>
                    <a:lnTo>
                      <a:pt x="2410" y="2217"/>
                    </a:lnTo>
                    <a:cubicBezTo>
                      <a:pt x="2407" y="2211"/>
                      <a:pt x="2409" y="2203"/>
                      <a:pt x="2415" y="2200"/>
                    </a:cubicBezTo>
                    <a:cubicBezTo>
                      <a:pt x="2421" y="2197"/>
                      <a:pt x="2429" y="2199"/>
                      <a:pt x="2432" y="2206"/>
                    </a:cubicBezTo>
                    <a:lnTo>
                      <a:pt x="2432" y="2206"/>
                    </a:lnTo>
                    <a:cubicBezTo>
                      <a:pt x="2435" y="2212"/>
                      <a:pt x="2433" y="2219"/>
                      <a:pt x="2427" y="2222"/>
                    </a:cubicBezTo>
                    <a:cubicBezTo>
                      <a:pt x="2420" y="2226"/>
                      <a:pt x="2413" y="2223"/>
                      <a:pt x="2410" y="2217"/>
                    </a:cubicBezTo>
                    <a:close/>
                    <a:moveTo>
                      <a:pt x="2389" y="2172"/>
                    </a:moveTo>
                    <a:lnTo>
                      <a:pt x="2389" y="2172"/>
                    </a:lnTo>
                    <a:cubicBezTo>
                      <a:pt x="2385" y="2165"/>
                      <a:pt x="2388" y="2158"/>
                      <a:pt x="2394" y="2155"/>
                    </a:cubicBezTo>
                    <a:cubicBezTo>
                      <a:pt x="2400" y="2152"/>
                      <a:pt x="2408" y="2154"/>
                      <a:pt x="2411" y="2160"/>
                    </a:cubicBezTo>
                    <a:lnTo>
                      <a:pt x="2411" y="2160"/>
                    </a:lnTo>
                    <a:cubicBezTo>
                      <a:pt x="2414" y="2166"/>
                      <a:pt x="2412" y="2174"/>
                      <a:pt x="2405" y="2177"/>
                    </a:cubicBezTo>
                    <a:cubicBezTo>
                      <a:pt x="2399" y="2180"/>
                      <a:pt x="2392" y="2178"/>
                      <a:pt x="2389" y="2172"/>
                    </a:cubicBezTo>
                    <a:close/>
                    <a:moveTo>
                      <a:pt x="2368" y="2126"/>
                    </a:moveTo>
                    <a:lnTo>
                      <a:pt x="2368" y="2126"/>
                    </a:lnTo>
                    <a:cubicBezTo>
                      <a:pt x="2364" y="2120"/>
                      <a:pt x="2367" y="2113"/>
                      <a:pt x="2373" y="2109"/>
                    </a:cubicBezTo>
                    <a:cubicBezTo>
                      <a:pt x="2379" y="2106"/>
                      <a:pt x="2387" y="2109"/>
                      <a:pt x="2390" y="2115"/>
                    </a:cubicBezTo>
                    <a:lnTo>
                      <a:pt x="2390" y="2115"/>
                    </a:lnTo>
                    <a:cubicBezTo>
                      <a:pt x="2393" y="2121"/>
                      <a:pt x="2390" y="2129"/>
                      <a:pt x="2384" y="2132"/>
                    </a:cubicBezTo>
                    <a:cubicBezTo>
                      <a:pt x="2378" y="2135"/>
                      <a:pt x="2371" y="2132"/>
                      <a:pt x="2368" y="2126"/>
                    </a:cubicBezTo>
                    <a:close/>
                    <a:moveTo>
                      <a:pt x="2346" y="2081"/>
                    </a:moveTo>
                    <a:lnTo>
                      <a:pt x="2346" y="2081"/>
                    </a:lnTo>
                    <a:cubicBezTo>
                      <a:pt x="2343" y="2075"/>
                      <a:pt x="2346" y="2067"/>
                      <a:pt x="2352" y="2064"/>
                    </a:cubicBezTo>
                    <a:cubicBezTo>
                      <a:pt x="2358" y="2061"/>
                      <a:pt x="2366" y="2063"/>
                      <a:pt x="2369" y="2069"/>
                    </a:cubicBezTo>
                    <a:lnTo>
                      <a:pt x="2369" y="2069"/>
                    </a:lnTo>
                    <a:cubicBezTo>
                      <a:pt x="2372" y="2076"/>
                      <a:pt x="2369" y="2083"/>
                      <a:pt x="2363" y="2086"/>
                    </a:cubicBezTo>
                    <a:cubicBezTo>
                      <a:pt x="2357" y="2089"/>
                      <a:pt x="2350" y="2087"/>
                      <a:pt x="2346" y="2081"/>
                    </a:cubicBezTo>
                    <a:close/>
                    <a:moveTo>
                      <a:pt x="2325" y="2035"/>
                    </a:moveTo>
                    <a:lnTo>
                      <a:pt x="2325" y="2035"/>
                    </a:lnTo>
                    <a:cubicBezTo>
                      <a:pt x="2322" y="2029"/>
                      <a:pt x="2325" y="2022"/>
                      <a:pt x="2331" y="2019"/>
                    </a:cubicBezTo>
                    <a:cubicBezTo>
                      <a:pt x="2337" y="2015"/>
                      <a:pt x="2344" y="2018"/>
                      <a:pt x="2348" y="2024"/>
                    </a:cubicBezTo>
                    <a:lnTo>
                      <a:pt x="2348" y="2024"/>
                    </a:lnTo>
                    <a:cubicBezTo>
                      <a:pt x="2351" y="2030"/>
                      <a:pt x="2348" y="2038"/>
                      <a:pt x="2342" y="2041"/>
                    </a:cubicBezTo>
                    <a:cubicBezTo>
                      <a:pt x="2336" y="2044"/>
                      <a:pt x="2328" y="2042"/>
                      <a:pt x="2325" y="2035"/>
                    </a:cubicBezTo>
                    <a:close/>
                    <a:moveTo>
                      <a:pt x="2304" y="1990"/>
                    </a:moveTo>
                    <a:lnTo>
                      <a:pt x="2304" y="1990"/>
                    </a:lnTo>
                    <a:cubicBezTo>
                      <a:pt x="2301" y="1984"/>
                      <a:pt x="2304" y="1976"/>
                      <a:pt x="2310" y="1973"/>
                    </a:cubicBezTo>
                    <a:cubicBezTo>
                      <a:pt x="2316" y="1970"/>
                      <a:pt x="2323" y="1973"/>
                      <a:pt x="2327" y="1979"/>
                    </a:cubicBezTo>
                    <a:lnTo>
                      <a:pt x="2327" y="1979"/>
                    </a:lnTo>
                    <a:cubicBezTo>
                      <a:pt x="2330" y="1985"/>
                      <a:pt x="2327" y="1992"/>
                      <a:pt x="2321" y="1996"/>
                    </a:cubicBezTo>
                    <a:cubicBezTo>
                      <a:pt x="2315" y="1999"/>
                      <a:pt x="2307" y="1996"/>
                      <a:pt x="2304" y="1990"/>
                    </a:cubicBezTo>
                    <a:close/>
                    <a:moveTo>
                      <a:pt x="2283" y="1945"/>
                    </a:moveTo>
                    <a:lnTo>
                      <a:pt x="2283" y="1945"/>
                    </a:lnTo>
                    <a:cubicBezTo>
                      <a:pt x="2280" y="1939"/>
                      <a:pt x="2282" y="1931"/>
                      <a:pt x="2289" y="1928"/>
                    </a:cubicBezTo>
                    <a:cubicBezTo>
                      <a:pt x="2295" y="1925"/>
                      <a:pt x="2302" y="1927"/>
                      <a:pt x="2305" y="1933"/>
                    </a:cubicBezTo>
                    <a:lnTo>
                      <a:pt x="2305" y="1933"/>
                    </a:lnTo>
                    <a:cubicBezTo>
                      <a:pt x="2309" y="1940"/>
                      <a:pt x="2306" y="1947"/>
                      <a:pt x="2300" y="1950"/>
                    </a:cubicBezTo>
                    <a:cubicBezTo>
                      <a:pt x="2294" y="1953"/>
                      <a:pt x="2286" y="1951"/>
                      <a:pt x="2283" y="1945"/>
                    </a:cubicBezTo>
                    <a:close/>
                    <a:moveTo>
                      <a:pt x="2262" y="1899"/>
                    </a:moveTo>
                    <a:lnTo>
                      <a:pt x="2262" y="1899"/>
                    </a:lnTo>
                    <a:cubicBezTo>
                      <a:pt x="2259" y="1893"/>
                      <a:pt x="2261" y="1886"/>
                      <a:pt x="2268" y="1883"/>
                    </a:cubicBezTo>
                    <a:cubicBezTo>
                      <a:pt x="2274" y="1879"/>
                      <a:pt x="2281" y="1882"/>
                      <a:pt x="2284" y="1888"/>
                    </a:cubicBezTo>
                    <a:lnTo>
                      <a:pt x="2284" y="1888"/>
                    </a:lnTo>
                    <a:cubicBezTo>
                      <a:pt x="2288" y="1894"/>
                      <a:pt x="2285" y="1902"/>
                      <a:pt x="2279" y="1905"/>
                    </a:cubicBezTo>
                    <a:cubicBezTo>
                      <a:pt x="2273" y="1908"/>
                      <a:pt x="2265" y="1906"/>
                      <a:pt x="2262" y="1899"/>
                    </a:cubicBezTo>
                    <a:close/>
                    <a:moveTo>
                      <a:pt x="2241" y="1854"/>
                    </a:moveTo>
                    <a:lnTo>
                      <a:pt x="2241" y="1854"/>
                    </a:lnTo>
                    <a:cubicBezTo>
                      <a:pt x="2238" y="1848"/>
                      <a:pt x="2240" y="1840"/>
                      <a:pt x="2246" y="1837"/>
                    </a:cubicBezTo>
                    <a:cubicBezTo>
                      <a:pt x="2253" y="1834"/>
                      <a:pt x="2260" y="1836"/>
                      <a:pt x="2263" y="1843"/>
                    </a:cubicBezTo>
                    <a:lnTo>
                      <a:pt x="2263" y="1843"/>
                    </a:lnTo>
                    <a:cubicBezTo>
                      <a:pt x="2266" y="1849"/>
                      <a:pt x="2264" y="1856"/>
                      <a:pt x="2258" y="1859"/>
                    </a:cubicBezTo>
                    <a:cubicBezTo>
                      <a:pt x="2252" y="1863"/>
                      <a:pt x="2244" y="1860"/>
                      <a:pt x="2241" y="1854"/>
                    </a:cubicBezTo>
                    <a:close/>
                    <a:moveTo>
                      <a:pt x="2220" y="1809"/>
                    </a:moveTo>
                    <a:lnTo>
                      <a:pt x="2220" y="1809"/>
                    </a:lnTo>
                    <a:cubicBezTo>
                      <a:pt x="2217" y="1802"/>
                      <a:pt x="2219" y="1795"/>
                      <a:pt x="2225" y="1792"/>
                    </a:cubicBezTo>
                    <a:cubicBezTo>
                      <a:pt x="2232" y="1789"/>
                      <a:pt x="2239" y="1791"/>
                      <a:pt x="2242" y="1797"/>
                    </a:cubicBezTo>
                    <a:lnTo>
                      <a:pt x="2242" y="1797"/>
                    </a:lnTo>
                    <a:cubicBezTo>
                      <a:pt x="2245" y="1803"/>
                      <a:pt x="2243" y="1811"/>
                      <a:pt x="2237" y="1814"/>
                    </a:cubicBezTo>
                    <a:cubicBezTo>
                      <a:pt x="2231" y="1817"/>
                      <a:pt x="2223" y="1815"/>
                      <a:pt x="2220" y="1809"/>
                    </a:cubicBezTo>
                    <a:close/>
                    <a:moveTo>
                      <a:pt x="2199" y="1763"/>
                    </a:moveTo>
                    <a:lnTo>
                      <a:pt x="2199" y="1763"/>
                    </a:lnTo>
                    <a:cubicBezTo>
                      <a:pt x="2196" y="1757"/>
                      <a:pt x="2198" y="1750"/>
                      <a:pt x="2204" y="1746"/>
                    </a:cubicBezTo>
                    <a:cubicBezTo>
                      <a:pt x="2210" y="1743"/>
                      <a:pt x="2218" y="1746"/>
                      <a:pt x="2221" y="1752"/>
                    </a:cubicBezTo>
                    <a:lnTo>
                      <a:pt x="2221" y="1752"/>
                    </a:lnTo>
                    <a:cubicBezTo>
                      <a:pt x="2224" y="1758"/>
                      <a:pt x="2222" y="1766"/>
                      <a:pt x="2216" y="1769"/>
                    </a:cubicBezTo>
                    <a:cubicBezTo>
                      <a:pt x="2210" y="1772"/>
                      <a:pt x="2202" y="1769"/>
                      <a:pt x="2199" y="1763"/>
                    </a:cubicBezTo>
                    <a:close/>
                    <a:moveTo>
                      <a:pt x="2178" y="1718"/>
                    </a:moveTo>
                    <a:lnTo>
                      <a:pt x="2178" y="1718"/>
                    </a:lnTo>
                    <a:cubicBezTo>
                      <a:pt x="2175" y="1712"/>
                      <a:pt x="2177" y="1704"/>
                      <a:pt x="2183" y="1701"/>
                    </a:cubicBezTo>
                    <a:cubicBezTo>
                      <a:pt x="2189" y="1698"/>
                      <a:pt x="2197" y="1700"/>
                      <a:pt x="2200" y="1707"/>
                    </a:cubicBezTo>
                    <a:lnTo>
                      <a:pt x="2200" y="1707"/>
                    </a:lnTo>
                    <a:cubicBezTo>
                      <a:pt x="2203" y="1713"/>
                      <a:pt x="2201" y="1720"/>
                      <a:pt x="2195" y="1723"/>
                    </a:cubicBezTo>
                    <a:cubicBezTo>
                      <a:pt x="2188" y="1727"/>
                      <a:pt x="2181" y="1724"/>
                      <a:pt x="2178" y="1718"/>
                    </a:cubicBezTo>
                    <a:close/>
                    <a:moveTo>
                      <a:pt x="2157" y="1673"/>
                    </a:moveTo>
                    <a:lnTo>
                      <a:pt x="2157" y="1673"/>
                    </a:lnTo>
                    <a:cubicBezTo>
                      <a:pt x="2154" y="1666"/>
                      <a:pt x="2156" y="1659"/>
                      <a:pt x="2162" y="1656"/>
                    </a:cubicBezTo>
                    <a:cubicBezTo>
                      <a:pt x="2168" y="1653"/>
                      <a:pt x="2176" y="1655"/>
                      <a:pt x="2179" y="1661"/>
                    </a:cubicBezTo>
                    <a:lnTo>
                      <a:pt x="2179" y="1661"/>
                    </a:lnTo>
                    <a:cubicBezTo>
                      <a:pt x="2182" y="1667"/>
                      <a:pt x="2180" y="1675"/>
                      <a:pt x="2174" y="1678"/>
                    </a:cubicBezTo>
                    <a:cubicBezTo>
                      <a:pt x="2167" y="1681"/>
                      <a:pt x="2160" y="1679"/>
                      <a:pt x="2157" y="1673"/>
                    </a:cubicBezTo>
                    <a:close/>
                    <a:moveTo>
                      <a:pt x="2136" y="1627"/>
                    </a:moveTo>
                    <a:lnTo>
                      <a:pt x="2136" y="1627"/>
                    </a:lnTo>
                    <a:cubicBezTo>
                      <a:pt x="2132" y="1621"/>
                      <a:pt x="2135" y="1613"/>
                      <a:pt x="2141" y="1610"/>
                    </a:cubicBezTo>
                    <a:cubicBezTo>
                      <a:pt x="2147" y="1607"/>
                      <a:pt x="2155" y="1610"/>
                      <a:pt x="2158" y="1616"/>
                    </a:cubicBezTo>
                    <a:lnTo>
                      <a:pt x="2158" y="1616"/>
                    </a:lnTo>
                    <a:cubicBezTo>
                      <a:pt x="2161" y="1622"/>
                      <a:pt x="2159" y="1629"/>
                      <a:pt x="2152" y="1633"/>
                    </a:cubicBezTo>
                    <a:cubicBezTo>
                      <a:pt x="2146" y="1636"/>
                      <a:pt x="2139" y="1633"/>
                      <a:pt x="2136" y="1627"/>
                    </a:cubicBezTo>
                    <a:close/>
                    <a:moveTo>
                      <a:pt x="2115" y="1582"/>
                    </a:moveTo>
                    <a:lnTo>
                      <a:pt x="2115" y="1582"/>
                    </a:lnTo>
                    <a:cubicBezTo>
                      <a:pt x="2111" y="1576"/>
                      <a:pt x="2114" y="1568"/>
                      <a:pt x="2120" y="1565"/>
                    </a:cubicBezTo>
                    <a:cubicBezTo>
                      <a:pt x="2126" y="1562"/>
                      <a:pt x="2134" y="1564"/>
                      <a:pt x="2137" y="1570"/>
                    </a:cubicBezTo>
                    <a:lnTo>
                      <a:pt x="2137" y="1570"/>
                    </a:lnTo>
                    <a:cubicBezTo>
                      <a:pt x="2140" y="1577"/>
                      <a:pt x="2137" y="1584"/>
                      <a:pt x="2131" y="1587"/>
                    </a:cubicBezTo>
                    <a:cubicBezTo>
                      <a:pt x="2125" y="1590"/>
                      <a:pt x="2118" y="1588"/>
                      <a:pt x="2115" y="1582"/>
                    </a:cubicBezTo>
                    <a:close/>
                    <a:moveTo>
                      <a:pt x="2093" y="1536"/>
                    </a:moveTo>
                    <a:lnTo>
                      <a:pt x="2093" y="1536"/>
                    </a:lnTo>
                    <a:cubicBezTo>
                      <a:pt x="2090" y="1530"/>
                      <a:pt x="2093" y="1523"/>
                      <a:pt x="2099" y="1520"/>
                    </a:cubicBezTo>
                    <a:cubicBezTo>
                      <a:pt x="2105" y="1516"/>
                      <a:pt x="2113" y="1519"/>
                      <a:pt x="2116" y="1525"/>
                    </a:cubicBezTo>
                    <a:lnTo>
                      <a:pt x="2116" y="1525"/>
                    </a:lnTo>
                    <a:cubicBezTo>
                      <a:pt x="2119" y="1531"/>
                      <a:pt x="2116" y="1539"/>
                      <a:pt x="2110" y="1542"/>
                    </a:cubicBezTo>
                    <a:cubicBezTo>
                      <a:pt x="2104" y="1545"/>
                      <a:pt x="2097" y="1543"/>
                      <a:pt x="2093" y="1536"/>
                    </a:cubicBezTo>
                    <a:close/>
                    <a:moveTo>
                      <a:pt x="2072" y="1491"/>
                    </a:moveTo>
                    <a:lnTo>
                      <a:pt x="2072" y="1491"/>
                    </a:lnTo>
                    <a:cubicBezTo>
                      <a:pt x="2069" y="1485"/>
                      <a:pt x="2072" y="1477"/>
                      <a:pt x="2078" y="1474"/>
                    </a:cubicBezTo>
                    <a:cubicBezTo>
                      <a:pt x="2084" y="1471"/>
                      <a:pt x="2091" y="1474"/>
                      <a:pt x="2095" y="1480"/>
                    </a:cubicBezTo>
                    <a:lnTo>
                      <a:pt x="2095" y="1480"/>
                    </a:lnTo>
                    <a:cubicBezTo>
                      <a:pt x="2098" y="1486"/>
                      <a:pt x="2095" y="1493"/>
                      <a:pt x="2089" y="1497"/>
                    </a:cubicBezTo>
                    <a:cubicBezTo>
                      <a:pt x="2083" y="1500"/>
                      <a:pt x="2075" y="1497"/>
                      <a:pt x="2072" y="1491"/>
                    </a:cubicBezTo>
                    <a:close/>
                    <a:moveTo>
                      <a:pt x="2051" y="1446"/>
                    </a:moveTo>
                    <a:lnTo>
                      <a:pt x="2051" y="1446"/>
                    </a:lnTo>
                    <a:cubicBezTo>
                      <a:pt x="2048" y="1440"/>
                      <a:pt x="2051" y="1432"/>
                      <a:pt x="2057" y="1429"/>
                    </a:cubicBezTo>
                    <a:cubicBezTo>
                      <a:pt x="2063" y="1426"/>
                      <a:pt x="2070" y="1428"/>
                      <a:pt x="2074" y="1434"/>
                    </a:cubicBezTo>
                    <a:lnTo>
                      <a:pt x="2074" y="1434"/>
                    </a:lnTo>
                    <a:cubicBezTo>
                      <a:pt x="2077" y="1441"/>
                      <a:pt x="2074" y="1448"/>
                      <a:pt x="2068" y="1451"/>
                    </a:cubicBezTo>
                    <a:cubicBezTo>
                      <a:pt x="2062" y="1454"/>
                      <a:pt x="2054" y="1452"/>
                      <a:pt x="2051" y="1446"/>
                    </a:cubicBezTo>
                    <a:close/>
                    <a:moveTo>
                      <a:pt x="2030" y="1400"/>
                    </a:moveTo>
                    <a:lnTo>
                      <a:pt x="2030" y="1400"/>
                    </a:lnTo>
                    <a:cubicBezTo>
                      <a:pt x="2027" y="1394"/>
                      <a:pt x="2029" y="1387"/>
                      <a:pt x="2036" y="1384"/>
                    </a:cubicBezTo>
                    <a:cubicBezTo>
                      <a:pt x="2042" y="1380"/>
                      <a:pt x="2049" y="1383"/>
                      <a:pt x="2052" y="1389"/>
                    </a:cubicBezTo>
                    <a:lnTo>
                      <a:pt x="2052" y="1389"/>
                    </a:lnTo>
                    <a:cubicBezTo>
                      <a:pt x="2056" y="1395"/>
                      <a:pt x="2053" y="1403"/>
                      <a:pt x="2047" y="1406"/>
                    </a:cubicBezTo>
                    <a:cubicBezTo>
                      <a:pt x="2041" y="1409"/>
                      <a:pt x="2033" y="1407"/>
                      <a:pt x="2030" y="1400"/>
                    </a:cubicBezTo>
                    <a:close/>
                    <a:moveTo>
                      <a:pt x="2009" y="1355"/>
                    </a:moveTo>
                    <a:lnTo>
                      <a:pt x="2009" y="1355"/>
                    </a:lnTo>
                    <a:cubicBezTo>
                      <a:pt x="2006" y="1349"/>
                      <a:pt x="2008" y="1341"/>
                      <a:pt x="2015" y="1338"/>
                    </a:cubicBezTo>
                    <a:cubicBezTo>
                      <a:pt x="2021" y="1335"/>
                      <a:pt x="2028" y="1337"/>
                      <a:pt x="2031" y="1344"/>
                    </a:cubicBezTo>
                    <a:lnTo>
                      <a:pt x="2031" y="1344"/>
                    </a:lnTo>
                    <a:cubicBezTo>
                      <a:pt x="2035" y="1350"/>
                      <a:pt x="2032" y="1357"/>
                      <a:pt x="2026" y="1360"/>
                    </a:cubicBezTo>
                    <a:cubicBezTo>
                      <a:pt x="2020" y="1364"/>
                      <a:pt x="2012" y="1361"/>
                      <a:pt x="2009" y="1355"/>
                    </a:cubicBezTo>
                    <a:close/>
                    <a:moveTo>
                      <a:pt x="1988" y="1310"/>
                    </a:moveTo>
                    <a:lnTo>
                      <a:pt x="1988" y="1310"/>
                    </a:lnTo>
                    <a:cubicBezTo>
                      <a:pt x="1985" y="1303"/>
                      <a:pt x="1987" y="1296"/>
                      <a:pt x="1993" y="1293"/>
                    </a:cubicBezTo>
                    <a:cubicBezTo>
                      <a:pt x="2000" y="1290"/>
                      <a:pt x="2007" y="1292"/>
                      <a:pt x="2010" y="1298"/>
                    </a:cubicBezTo>
                    <a:lnTo>
                      <a:pt x="2010" y="1298"/>
                    </a:lnTo>
                    <a:cubicBezTo>
                      <a:pt x="2013" y="1304"/>
                      <a:pt x="2011" y="1312"/>
                      <a:pt x="2005" y="1315"/>
                    </a:cubicBezTo>
                    <a:cubicBezTo>
                      <a:pt x="1999" y="1318"/>
                      <a:pt x="1991" y="1316"/>
                      <a:pt x="1988" y="1310"/>
                    </a:cubicBezTo>
                    <a:close/>
                    <a:moveTo>
                      <a:pt x="1967" y="1264"/>
                    </a:moveTo>
                    <a:lnTo>
                      <a:pt x="1967" y="1264"/>
                    </a:lnTo>
                    <a:cubicBezTo>
                      <a:pt x="1964" y="1258"/>
                      <a:pt x="1966" y="1251"/>
                      <a:pt x="1972" y="1247"/>
                    </a:cubicBezTo>
                    <a:cubicBezTo>
                      <a:pt x="1979" y="1244"/>
                      <a:pt x="1986" y="1247"/>
                      <a:pt x="1989" y="1253"/>
                    </a:cubicBezTo>
                    <a:lnTo>
                      <a:pt x="1989" y="1253"/>
                    </a:lnTo>
                    <a:cubicBezTo>
                      <a:pt x="1992" y="1259"/>
                      <a:pt x="1990" y="1267"/>
                      <a:pt x="1984" y="1270"/>
                    </a:cubicBezTo>
                    <a:cubicBezTo>
                      <a:pt x="1978" y="1273"/>
                      <a:pt x="1970" y="1270"/>
                      <a:pt x="1967" y="1264"/>
                    </a:cubicBezTo>
                    <a:close/>
                    <a:moveTo>
                      <a:pt x="1946" y="1219"/>
                    </a:moveTo>
                    <a:lnTo>
                      <a:pt x="1946" y="1219"/>
                    </a:lnTo>
                    <a:cubicBezTo>
                      <a:pt x="1943" y="1213"/>
                      <a:pt x="1945" y="1205"/>
                      <a:pt x="1951" y="1202"/>
                    </a:cubicBezTo>
                    <a:cubicBezTo>
                      <a:pt x="1957" y="1199"/>
                      <a:pt x="1965" y="1201"/>
                      <a:pt x="1968" y="1208"/>
                    </a:cubicBezTo>
                    <a:lnTo>
                      <a:pt x="1968" y="1208"/>
                    </a:lnTo>
                    <a:cubicBezTo>
                      <a:pt x="1971" y="1214"/>
                      <a:pt x="1969" y="1221"/>
                      <a:pt x="1963" y="1224"/>
                    </a:cubicBezTo>
                    <a:cubicBezTo>
                      <a:pt x="1957" y="1227"/>
                      <a:pt x="1949" y="1225"/>
                      <a:pt x="1946" y="1219"/>
                    </a:cubicBezTo>
                    <a:close/>
                    <a:moveTo>
                      <a:pt x="1925" y="1174"/>
                    </a:moveTo>
                    <a:lnTo>
                      <a:pt x="1925" y="1174"/>
                    </a:lnTo>
                    <a:cubicBezTo>
                      <a:pt x="1922" y="1167"/>
                      <a:pt x="1924" y="1160"/>
                      <a:pt x="1930" y="1157"/>
                    </a:cubicBezTo>
                    <a:cubicBezTo>
                      <a:pt x="1936" y="1154"/>
                      <a:pt x="1944" y="1156"/>
                      <a:pt x="1947" y="1162"/>
                    </a:cubicBezTo>
                    <a:lnTo>
                      <a:pt x="1947" y="1162"/>
                    </a:lnTo>
                    <a:cubicBezTo>
                      <a:pt x="1950" y="1168"/>
                      <a:pt x="1948" y="1176"/>
                      <a:pt x="1942" y="1179"/>
                    </a:cubicBezTo>
                    <a:cubicBezTo>
                      <a:pt x="1935" y="1182"/>
                      <a:pt x="1928" y="1180"/>
                      <a:pt x="1925" y="1174"/>
                    </a:cubicBezTo>
                    <a:close/>
                    <a:moveTo>
                      <a:pt x="1904" y="1128"/>
                    </a:moveTo>
                    <a:lnTo>
                      <a:pt x="1904" y="1128"/>
                    </a:lnTo>
                    <a:cubicBezTo>
                      <a:pt x="1901" y="1122"/>
                      <a:pt x="1903" y="1114"/>
                      <a:pt x="1909" y="1111"/>
                    </a:cubicBezTo>
                    <a:cubicBezTo>
                      <a:pt x="1915" y="1108"/>
                      <a:pt x="1923" y="1111"/>
                      <a:pt x="1926" y="1117"/>
                    </a:cubicBezTo>
                    <a:lnTo>
                      <a:pt x="1926" y="1117"/>
                    </a:lnTo>
                    <a:cubicBezTo>
                      <a:pt x="1929" y="1123"/>
                      <a:pt x="1927" y="1130"/>
                      <a:pt x="1921" y="1134"/>
                    </a:cubicBezTo>
                    <a:cubicBezTo>
                      <a:pt x="1914" y="1137"/>
                      <a:pt x="1907" y="1134"/>
                      <a:pt x="1904" y="1128"/>
                    </a:cubicBezTo>
                    <a:close/>
                    <a:moveTo>
                      <a:pt x="1883" y="1083"/>
                    </a:moveTo>
                    <a:lnTo>
                      <a:pt x="1883" y="1083"/>
                    </a:lnTo>
                    <a:cubicBezTo>
                      <a:pt x="1879" y="1077"/>
                      <a:pt x="1882" y="1069"/>
                      <a:pt x="1888" y="1066"/>
                    </a:cubicBezTo>
                    <a:cubicBezTo>
                      <a:pt x="1894" y="1063"/>
                      <a:pt x="1902" y="1065"/>
                      <a:pt x="1905" y="1071"/>
                    </a:cubicBezTo>
                    <a:lnTo>
                      <a:pt x="1905" y="1071"/>
                    </a:lnTo>
                    <a:cubicBezTo>
                      <a:pt x="1908" y="1078"/>
                      <a:pt x="1906" y="1085"/>
                      <a:pt x="1899" y="1088"/>
                    </a:cubicBezTo>
                    <a:cubicBezTo>
                      <a:pt x="1893" y="1091"/>
                      <a:pt x="1886" y="1089"/>
                      <a:pt x="1883" y="1083"/>
                    </a:cubicBezTo>
                    <a:close/>
                    <a:moveTo>
                      <a:pt x="1862" y="1037"/>
                    </a:moveTo>
                    <a:lnTo>
                      <a:pt x="1862" y="1037"/>
                    </a:lnTo>
                    <a:cubicBezTo>
                      <a:pt x="1858" y="1031"/>
                      <a:pt x="1861" y="1024"/>
                      <a:pt x="1867" y="1021"/>
                    </a:cubicBezTo>
                    <a:cubicBezTo>
                      <a:pt x="1873" y="1017"/>
                      <a:pt x="1881" y="1020"/>
                      <a:pt x="1884" y="1026"/>
                    </a:cubicBezTo>
                    <a:lnTo>
                      <a:pt x="1884" y="1026"/>
                    </a:lnTo>
                    <a:cubicBezTo>
                      <a:pt x="1887" y="1032"/>
                      <a:pt x="1884" y="1040"/>
                      <a:pt x="1878" y="1043"/>
                    </a:cubicBezTo>
                    <a:cubicBezTo>
                      <a:pt x="1872" y="1046"/>
                      <a:pt x="1865" y="1044"/>
                      <a:pt x="1862" y="1037"/>
                    </a:cubicBezTo>
                    <a:close/>
                    <a:moveTo>
                      <a:pt x="1840" y="992"/>
                    </a:moveTo>
                    <a:lnTo>
                      <a:pt x="1840" y="992"/>
                    </a:lnTo>
                    <a:cubicBezTo>
                      <a:pt x="1837" y="986"/>
                      <a:pt x="1840" y="978"/>
                      <a:pt x="1846" y="975"/>
                    </a:cubicBezTo>
                    <a:cubicBezTo>
                      <a:pt x="1852" y="972"/>
                      <a:pt x="1860" y="975"/>
                      <a:pt x="1863" y="981"/>
                    </a:cubicBezTo>
                    <a:lnTo>
                      <a:pt x="1863" y="981"/>
                    </a:lnTo>
                    <a:cubicBezTo>
                      <a:pt x="1866" y="987"/>
                      <a:pt x="1863" y="994"/>
                      <a:pt x="1857" y="998"/>
                    </a:cubicBezTo>
                    <a:cubicBezTo>
                      <a:pt x="1851" y="1001"/>
                      <a:pt x="1844" y="998"/>
                      <a:pt x="1840" y="992"/>
                    </a:cubicBezTo>
                    <a:close/>
                    <a:moveTo>
                      <a:pt x="1819" y="947"/>
                    </a:moveTo>
                    <a:lnTo>
                      <a:pt x="1819" y="947"/>
                    </a:lnTo>
                    <a:cubicBezTo>
                      <a:pt x="1816" y="941"/>
                      <a:pt x="1819" y="933"/>
                      <a:pt x="1825" y="930"/>
                    </a:cubicBezTo>
                    <a:cubicBezTo>
                      <a:pt x="1831" y="927"/>
                      <a:pt x="1838" y="929"/>
                      <a:pt x="1842" y="935"/>
                    </a:cubicBezTo>
                    <a:lnTo>
                      <a:pt x="1842" y="935"/>
                    </a:lnTo>
                    <a:cubicBezTo>
                      <a:pt x="1845" y="941"/>
                      <a:pt x="1842" y="949"/>
                      <a:pt x="1836" y="952"/>
                    </a:cubicBezTo>
                    <a:cubicBezTo>
                      <a:pt x="1830" y="955"/>
                      <a:pt x="1823" y="953"/>
                      <a:pt x="1819" y="947"/>
                    </a:cubicBezTo>
                    <a:close/>
                    <a:moveTo>
                      <a:pt x="1798" y="901"/>
                    </a:moveTo>
                    <a:lnTo>
                      <a:pt x="1798" y="901"/>
                    </a:lnTo>
                    <a:cubicBezTo>
                      <a:pt x="1795" y="895"/>
                      <a:pt x="1798" y="888"/>
                      <a:pt x="1804" y="885"/>
                    </a:cubicBezTo>
                    <a:cubicBezTo>
                      <a:pt x="1810" y="881"/>
                      <a:pt x="1817" y="884"/>
                      <a:pt x="1821" y="890"/>
                    </a:cubicBezTo>
                    <a:lnTo>
                      <a:pt x="1821" y="890"/>
                    </a:lnTo>
                    <a:cubicBezTo>
                      <a:pt x="1824" y="896"/>
                      <a:pt x="1821" y="904"/>
                      <a:pt x="1815" y="907"/>
                    </a:cubicBezTo>
                    <a:cubicBezTo>
                      <a:pt x="1809" y="910"/>
                      <a:pt x="1801" y="907"/>
                      <a:pt x="1798" y="901"/>
                    </a:cubicBezTo>
                    <a:close/>
                    <a:moveTo>
                      <a:pt x="1777" y="856"/>
                    </a:moveTo>
                    <a:lnTo>
                      <a:pt x="1777" y="856"/>
                    </a:lnTo>
                    <a:cubicBezTo>
                      <a:pt x="1774" y="850"/>
                      <a:pt x="1776" y="842"/>
                      <a:pt x="1783" y="839"/>
                    </a:cubicBezTo>
                    <a:cubicBezTo>
                      <a:pt x="1789" y="836"/>
                      <a:pt x="1796" y="838"/>
                      <a:pt x="1799" y="845"/>
                    </a:cubicBezTo>
                    <a:lnTo>
                      <a:pt x="1799" y="845"/>
                    </a:lnTo>
                    <a:cubicBezTo>
                      <a:pt x="1803" y="851"/>
                      <a:pt x="1800" y="858"/>
                      <a:pt x="1794" y="861"/>
                    </a:cubicBezTo>
                    <a:cubicBezTo>
                      <a:pt x="1788" y="865"/>
                      <a:pt x="1780" y="862"/>
                      <a:pt x="1777" y="856"/>
                    </a:cubicBezTo>
                    <a:close/>
                    <a:moveTo>
                      <a:pt x="1756" y="811"/>
                    </a:moveTo>
                    <a:lnTo>
                      <a:pt x="1756" y="811"/>
                    </a:lnTo>
                    <a:cubicBezTo>
                      <a:pt x="1753" y="804"/>
                      <a:pt x="1755" y="797"/>
                      <a:pt x="1762" y="794"/>
                    </a:cubicBezTo>
                    <a:cubicBezTo>
                      <a:pt x="1768" y="791"/>
                      <a:pt x="1775" y="793"/>
                      <a:pt x="1778" y="799"/>
                    </a:cubicBezTo>
                    <a:lnTo>
                      <a:pt x="1778" y="799"/>
                    </a:lnTo>
                    <a:cubicBezTo>
                      <a:pt x="1782" y="805"/>
                      <a:pt x="1779" y="813"/>
                      <a:pt x="1773" y="816"/>
                    </a:cubicBezTo>
                    <a:cubicBezTo>
                      <a:pt x="1767" y="819"/>
                      <a:pt x="1759" y="817"/>
                      <a:pt x="1756" y="811"/>
                    </a:cubicBezTo>
                    <a:close/>
                    <a:moveTo>
                      <a:pt x="1735" y="765"/>
                    </a:moveTo>
                    <a:lnTo>
                      <a:pt x="1735" y="765"/>
                    </a:lnTo>
                    <a:cubicBezTo>
                      <a:pt x="1732" y="759"/>
                      <a:pt x="1734" y="752"/>
                      <a:pt x="1740" y="748"/>
                    </a:cubicBezTo>
                    <a:cubicBezTo>
                      <a:pt x="1747" y="745"/>
                      <a:pt x="1754" y="748"/>
                      <a:pt x="1757" y="754"/>
                    </a:cubicBezTo>
                    <a:lnTo>
                      <a:pt x="1757" y="754"/>
                    </a:lnTo>
                    <a:cubicBezTo>
                      <a:pt x="1760" y="760"/>
                      <a:pt x="1758" y="768"/>
                      <a:pt x="1752" y="771"/>
                    </a:cubicBezTo>
                    <a:cubicBezTo>
                      <a:pt x="1746" y="774"/>
                      <a:pt x="1738" y="771"/>
                      <a:pt x="1735" y="765"/>
                    </a:cubicBezTo>
                    <a:close/>
                    <a:moveTo>
                      <a:pt x="1714" y="720"/>
                    </a:moveTo>
                    <a:lnTo>
                      <a:pt x="1714" y="720"/>
                    </a:lnTo>
                    <a:cubicBezTo>
                      <a:pt x="1711" y="714"/>
                      <a:pt x="1713" y="706"/>
                      <a:pt x="1719" y="703"/>
                    </a:cubicBezTo>
                    <a:cubicBezTo>
                      <a:pt x="1726" y="700"/>
                      <a:pt x="1733" y="702"/>
                      <a:pt x="1736" y="708"/>
                    </a:cubicBezTo>
                    <a:lnTo>
                      <a:pt x="1736" y="709"/>
                    </a:lnTo>
                    <a:cubicBezTo>
                      <a:pt x="1739" y="715"/>
                      <a:pt x="1737" y="722"/>
                      <a:pt x="1731" y="725"/>
                    </a:cubicBezTo>
                    <a:cubicBezTo>
                      <a:pt x="1725" y="728"/>
                      <a:pt x="1717" y="726"/>
                      <a:pt x="1714" y="720"/>
                    </a:cubicBezTo>
                    <a:close/>
                    <a:moveTo>
                      <a:pt x="1693" y="675"/>
                    </a:moveTo>
                    <a:lnTo>
                      <a:pt x="1693" y="674"/>
                    </a:lnTo>
                    <a:cubicBezTo>
                      <a:pt x="1690" y="668"/>
                      <a:pt x="1692" y="661"/>
                      <a:pt x="1698" y="658"/>
                    </a:cubicBezTo>
                    <a:cubicBezTo>
                      <a:pt x="1704" y="655"/>
                      <a:pt x="1712" y="657"/>
                      <a:pt x="1715" y="663"/>
                    </a:cubicBezTo>
                    <a:lnTo>
                      <a:pt x="1715" y="663"/>
                    </a:lnTo>
                    <a:cubicBezTo>
                      <a:pt x="1718" y="669"/>
                      <a:pt x="1716" y="677"/>
                      <a:pt x="1710" y="680"/>
                    </a:cubicBezTo>
                    <a:cubicBezTo>
                      <a:pt x="1704" y="683"/>
                      <a:pt x="1696" y="681"/>
                      <a:pt x="1693" y="675"/>
                    </a:cubicBezTo>
                    <a:close/>
                    <a:moveTo>
                      <a:pt x="1672" y="629"/>
                    </a:moveTo>
                    <a:lnTo>
                      <a:pt x="1672" y="629"/>
                    </a:lnTo>
                    <a:cubicBezTo>
                      <a:pt x="1669" y="623"/>
                      <a:pt x="1671" y="615"/>
                      <a:pt x="1677" y="612"/>
                    </a:cubicBezTo>
                    <a:cubicBezTo>
                      <a:pt x="1683" y="609"/>
                      <a:pt x="1691" y="612"/>
                      <a:pt x="1694" y="618"/>
                    </a:cubicBezTo>
                    <a:lnTo>
                      <a:pt x="1694" y="618"/>
                    </a:lnTo>
                    <a:cubicBezTo>
                      <a:pt x="1697" y="624"/>
                      <a:pt x="1695" y="631"/>
                      <a:pt x="1689" y="635"/>
                    </a:cubicBezTo>
                    <a:cubicBezTo>
                      <a:pt x="1682" y="638"/>
                      <a:pt x="1675" y="635"/>
                      <a:pt x="1672" y="629"/>
                    </a:cubicBezTo>
                    <a:close/>
                    <a:moveTo>
                      <a:pt x="1651" y="584"/>
                    </a:moveTo>
                    <a:lnTo>
                      <a:pt x="1651" y="584"/>
                    </a:lnTo>
                    <a:cubicBezTo>
                      <a:pt x="1648" y="578"/>
                      <a:pt x="1650" y="570"/>
                      <a:pt x="1656" y="567"/>
                    </a:cubicBezTo>
                    <a:cubicBezTo>
                      <a:pt x="1662" y="564"/>
                      <a:pt x="1670" y="566"/>
                      <a:pt x="1673" y="572"/>
                    </a:cubicBezTo>
                    <a:lnTo>
                      <a:pt x="1673" y="572"/>
                    </a:lnTo>
                    <a:cubicBezTo>
                      <a:pt x="1676" y="579"/>
                      <a:pt x="1674" y="586"/>
                      <a:pt x="1668" y="589"/>
                    </a:cubicBezTo>
                    <a:cubicBezTo>
                      <a:pt x="1661" y="592"/>
                      <a:pt x="1654" y="590"/>
                      <a:pt x="1651" y="584"/>
                    </a:cubicBezTo>
                    <a:close/>
                    <a:moveTo>
                      <a:pt x="1630" y="538"/>
                    </a:moveTo>
                    <a:lnTo>
                      <a:pt x="1630" y="538"/>
                    </a:lnTo>
                    <a:cubicBezTo>
                      <a:pt x="1626" y="532"/>
                      <a:pt x="1629" y="525"/>
                      <a:pt x="1635" y="522"/>
                    </a:cubicBezTo>
                    <a:cubicBezTo>
                      <a:pt x="1641" y="518"/>
                      <a:pt x="1649" y="521"/>
                      <a:pt x="1652" y="527"/>
                    </a:cubicBezTo>
                    <a:lnTo>
                      <a:pt x="1652" y="527"/>
                    </a:lnTo>
                    <a:cubicBezTo>
                      <a:pt x="1655" y="533"/>
                      <a:pt x="1653" y="541"/>
                      <a:pt x="1646" y="544"/>
                    </a:cubicBezTo>
                    <a:cubicBezTo>
                      <a:pt x="1640" y="547"/>
                      <a:pt x="1633" y="545"/>
                      <a:pt x="1630" y="538"/>
                    </a:cubicBezTo>
                    <a:close/>
                    <a:moveTo>
                      <a:pt x="1609" y="493"/>
                    </a:moveTo>
                    <a:lnTo>
                      <a:pt x="1609" y="493"/>
                    </a:lnTo>
                    <a:cubicBezTo>
                      <a:pt x="1605" y="487"/>
                      <a:pt x="1608" y="479"/>
                      <a:pt x="1614" y="476"/>
                    </a:cubicBezTo>
                    <a:cubicBezTo>
                      <a:pt x="1620" y="473"/>
                      <a:pt x="1628" y="476"/>
                      <a:pt x="1631" y="482"/>
                    </a:cubicBezTo>
                    <a:lnTo>
                      <a:pt x="1631" y="482"/>
                    </a:lnTo>
                    <a:cubicBezTo>
                      <a:pt x="1634" y="488"/>
                      <a:pt x="1632" y="495"/>
                      <a:pt x="1625" y="499"/>
                    </a:cubicBezTo>
                    <a:cubicBezTo>
                      <a:pt x="1619" y="502"/>
                      <a:pt x="1612" y="499"/>
                      <a:pt x="1609" y="493"/>
                    </a:cubicBezTo>
                    <a:close/>
                    <a:moveTo>
                      <a:pt x="1587" y="448"/>
                    </a:moveTo>
                    <a:lnTo>
                      <a:pt x="1587" y="448"/>
                    </a:lnTo>
                    <a:cubicBezTo>
                      <a:pt x="1584" y="442"/>
                      <a:pt x="1587" y="434"/>
                      <a:pt x="1593" y="431"/>
                    </a:cubicBezTo>
                    <a:cubicBezTo>
                      <a:pt x="1599" y="428"/>
                      <a:pt x="1607" y="430"/>
                      <a:pt x="1610" y="436"/>
                    </a:cubicBezTo>
                    <a:lnTo>
                      <a:pt x="1610" y="436"/>
                    </a:lnTo>
                    <a:cubicBezTo>
                      <a:pt x="1613" y="442"/>
                      <a:pt x="1610" y="450"/>
                      <a:pt x="1604" y="453"/>
                    </a:cubicBezTo>
                    <a:cubicBezTo>
                      <a:pt x="1598" y="456"/>
                      <a:pt x="1591" y="454"/>
                      <a:pt x="1587" y="448"/>
                    </a:cubicBezTo>
                    <a:close/>
                    <a:moveTo>
                      <a:pt x="1566" y="402"/>
                    </a:moveTo>
                    <a:lnTo>
                      <a:pt x="1566" y="402"/>
                    </a:lnTo>
                    <a:cubicBezTo>
                      <a:pt x="1563" y="396"/>
                      <a:pt x="1566" y="389"/>
                      <a:pt x="1572" y="385"/>
                    </a:cubicBezTo>
                    <a:cubicBezTo>
                      <a:pt x="1578" y="382"/>
                      <a:pt x="1586" y="385"/>
                      <a:pt x="1589" y="391"/>
                    </a:cubicBezTo>
                    <a:lnTo>
                      <a:pt x="1589" y="391"/>
                    </a:lnTo>
                    <a:cubicBezTo>
                      <a:pt x="1592" y="397"/>
                      <a:pt x="1589" y="405"/>
                      <a:pt x="1583" y="408"/>
                    </a:cubicBezTo>
                    <a:cubicBezTo>
                      <a:pt x="1577" y="411"/>
                      <a:pt x="1570" y="408"/>
                      <a:pt x="1566" y="402"/>
                    </a:cubicBezTo>
                    <a:close/>
                    <a:moveTo>
                      <a:pt x="1545" y="357"/>
                    </a:moveTo>
                    <a:lnTo>
                      <a:pt x="1545" y="357"/>
                    </a:lnTo>
                    <a:cubicBezTo>
                      <a:pt x="1542" y="351"/>
                      <a:pt x="1545" y="343"/>
                      <a:pt x="1551" y="340"/>
                    </a:cubicBezTo>
                    <a:cubicBezTo>
                      <a:pt x="1557" y="337"/>
                      <a:pt x="1564" y="339"/>
                      <a:pt x="1568" y="346"/>
                    </a:cubicBezTo>
                    <a:lnTo>
                      <a:pt x="1568" y="346"/>
                    </a:lnTo>
                    <a:cubicBezTo>
                      <a:pt x="1571" y="352"/>
                      <a:pt x="1568" y="359"/>
                      <a:pt x="1562" y="362"/>
                    </a:cubicBezTo>
                    <a:cubicBezTo>
                      <a:pt x="1556" y="366"/>
                      <a:pt x="1548" y="363"/>
                      <a:pt x="1545" y="357"/>
                    </a:cubicBezTo>
                    <a:close/>
                    <a:moveTo>
                      <a:pt x="1524" y="312"/>
                    </a:moveTo>
                    <a:lnTo>
                      <a:pt x="1524" y="312"/>
                    </a:lnTo>
                    <a:cubicBezTo>
                      <a:pt x="1521" y="305"/>
                      <a:pt x="1524" y="298"/>
                      <a:pt x="1530" y="295"/>
                    </a:cubicBezTo>
                    <a:cubicBezTo>
                      <a:pt x="1536" y="292"/>
                      <a:pt x="1543" y="294"/>
                      <a:pt x="1546" y="300"/>
                    </a:cubicBezTo>
                    <a:lnTo>
                      <a:pt x="1546" y="300"/>
                    </a:lnTo>
                    <a:cubicBezTo>
                      <a:pt x="1550" y="306"/>
                      <a:pt x="1547" y="314"/>
                      <a:pt x="1541" y="317"/>
                    </a:cubicBezTo>
                    <a:cubicBezTo>
                      <a:pt x="1535" y="320"/>
                      <a:pt x="1527" y="318"/>
                      <a:pt x="1524" y="312"/>
                    </a:cubicBezTo>
                    <a:close/>
                    <a:moveTo>
                      <a:pt x="1503" y="266"/>
                    </a:moveTo>
                    <a:lnTo>
                      <a:pt x="1503" y="266"/>
                    </a:lnTo>
                    <a:cubicBezTo>
                      <a:pt x="1500" y="260"/>
                      <a:pt x="1502" y="253"/>
                      <a:pt x="1509" y="249"/>
                    </a:cubicBezTo>
                    <a:cubicBezTo>
                      <a:pt x="1515" y="246"/>
                      <a:pt x="1522" y="249"/>
                      <a:pt x="1525" y="255"/>
                    </a:cubicBezTo>
                    <a:lnTo>
                      <a:pt x="1525" y="255"/>
                    </a:lnTo>
                    <a:cubicBezTo>
                      <a:pt x="1529" y="261"/>
                      <a:pt x="1526" y="269"/>
                      <a:pt x="1520" y="272"/>
                    </a:cubicBezTo>
                    <a:cubicBezTo>
                      <a:pt x="1514" y="275"/>
                      <a:pt x="1506" y="272"/>
                      <a:pt x="1503" y="266"/>
                    </a:cubicBezTo>
                    <a:close/>
                    <a:moveTo>
                      <a:pt x="1482" y="221"/>
                    </a:moveTo>
                    <a:lnTo>
                      <a:pt x="1482" y="221"/>
                    </a:lnTo>
                    <a:cubicBezTo>
                      <a:pt x="1479" y="215"/>
                      <a:pt x="1481" y="207"/>
                      <a:pt x="1488" y="204"/>
                    </a:cubicBezTo>
                    <a:cubicBezTo>
                      <a:pt x="1494" y="201"/>
                      <a:pt x="1501" y="203"/>
                      <a:pt x="1504" y="209"/>
                    </a:cubicBezTo>
                    <a:lnTo>
                      <a:pt x="1504" y="209"/>
                    </a:lnTo>
                    <a:cubicBezTo>
                      <a:pt x="1507" y="216"/>
                      <a:pt x="1505" y="223"/>
                      <a:pt x="1499" y="226"/>
                    </a:cubicBezTo>
                    <a:cubicBezTo>
                      <a:pt x="1493" y="229"/>
                      <a:pt x="1485" y="227"/>
                      <a:pt x="1482" y="221"/>
                    </a:cubicBezTo>
                    <a:close/>
                    <a:moveTo>
                      <a:pt x="1461" y="176"/>
                    </a:moveTo>
                    <a:lnTo>
                      <a:pt x="1461" y="175"/>
                    </a:lnTo>
                    <a:cubicBezTo>
                      <a:pt x="1458" y="169"/>
                      <a:pt x="1460" y="162"/>
                      <a:pt x="1466" y="159"/>
                    </a:cubicBezTo>
                    <a:cubicBezTo>
                      <a:pt x="1473" y="156"/>
                      <a:pt x="1480" y="158"/>
                      <a:pt x="1483" y="164"/>
                    </a:cubicBezTo>
                    <a:lnTo>
                      <a:pt x="1483" y="164"/>
                    </a:lnTo>
                    <a:cubicBezTo>
                      <a:pt x="1486" y="170"/>
                      <a:pt x="1484" y="178"/>
                      <a:pt x="1478" y="181"/>
                    </a:cubicBezTo>
                    <a:cubicBezTo>
                      <a:pt x="1472" y="184"/>
                      <a:pt x="1464" y="182"/>
                      <a:pt x="1461" y="176"/>
                    </a:cubicBezTo>
                    <a:close/>
                    <a:moveTo>
                      <a:pt x="1440" y="130"/>
                    </a:moveTo>
                    <a:lnTo>
                      <a:pt x="1440" y="130"/>
                    </a:lnTo>
                    <a:cubicBezTo>
                      <a:pt x="1437" y="124"/>
                      <a:pt x="1439" y="116"/>
                      <a:pt x="1445" y="113"/>
                    </a:cubicBezTo>
                    <a:cubicBezTo>
                      <a:pt x="1452" y="110"/>
                      <a:pt x="1459" y="113"/>
                      <a:pt x="1462" y="119"/>
                    </a:cubicBezTo>
                    <a:lnTo>
                      <a:pt x="1462" y="119"/>
                    </a:lnTo>
                    <a:cubicBezTo>
                      <a:pt x="1465" y="125"/>
                      <a:pt x="1463" y="132"/>
                      <a:pt x="1457" y="136"/>
                    </a:cubicBezTo>
                    <a:cubicBezTo>
                      <a:pt x="1451" y="139"/>
                      <a:pt x="1443" y="136"/>
                      <a:pt x="1440" y="130"/>
                    </a:cubicBezTo>
                    <a:close/>
                    <a:moveTo>
                      <a:pt x="1419" y="85"/>
                    </a:moveTo>
                    <a:lnTo>
                      <a:pt x="1419" y="85"/>
                    </a:lnTo>
                    <a:cubicBezTo>
                      <a:pt x="1416" y="79"/>
                      <a:pt x="1418" y="71"/>
                      <a:pt x="1424" y="68"/>
                    </a:cubicBezTo>
                    <a:cubicBezTo>
                      <a:pt x="1430" y="65"/>
                      <a:pt x="1438" y="67"/>
                      <a:pt x="1441" y="73"/>
                    </a:cubicBezTo>
                    <a:lnTo>
                      <a:pt x="1441" y="73"/>
                    </a:lnTo>
                    <a:cubicBezTo>
                      <a:pt x="1444" y="80"/>
                      <a:pt x="1442" y="87"/>
                      <a:pt x="1436" y="90"/>
                    </a:cubicBezTo>
                    <a:cubicBezTo>
                      <a:pt x="1430" y="93"/>
                      <a:pt x="1422" y="91"/>
                      <a:pt x="1419" y="85"/>
                    </a:cubicBezTo>
                    <a:close/>
                    <a:moveTo>
                      <a:pt x="1398" y="39"/>
                    </a:moveTo>
                    <a:lnTo>
                      <a:pt x="1398" y="39"/>
                    </a:lnTo>
                    <a:cubicBezTo>
                      <a:pt x="1395" y="33"/>
                      <a:pt x="1397" y="26"/>
                      <a:pt x="1403" y="23"/>
                    </a:cubicBezTo>
                    <a:cubicBezTo>
                      <a:pt x="1409" y="19"/>
                      <a:pt x="1417" y="22"/>
                      <a:pt x="1420" y="28"/>
                    </a:cubicBezTo>
                    <a:lnTo>
                      <a:pt x="1420" y="28"/>
                    </a:lnTo>
                    <a:cubicBezTo>
                      <a:pt x="1423" y="34"/>
                      <a:pt x="1421" y="42"/>
                      <a:pt x="1415" y="45"/>
                    </a:cubicBezTo>
                    <a:cubicBezTo>
                      <a:pt x="1408" y="48"/>
                      <a:pt x="1401" y="46"/>
                      <a:pt x="1398" y="39"/>
                    </a:cubicBezTo>
                    <a:close/>
                    <a:moveTo>
                      <a:pt x="1372" y="25"/>
                    </a:moveTo>
                    <a:lnTo>
                      <a:pt x="1372" y="25"/>
                    </a:lnTo>
                    <a:cubicBezTo>
                      <a:pt x="1366" y="25"/>
                      <a:pt x="1360" y="19"/>
                      <a:pt x="1360" y="12"/>
                    </a:cubicBezTo>
                    <a:cubicBezTo>
                      <a:pt x="1360" y="6"/>
                      <a:pt x="1366" y="0"/>
                      <a:pt x="1372" y="0"/>
                    </a:cubicBezTo>
                    <a:lnTo>
                      <a:pt x="1372" y="0"/>
                    </a:lnTo>
                    <a:cubicBezTo>
                      <a:pt x="1379" y="0"/>
                      <a:pt x="1385" y="6"/>
                      <a:pt x="1385" y="12"/>
                    </a:cubicBezTo>
                    <a:cubicBezTo>
                      <a:pt x="1385" y="19"/>
                      <a:pt x="1379" y="25"/>
                      <a:pt x="1372" y="25"/>
                    </a:cubicBezTo>
                    <a:close/>
                    <a:moveTo>
                      <a:pt x="1322" y="25"/>
                    </a:moveTo>
                    <a:lnTo>
                      <a:pt x="1322" y="25"/>
                    </a:lnTo>
                    <a:cubicBezTo>
                      <a:pt x="1315" y="25"/>
                      <a:pt x="1310" y="19"/>
                      <a:pt x="1310" y="12"/>
                    </a:cubicBezTo>
                    <a:cubicBezTo>
                      <a:pt x="1310" y="6"/>
                      <a:pt x="1315" y="0"/>
                      <a:pt x="1322" y="0"/>
                    </a:cubicBezTo>
                    <a:lnTo>
                      <a:pt x="1322" y="0"/>
                    </a:lnTo>
                    <a:cubicBezTo>
                      <a:pt x="1329" y="0"/>
                      <a:pt x="1335" y="6"/>
                      <a:pt x="1335" y="12"/>
                    </a:cubicBezTo>
                    <a:cubicBezTo>
                      <a:pt x="1335" y="19"/>
                      <a:pt x="1329" y="25"/>
                      <a:pt x="1322" y="25"/>
                    </a:cubicBezTo>
                    <a:close/>
                    <a:moveTo>
                      <a:pt x="1272" y="25"/>
                    </a:moveTo>
                    <a:lnTo>
                      <a:pt x="1272" y="25"/>
                    </a:lnTo>
                    <a:cubicBezTo>
                      <a:pt x="1265" y="25"/>
                      <a:pt x="1260" y="19"/>
                      <a:pt x="1260" y="12"/>
                    </a:cubicBezTo>
                    <a:cubicBezTo>
                      <a:pt x="1260" y="6"/>
                      <a:pt x="1265" y="0"/>
                      <a:pt x="1272" y="0"/>
                    </a:cubicBezTo>
                    <a:lnTo>
                      <a:pt x="1272" y="0"/>
                    </a:lnTo>
                    <a:cubicBezTo>
                      <a:pt x="1279" y="0"/>
                      <a:pt x="1285" y="6"/>
                      <a:pt x="1285" y="12"/>
                    </a:cubicBezTo>
                    <a:cubicBezTo>
                      <a:pt x="1285" y="19"/>
                      <a:pt x="1279" y="25"/>
                      <a:pt x="1272" y="25"/>
                    </a:cubicBezTo>
                    <a:close/>
                    <a:moveTo>
                      <a:pt x="1222" y="25"/>
                    </a:moveTo>
                    <a:lnTo>
                      <a:pt x="1222" y="25"/>
                    </a:lnTo>
                    <a:cubicBezTo>
                      <a:pt x="1215" y="25"/>
                      <a:pt x="1210" y="19"/>
                      <a:pt x="1210" y="12"/>
                    </a:cubicBezTo>
                    <a:cubicBezTo>
                      <a:pt x="1210" y="6"/>
                      <a:pt x="1215" y="0"/>
                      <a:pt x="1222" y="0"/>
                    </a:cubicBezTo>
                    <a:lnTo>
                      <a:pt x="1222" y="0"/>
                    </a:lnTo>
                    <a:cubicBezTo>
                      <a:pt x="1229" y="0"/>
                      <a:pt x="1235" y="6"/>
                      <a:pt x="1235" y="12"/>
                    </a:cubicBezTo>
                    <a:cubicBezTo>
                      <a:pt x="1235" y="19"/>
                      <a:pt x="1229" y="25"/>
                      <a:pt x="1222" y="25"/>
                    </a:cubicBezTo>
                    <a:close/>
                    <a:moveTo>
                      <a:pt x="1172" y="25"/>
                    </a:moveTo>
                    <a:lnTo>
                      <a:pt x="1172" y="25"/>
                    </a:lnTo>
                    <a:cubicBezTo>
                      <a:pt x="1165" y="25"/>
                      <a:pt x="1160" y="19"/>
                      <a:pt x="1160" y="12"/>
                    </a:cubicBezTo>
                    <a:cubicBezTo>
                      <a:pt x="1160" y="6"/>
                      <a:pt x="1165" y="0"/>
                      <a:pt x="1172" y="0"/>
                    </a:cubicBezTo>
                    <a:lnTo>
                      <a:pt x="1172" y="0"/>
                    </a:lnTo>
                    <a:cubicBezTo>
                      <a:pt x="1179" y="0"/>
                      <a:pt x="1185" y="6"/>
                      <a:pt x="1185" y="12"/>
                    </a:cubicBezTo>
                    <a:cubicBezTo>
                      <a:pt x="1185" y="19"/>
                      <a:pt x="1179" y="25"/>
                      <a:pt x="1172" y="25"/>
                    </a:cubicBezTo>
                    <a:close/>
                    <a:moveTo>
                      <a:pt x="1122" y="25"/>
                    </a:moveTo>
                    <a:lnTo>
                      <a:pt x="1122" y="25"/>
                    </a:lnTo>
                    <a:cubicBezTo>
                      <a:pt x="1115" y="25"/>
                      <a:pt x="1110" y="19"/>
                      <a:pt x="1110" y="12"/>
                    </a:cubicBezTo>
                    <a:cubicBezTo>
                      <a:pt x="1110" y="6"/>
                      <a:pt x="1115" y="0"/>
                      <a:pt x="1122" y="0"/>
                    </a:cubicBezTo>
                    <a:lnTo>
                      <a:pt x="1122" y="0"/>
                    </a:lnTo>
                    <a:cubicBezTo>
                      <a:pt x="1129" y="0"/>
                      <a:pt x="1135" y="6"/>
                      <a:pt x="1135" y="12"/>
                    </a:cubicBezTo>
                    <a:cubicBezTo>
                      <a:pt x="1135" y="19"/>
                      <a:pt x="1129" y="25"/>
                      <a:pt x="1122" y="25"/>
                    </a:cubicBezTo>
                    <a:close/>
                    <a:moveTo>
                      <a:pt x="1072" y="25"/>
                    </a:moveTo>
                    <a:lnTo>
                      <a:pt x="1072" y="25"/>
                    </a:lnTo>
                    <a:cubicBezTo>
                      <a:pt x="1065" y="25"/>
                      <a:pt x="1060" y="19"/>
                      <a:pt x="1060" y="12"/>
                    </a:cubicBezTo>
                    <a:cubicBezTo>
                      <a:pt x="1060" y="6"/>
                      <a:pt x="1065" y="0"/>
                      <a:pt x="1072" y="0"/>
                    </a:cubicBezTo>
                    <a:lnTo>
                      <a:pt x="1072" y="0"/>
                    </a:lnTo>
                    <a:cubicBezTo>
                      <a:pt x="1079" y="0"/>
                      <a:pt x="1085" y="6"/>
                      <a:pt x="1085" y="12"/>
                    </a:cubicBezTo>
                    <a:cubicBezTo>
                      <a:pt x="1085" y="19"/>
                      <a:pt x="1079" y="25"/>
                      <a:pt x="1072" y="25"/>
                    </a:cubicBezTo>
                    <a:close/>
                    <a:moveTo>
                      <a:pt x="1022" y="25"/>
                    </a:moveTo>
                    <a:lnTo>
                      <a:pt x="1022" y="25"/>
                    </a:lnTo>
                    <a:cubicBezTo>
                      <a:pt x="1015" y="25"/>
                      <a:pt x="1010" y="19"/>
                      <a:pt x="1010" y="12"/>
                    </a:cubicBezTo>
                    <a:cubicBezTo>
                      <a:pt x="1010" y="6"/>
                      <a:pt x="1015" y="0"/>
                      <a:pt x="1022" y="0"/>
                    </a:cubicBezTo>
                    <a:lnTo>
                      <a:pt x="1022" y="0"/>
                    </a:lnTo>
                    <a:cubicBezTo>
                      <a:pt x="1029" y="0"/>
                      <a:pt x="1035" y="6"/>
                      <a:pt x="1035" y="12"/>
                    </a:cubicBezTo>
                    <a:cubicBezTo>
                      <a:pt x="1035" y="19"/>
                      <a:pt x="1029" y="25"/>
                      <a:pt x="1022" y="25"/>
                    </a:cubicBezTo>
                    <a:close/>
                    <a:moveTo>
                      <a:pt x="972" y="25"/>
                    </a:moveTo>
                    <a:lnTo>
                      <a:pt x="972" y="25"/>
                    </a:lnTo>
                    <a:cubicBezTo>
                      <a:pt x="965" y="25"/>
                      <a:pt x="960" y="19"/>
                      <a:pt x="960" y="12"/>
                    </a:cubicBezTo>
                    <a:cubicBezTo>
                      <a:pt x="960" y="6"/>
                      <a:pt x="965" y="0"/>
                      <a:pt x="972" y="0"/>
                    </a:cubicBezTo>
                    <a:lnTo>
                      <a:pt x="972" y="0"/>
                    </a:lnTo>
                    <a:cubicBezTo>
                      <a:pt x="979" y="0"/>
                      <a:pt x="985" y="6"/>
                      <a:pt x="985" y="12"/>
                    </a:cubicBezTo>
                    <a:cubicBezTo>
                      <a:pt x="985" y="19"/>
                      <a:pt x="979" y="25"/>
                      <a:pt x="972" y="25"/>
                    </a:cubicBezTo>
                    <a:close/>
                    <a:moveTo>
                      <a:pt x="922" y="25"/>
                    </a:moveTo>
                    <a:lnTo>
                      <a:pt x="922" y="25"/>
                    </a:lnTo>
                    <a:cubicBezTo>
                      <a:pt x="915" y="25"/>
                      <a:pt x="910" y="19"/>
                      <a:pt x="910" y="12"/>
                    </a:cubicBezTo>
                    <a:cubicBezTo>
                      <a:pt x="910" y="6"/>
                      <a:pt x="915" y="0"/>
                      <a:pt x="922" y="0"/>
                    </a:cubicBezTo>
                    <a:lnTo>
                      <a:pt x="922" y="0"/>
                    </a:lnTo>
                    <a:cubicBezTo>
                      <a:pt x="929" y="0"/>
                      <a:pt x="935" y="6"/>
                      <a:pt x="935" y="12"/>
                    </a:cubicBezTo>
                    <a:cubicBezTo>
                      <a:pt x="935" y="19"/>
                      <a:pt x="929" y="25"/>
                      <a:pt x="922" y="25"/>
                    </a:cubicBezTo>
                    <a:close/>
                    <a:moveTo>
                      <a:pt x="872" y="25"/>
                    </a:moveTo>
                    <a:lnTo>
                      <a:pt x="872" y="25"/>
                    </a:lnTo>
                    <a:cubicBezTo>
                      <a:pt x="865" y="25"/>
                      <a:pt x="860" y="19"/>
                      <a:pt x="860" y="12"/>
                    </a:cubicBezTo>
                    <a:cubicBezTo>
                      <a:pt x="860" y="6"/>
                      <a:pt x="865" y="0"/>
                      <a:pt x="872" y="0"/>
                    </a:cubicBezTo>
                    <a:lnTo>
                      <a:pt x="872" y="0"/>
                    </a:lnTo>
                    <a:cubicBezTo>
                      <a:pt x="879" y="0"/>
                      <a:pt x="885" y="6"/>
                      <a:pt x="885" y="12"/>
                    </a:cubicBezTo>
                    <a:cubicBezTo>
                      <a:pt x="885" y="19"/>
                      <a:pt x="879" y="25"/>
                      <a:pt x="872" y="25"/>
                    </a:cubicBezTo>
                    <a:close/>
                    <a:moveTo>
                      <a:pt x="822" y="25"/>
                    </a:moveTo>
                    <a:lnTo>
                      <a:pt x="822" y="25"/>
                    </a:lnTo>
                    <a:cubicBezTo>
                      <a:pt x="815" y="25"/>
                      <a:pt x="810" y="19"/>
                      <a:pt x="810" y="12"/>
                    </a:cubicBezTo>
                    <a:cubicBezTo>
                      <a:pt x="810" y="6"/>
                      <a:pt x="815" y="0"/>
                      <a:pt x="822" y="0"/>
                    </a:cubicBezTo>
                    <a:lnTo>
                      <a:pt x="822" y="0"/>
                    </a:lnTo>
                    <a:cubicBezTo>
                      <a:pt x="829" y="0"/>
                      <a:pt x="835" y="6"/>
                      <a:pt x="835" y="12"/>
                    </a:cubicBezTo>
                    <a:cubicBezTo>
                      <a:pt x="835" y="19"/>
                      <a:pt x="829" y="25"/>
                      <a:pt x="822" y="25"/>
                    </a:cubicBezTo>
                    <a:close/>
                    <a:moveTo>
                      <a:pt x="772" y="25"/>
                    </a:moveTo>
                    <a:lnTo>
                      <a:pt x="772" y="25"/>
                    </a:lnTo>
                    <a:cubicBezTo>
                      <a:pt x="765" y="25"/>
                      <a:pt x="760" y="19"/>
                      <a:pt x="760" y="12"/>
                    </a:cubicBezTo>
                    <a:cubicBezTo>
                      <a:pt x="760" y="6"/>
                      <a:pt x="765" y="0"/>
                      <a:pt x="772" y="0"/>
                    </a:cubicBezTo>
                    <a:lnTo>
                      <a:pt x="772" y="0"/>
                    </a:lnTo>
                    <a:cubicBezTo>
                      <a:pt x="779" y="0"/>
                      <a:pt x="785" y="6"/>
                      <a:pt x="785" y="12"/>
                    </a:cubicBezTo>
                    <a:cubicBezTo>
                      <a:pt x="785" y="19"/>
                      <a:pt x="779" y="25"/>
                      <a:pt x="772" y="25"/>
                    </a:cubicBezTo>
                    <a:close/>
                    <a:moveTo>
                      <a:pt x="722" y="25"/>
                    </a:moveTo>
                    <a:lnTo>
                      <a:pt x="722" y="25"/>
                    </a:lnTo>
                    <a:cubicBezTo>
                      <a:pt x="715" y="25"/>
                      <a:pt x="710" y="19"/>
                      <a:pt x="710" y="12"/>
                    </a:cubicBezTo>
                    <a:cubicBezTo>
                      <a:pt x="710" y="6"/>
                      <a:pt x="715" y="0"/>
                      <a:pt x="722" y="0"/>
                    </a:cubicBezTo>
                    <a:lnTo>
                      <a:pt x="722" y="0"/>
                    </a:lnTo>
                    <a:cubicBezTo>
                      <a:pt x="729" y="0"/>
                      <a:pt x="735" y="6"/>
                      <a:pt x="735" y="12"/>
                    </a:cubicBezTo>
                    <a:cubicBezTo>
                      <a:pt x="735" y="19"/>
                      <a:pt x="729" y="25"/>
                      <a:pt x="722" y="25"/>
                    </a:cubicBezTo>
                    <a:close/>
                    <a:moveTo>
                      <a:pt x="672" y="25"/>
                    </a:moveTo>
                    <a:lnTo>
                      <a:pt x="672" y="25"/>
                    </a:lnTo>
                    <a:cubicBezTo>
                      <a:pt x="665" y="25"/>
                      <a:pt x="660" y="19"/>
                      <a:pt x="660" y="12"/>
                    </a:cubicBezTo>
                    <a:cubicBezTo>
                      <a:pt x="660" y="6"/>
                      <a:pt x="665" y="0"/>
                      <a:pt x="672" y="0"/>
                    </a:cubicBezTo>
                    <a:lnTo>
                      <a:pt x="672" y="0"/>
                    </a:lnTo>
                    <a:cubicBezTo>
                      <a:pt x="679" y="0"/>
                      <a:pt x="685" y="6"/>
                      <a:pt x="685" y="12"/>
                    </a:cubicBezTo>
                    <a:cubicBezTo>
                      <a:pt x="685" y="19"/>
                      <a:pt x="679" y="25"/>
                      <a:pt x="672" y="25"/>
                    </a:cubicBezTo>
                    <a:close/>
                    <a:moveTo>
                      <a:pt x="622" y="25"/>
                    </a:moveTo>
                    <a:lnTo>
                      <a:pt x="622" y="25"/>
                    </a:lnTo>
                    <a:cubicBezTo>
                      <a:pt x="615" y="25"/>
                      <a:pt x="610" y="19"/>
                      <a:pt x="610" y="12"/>
                    </a:cubicBezTo>
                    <a:cubicBezTo>
                      <a:pt x="610" y="6"/>
                      <a:pt x="615" y="0"/>
                      <a:pt x="622" y="0"/>
                    </a:cubicBezTo>
                    <a:lnTo>
                      <a:pt x="622" y="0"/>
                    </a:lnTo>
                    <a:cubicBezTo>
                      <a:pt x="629" y="0"/>
                      <a:pt x="635" y="6"/>
                      <a:pt x="635" y="12"/>
                    </a:cubicBezTo>
                    <a:cubicBezTo>
                      <a:pt x="635" y="19"/>
                      <a:pt x="629" y="25"/>
                      <a:pt x="622" y="25"/>
                    </a:cubicBezTo>
                    <a:close/>
                    <a:moveTo>
                      <a:pt x="572" y="25"/>
                    </a:moveTo>
                    <a:lnTo>
                      <a:pt x="572" y="25"/>
                    </a:lnTo>
                    <a:cubicBezTo>
                      <a:pt x="565" y="25"/>
                      <a:pt x="560" y="19"/>
                      <a:pt x="560" y="12"/>
                    </a:cubicBezTo>
                    <a:cubicBezTo>
                      <a:pt x="560" y="6"/>
                      <a:pt x="565" y="0"/>
                      <a:pt x="572" y="0"/>
                    </a:cubicBezTo>
                    <a:lnTo>
                      <a:pt x="572" y="0"/>
                    </a:lnTo>
                    <a:cubicBezTo>
                      <a:pt x="579" y="0"/>
                      <a:pt x="585" y="6"/>
                      <a:pt x="585" y="12"/>
                    </a:cubicBezTo>
                    <a:cubicBezTo>
                      <a:pt x="585" y="19"/>
                      <a:pt x="579" y="25"/>
                      <a:pt x="572" y="25"/>
                    </a:cubicBezTo>
                    <a:close/>
                    <a:moveTo>
                      <a:pt x="522" y="25"/>
                    </a:moveTo>
                    <a:lnTo>
                      <a:pt x="522" y="25"/>
                    </a:lnTo>
                    <a:cubicBezTo>
                      <a:pt x="515" y="25"/>
                      <a:pt x="509" y="19"/>
                      <a:pt x="509" y="12"/>
                    </a:cubicBezTo>
                    <a:cubicBezTo>
                      <a:pt x="509" y="6"/>
                      <a:pt x="515" y="0"/>
                      <a:pt x="522" y="0"/>
                    </a:cubicBezTo>
                    <a:lnTo>
                      <a:pt x="522" y="0"/>
                    </a:lnTo>
                    <a:cubicBezTo>
                      <a:pt x="529" y="0"/>
                      <a:pt x="535" y="6"/>
                      <a:pt x="535" y="12"/>
                    </a:cubicBezTo>
                    <a:cubicBezTo>
                      <a:pt x="535" y="19"/>
                      <a:pt x="529" y="25"/>
                      <a:pt x="522" y="25"/>
                    </a:cubicBezTo>
                    <a:close/>
                    <a:moveTo>
                      <a:pt x="472" y="25"/>
                    </a:moveTo>
                    <a:lnTo>
                      <a:pt x="472" y="25"/>
                    </a:lnTo>
                    <a:cubicBezTo>
                      <a:pt x="465" y="25"/>
                      <a:pt x="459" y="19"/>
                      <a:pt x="459" y="12"/>
                    </a:cubicBezTo>
                    <a:cubicBezTo>
                      <a:pt x="459" y="6"/>
                      <a:pt x="465" y="0"/>
                      <a:pt x="472" y="0"/>
                    </a:cubicBezTo>
                    <a:lnTo>
                      <a:pt x="472" y="0"/>
                    </a:lnTo>
                    <a:cubicBezTo>
                      <a:pt x="479" y="0"/>
                      <a:pt x="484" y="6"/>
                      <a:pt x="484" y="12"/>
                    </a:cubicBezTo>
                    <a:cubicBezTo>
                      <a:pt x="484" y="19"/>
                      <a:pt x="479" y="25"/>
                      <a:pt x="472" y="25"/>
                    </a:cubicBezTo>
                    <a:close/>
                    <a:moveTo>
                      <a:pt x="422" y="25"/>
                    </a:moveTo>
                    <a:lnTo>
                      <a:pt x="422" y="25"/>
                    </a:lnTo>
                    <a:cubicBezTo>
                      <a:pt x="415" y="25"/>
                      <a:pt x="409" y="19"/>
                      <a:pt x="409" y="12"/>
                    </a:cubicBezTo>
                    <a:cubicBezTo>
                      <a:pt x="409" y="6"/>
                      <a:pt x="415" y="0"/>
                      <a:pt x="422" y="0"/>
                    </a:cubicBezTo>
                    <a:lnTo>
                      <a:pt x="422" y="0"/>
                    </a:lnTo>
                    <a:cubicBezTo>
                      <a:pt x="429" y="0"/>
                      <a:pt x="434" y="6"/>
                      <a:pt x="434" y="12"/>
                    </a:cubicBezTo>
                    <a:cubicBezTo>
                      <a:pt x="434" y="19"/>
                      <a:pt x="429" y="25"/>
                      <a:pt x="422" y="25"/>
                    </a:cubicBezTo>
                    <a:close/>
                    <a:moveTo>
                      <a:pt x="372" y="25"/>
                    </a:moveTo>
                    <a:lnTo>
                      <a:pt x="372" y="25"/>
                    </a:lnTo>
                    <a:cubicBezTo>
                      <a:pt x="365" y="25"/>
                      <a:pt x="359" y="19"/>
                      <a:pt x="359" y="12"/>
                    </a:cubicBezTo>
                    <a:cubicBezTo>
                      <a:pt x="359" y="6"/>
                      <a:pt x="365" y="0"/>
                      <a:pt x="372" y="0"/>
                    </a:cubicBezTo>
                    <a:lnTo>
                      <a:pt x="372" y="0"/>
                    </a:lnTo>
                    <a:cubicBezTo>
                      <a:pt x="379" y="0"/>
                      <a:pt x="384" y="6"/>
                      <a:pt x="384" y="12"/>
                    </a:cubicBezTo>
                    <a:cubicBezTo>
                      <a:pt x="384" y="19"/>
                      <a:pt x="379" y="25"/>
                      <a:pt x="372" y="25"/>
                    </a:cubicBezTo>
                    <a:close/>
                    <a:moveTo>
                      <a:pt x="322" y="25"/>
                    </a:moveTo>
                    <a:lnTo>
                      <a:pt x="322" y="25"/>
                    </a:lnTo>
                    <a:cubicBezTo>
                      <a:pt x="315" y="25"/>
                      <a:pt x="309" y="19"/>
                      <a:pt x="309" y="12"/>
                    </a:cubicBezTo>
                    <a:cubicBezTo>
                      <a:pt x="309" y="6"/>
                      <a:pt x="315" y="0"/>
                      <a:pt x="322" y="0"/>
                    </a:cubicBezTo>
                    <a:lnTo>
                      <a:pt x="322" y="0"/>
                    </a:lnTo>
                    <a:cubicBezTo>
                      <a:pt x="329" y="0"/>
                      <a:pt x="334" y="6"/>
                      <a:pt x="334" y="12"/>
                    </a:cubicBezTo>
                    <a:cubicBezTo>
                      <a:pt x="334" y="19"/>
                      <a:pt x="329" y="25"/>
                      <a:pt x="322" y="25"/>
                    </a:cubicBezTo>
                    <a:close/>
                    <a:moveTo>
                      <a:pt x="272" y="25"/>
                    </a:moveTo>
                    <a:lnTo>
                      <a:pt x="272" y="25"/>
                    </a:lnTo>
                    <a:cubicBezTo>
                      <a:pt x="265" y="25"/>
                      <a:pt x="259" y="19"/>
                      <a:pt x="259" y="12"/>
                    </a:cubicBezTo>
                    <a:cubicBezTo>
                      <a:pt x="259" y="6"/>
                      <a:pt x="265" y="0"/>
                      <a:pt x="272" y="0"/>
                    </a:cubicBezTo>
                    <a:lnTo>
                      <a:pt x="272" y="0"/>
                    </a:lnTo>
                    <a:cubicBezTo>
                      <a:pt x="279" y="0"/>
                      <a:pt x="284" y="6"/>
                      <a:pt x="284" y="12"/>
                    </a:cubicBezTo>
                    <a:cubicBezTo>
                      <a:pt x="284" y="19"/>
                      <a:pt x="279" y="25"/>
                      <a:pt x="272" y="25"/>
                    </a:cubicBezTo>
                    <a:close/>
                    <a:moveTo>
                      <a:pt x="222" y="25"/>
                    </a:moveTo>
                    <a:lnTo>
                      <a:pt x="222" y="25"/>
                    </a:lnTo>
                    <a:cubicBezTo>
                      <a:pt x="215" y="25"/>
                      <a:pt x="209" y="19"/>
                      <a:pt x="209" y="12"/>
                    </a:cubicBezTo>
                    <a:cubicBezTo>
                      <a:pt x="209" y="6"/>
                      <a:pt x="215" y="0"/>
                      <a:pt x="222" y="0"/>
                    </a:cubicBezTo>
                    <a:lnTo>
                      <a:pt x="222" y="0"/>
                    </a:lnTo>
                    <a:cubicBezTo>
                      <a:pt x="229" y="0"/>
                      <a:pt x="234" y="6"/>
                      <a:pt x="234" y="12"/>
                    </a:cubicBezTo>
                    <a:cubicBezTo>
                      <a:pt x="234" y="19"/>
                      <a:pt x="229" y="25"/>
                      <a:pt x="222" y="25"/>
                    </a:cubicBezTo>
                    <a:close/>
                    <a:moveTo>
                      <a:pt x="172" y="25"/>
                    </a:moveTo>
                    <a:lnTo>
                      <a:pt x="172" y="25"/>
                    </a:lnTo>
                    <a:cubicBezTo>
                      <a:pt x="165" y="25"/>
                      <a:pt x="159" y="19"/>
                      <a:pt x="159" y="12"/>
                    </a:cubicBezTo>
                    <a:cubicBezTo>
                      <a:pt x="159" y="6"/>
                      <a:pt x="165" y="0"/>
                      <a:pt x="172" y="0"/>
                    </a:cubicBezTo>
                    <a:lnTo>
                      <a:pt x="172" y="0"/>
                    </a:lnTo>
                    <a:cubicBezTo>
                      <a:pt x="179" y="0"/>
                      <a:pt x="184" y="6"/>
                      <a:pt x="184" y="12"/>
                    </a:cubicBezTo>
                    <a:cubicBezTo>
                      <a:pt x="184" y="19"/>
                      <a:pt x="179" y="25"/>
                      <a:pt x="172" y="25"/>
                    </a:cubicBezTo>
                    <a:close/>
                    <a:moveTo>
                      <a:pt x="122" y="25"/>
                    </a:moveTo>
                    <a:lnTo>
                      <a:pt x="122" y="25"/>
                    </a:lnTo>
                    <a:cubicBezTo>
                      <a:pt x="115" y="25"/>
                      <a:pt x="109" y="19"/>
                      <a:pt x="109" y="12"/>
                    </a:cubicBezTo>
                    <a:cubicBezTo>
                      <a:pt x="109" y="6"/>
                      <a:pt x="115" y="0"/>
                      <a:pt x="122" y="0"/>
                    </a:cubicBezTo>
                    <a:lnTo>
                      <a:pt x="122" y="0"/>
                    </a:lnTo>
                    <a:cubicBezTo>
                      <a:pt x="129" y="0"/>
                      <a:pt x="134" y="6"/>
                      <a:pt x="134" y="12"/>
                    </a:cubicBezTo>
                    <a:cubicBezTo>
                      <a:pt x="134" y="19"/>
                      <a:pt x="129" y="25"/>
                      <a:pt x="122" y="25"/>
                    </a:cubicBezTo>
                    <a:close/>
                    <a:moveTo>
                      <a:pt x="72" y="25"/>
                    </a:moveTo>
                    <a:lnTo>
                      <a:pt x="72" y="25"/>
                    </a:lnTo>
                    <a:cubicBezTo>
                      <a:pt x="65" y="25"/>
                      <a:pt x="59" y="19"/>
                      <a:pt x="59" y="12"/>
                    </a:cubicBezTo>
                    <a:cubicBezTo>
                      <a:pt x="59" y="6"/>
                      <a:pt x="65" y="0"/>
                      <a:pt x="72" y="0"/>
                    </a:cubicBezTo>
                    <a:lnTo>
                      <a:pt x="72" y="0"/>
                    </a:lnTo>
                    <a:cubicBezTo>
                      <a:pt x="79" y="0"/>
                      <a:pt x="84" y="6"/>
                      <a:pt x="84" y="12"/>
                    </a:cubicBezTo>
                    <a:cubicBezTo>
                      <a:pt x="84" y="19"/>
                      <a:pt x="79" y="25"/>
                      <a:pt x="72" y="25"/>
                    </a:cubicBezTo>
                    <a:close/>
                    <a:moveTo>
                      <a:pt x="22" y="25"/>
                    </a:moveTo>
                    <a:lnTo>
                      <a:pt x="22" y="25"/>
                    </a:lnTo>
                    <a:cubicBezTo>
                      <a:pt x="15" y="25"/>
                      <a:pt x="9" y="19"/>
                      <a:pt x="9" y="12"/>
                    </a:cubicBezTo>
                    <a:cubicBezTo>
                      <a:pt x="9" y="6"/>
                      <a:pt x="15" y="0"/>
                      <a:pt x="22" y="0"/>
                    </a:cubicBezTo>
                    <a:lnTo>
                      <a:pt x="22" y="0"/>
                    </a:lnTo>
                    <a:cubicBezTo>
                      <a:pt x="29" y="0"/>
                      <a:pt x="34" y="6"/>
                      <a:pt x="34" y="12"/>
                    </a:cubicBezTo>
                    <a:cubicBezTo>
                      <a:pt x="34" y="19"/>
                      <a:pt x="29" y="25"/>
                      <a:pt x="22" y="25"/>
                    </a:cubicBezTo>
                    <a:close/>
                    <a:moveTo>
                      <a:pt x="40" y="44"/>
                    </a:moveTo>
                    <a:lnTo>
                      <a:pt x="40" y="44"/>
                    </a:lnTo>
                    <a:cubicBezTo>
                      <a:pt x="42" y="50"/>
                      <a:pt x="40" y="57"/>
                      <a:pt x="33" y="60"/>
                    </a:cubicBezTo>
                    <a:cubicBezTo>
                      <a:pt x="27" y="63"/>
                      <a:pt x="20" y="60"/>
                      <a:pt x="17" y="54"/>
                    </a:cubicBezTo>
                    <a:lnTo>
                      <a:pt x="17" y="53"/>
                    </a:lnTo>
                    <a:cubicBezTo>
                      <a:pt x="14" y="47"/>
                      <a:pt x="17" y="40"/>
                      <a:pt x="23" y="37"/>
                    </a:cubicBezTo>
                    <a:cubicBezTo>
                      <a:pt x="30" y="34"/>
                      <a:pt x="37" y="37"/>
                      <a:pt x="40" y="44"/>
                    </a:cubicBezTo>
                    <a:close/>
                    <a:moveTo>
                      <a:pt x="61" y="89"/>
                    </a:moveTo>
                    <a:lnTo>
                      <a:pt x="61" y="89"/>
                    </a:lnTo>
                    <a:cubicBezTo>
                      <a:pt x="64" y="95"/>
                      <a:pt x="61" y="103"/>
                      <a:pt x="54" y="105"/>
                    </a:cubicBezTo>
                    <a:cubicBezTo>
                      <a:pt x="48" y="108"/>
                      <a:pt x="41" y="105"/>
                      <a:pt x="38" y="99"/>
                    </a:cubicBezTo>
                    <a:lnTo>
                      <a:pt x="38" y="99"/>
                    </a:lnTo>
                    <a:cubicBezTo>
                      <a:pt x="35" y="93"/>
                      <a:pt x="38" y="85"/>
                      <a:pt x="44" y="82"/>
                    </a:cubicBezTo>
                    <a:cubicBezTo>
                      <a:pt x="51" y="80"/>
                      <a:pt x="58" y="83"/>
                      <a:pt x="61" y="89"/>
                    </a:cubicBezTo>
                    <a:close/>
                    <a:moveTo>
                      <a:pt x="82" y="134"/>
                    </a:moveTo>
                    <a:lnTo>
                      <a:pt x="82" y="134"/>
                    </a:lnTo>
                    <a:cubicBezTo>
                      <a:pt x="85" y="141"/>
                      <a:pt x="82" y="148"/>
                      <a:pt x="75" y="151"/>
                    </a:cubicBezTo>
                    <a:cubicBezTo>
                      <a:pt x="69" y="153"/>
                      <a:pt x="62" y="151"/>
                      <a:pt x="59" y="144"/>
                    </a:cubicBezTo>
                    <a:lnTo>
                      <a:pt x="59" y="144"/>
                    </a:lnTo>
                    <a:cubicBezTo>
                      <a:pt x="56" y="138"/>
                      <a:pt x="59" y="131"/>
                      <a:pt x="65" y="128"/>
                    </a:cubicBezTo>
                    <a:cubicBezTo>
                      <a:pt x="72" y="125"/>
                      <a:pt x="79" y="128"/>
                      <a:pt x="82" y="134"/>
                    </a:cubicBezTo>
                    <a:close/>
                    <a:moveTo>
                      <a:pt x="103" y="180"/>
                    </a:moveTo>
                    <a:lnTo>
                      <a:pt x="103" y="180"/>
                    </a:lnTo>
                    <a:cubicBezTo>
                      <a:pt x="106" y="186"/>
                      <a:pt x="103" y="193"/>
                      <a:pt x="96" y="196"/>
                    </a:cubicBezTo>
                    <a:cubicBezTo>
                      <a:pt x="90" y="199"/>
                      <a:pt x="83" y="196"/>
                      <a:pt x="80" y="190"/>
                    </a:cubicBezTo>
                    <a:lnTo>
                      <a:pt x="80" y="190"/>
                    </a:lnTo>
                    <a:cubicBezTo>
                      <a:pt x="77" y="183"/>
                      <a:pt x="80" y="176"/>
                      <a:pt x="86" y="173"/>
                    </a:cubicBezTo>
                    <a:cubicBezTo>
                      <a:pt x="93" y="170"/>
                      <a:pt x="100" y="173"/>
                      <a:pt x="103" y="180"/>
                    </a:cubicBezTo>
                    <a:close/>
                    <a:moveTo>
                      <a:pt x="124" y="225"/>
                    </a:moveTo>
                    <a:lnTo>
                      <a:pt x="124" y="225"/>
                    </a:lnTo>
                    <a:cubicBezTo>
                      <a:pt x="127" y="231"/>
                      <a:pt x="124" y="239"/>
                      <a:pt x="118" y="241"/>
                    </a:cubicBezTo>
                    <a:cubicBezTo>
                      <a:pt x="111" y="244"/>
                      <a:pt x="104" y="241"/>
                      <a:pt x="101" y="235"/>
                    </a:cubicBezTo>
                    <a:lnTo>
                      <a:pt x="101" y="235"/>
                    </a:lnTo>
                    <a:cubicBezTo>
                      <a:pt x="98" y="229"/>
                      <a:pt x="101" y="221"/>
                      <a:pt x="108" y="218"/>
                    </a:cubicBezTo>
                    <a:cubicBezTo>
                      <a:pt x="114" y="216"/>
                      <a:pt x="121" y="219"/>
                      <a:pt x="124" y="225"/>
                    </a:cubicBezTo>
                    <a:close/>
                    <a:moveTo>
                      <a:pt x="145" y="270"/>
                    </a:moveTo>
                    <a:lnTo>
                      <a:pt x="145" y="270"/>
                    </a:lnTo>
                    <a:cubicBezTo>
                      <a:pt x="148" y="277"/>
                      <a:pt x="145" y="284"/>
                      <a:pt x="139" y="287"/>
                    </a:cubicBezTo>
                    <a:cubicBezTo>
                      <a:pt x="132" y="290"/>
                      <a:pt x="125" y="287"/>
                      <a:pt x="122" y="280"/>
                    </a:cubicBezTo>
                    <a:lnTo>
                      <a:pt x="122" y="280"/>
                    </a:lnTo>
                    <a:cubicBezTo>
                      <a:pt x="119" y="274"/>
                      <a:pt x="122" y="267"/>
                      <a:pt x="129" y="264"/>
                    </a:cubicBezTo>
                    <a:cubicBezTo>
                      <a:pt x="135" y="261"/>
                      <a:pt x="142" y="264"/>
                      <a:pt x="145" y="270"/>
                    </a:cubicBezTo>
                    <a:close/>
                    <a:moveTo>
                      <a:pt x="166" y="316"/>
                    </a:moveTo>
                    <a:lnTo>
                      <a:pt x="166" y="316"/>
                    </a:lnTo>
                    <a:cubicBezTo>
                      <a:pt x="169" y="322"/>
                      <a:pt x="166" y="329"/>
                      <a:pt x="160" y="332"/>
                    </a:cubicBezTo>
                    <a:cubicBezTo>
                      <a:pt x="153" y="335"/>
                      <a:pt x="146" y="332"/>
                      <a:pt x="143" y="326"/>
                    </a:cubicBezTo>
                    <a:lnTo>
                      <a:pt x="143" y="326"/>
                    </a:lnTo>
                    <a:cubicBezTo>
                      <a:pt x="140" y="319"/>
                      <a:pt x="143" y="312"/>
                      <a:pt x="150" y="309"/>
                    </a:cubicBezTo>
                    <a:cubicBezTo>
                      <a:pt x="156" y="306"/>
                      <a:pt x="163" y="309"/>
                      <a:pt x="166" y="316"/>
                    </a:cubicBezTo>
                    <a:close/>
                    <a:moveTo>
                      <a:pt x="187" y="361"/>
                    </a:moveTo>
                    <a:lnTo>
                      <a:pt x="187" y="361"/>
                    </a:lnTo>
                    <a:cubicBezTo>
                      <a:pt x="190" y="367"/>
                      <a:pt x="187" y="375"/>
                      <a:pt x="181" y="378"/>
                    </a:cubicBezTo>
                    <a:cubicBezTo>
                      <a:pt x="174" y="380"/>
                      <a:pt x="167" y="377"/>
                      <a:pt x="164" y="371"/>
                    </a:cubicBezTo>
                    <a:lnTo>
                      <a:pt x="164" y="371"/>
                    </a:lnTo>
                    <a:cubicBezTo>
                      <a:pt x="162" y="365"/>
                      <a:pt x="164" y="357"/>
                      <a:pt x="171" y="355"/>
                    </a:cubicBezTo>
                    <a:cubicBezTo>
                      <a:pt x="177" y="352"/>
                      <a:pt x="184" y="355"/>
                      <a:pt x="187" y="361"/>
                    </a:cubicBezTo>
                    <a:close/>
                    <a:moveTo>
                      <a:pt x="208" y="406"/>
                    </a:moveTo>
                    <a:lnTo>
                      <a:pt x="208" y="406"/>
                    </a:lnTo>
                    <a:cubicBezTo>
                      <a:pt x="211" y="413"/>
                      <a:pt x="208" y="420"/>
                      <a:pt x="202" y="423"/>
                    </a:cubicBezTo>
                    <a:cubicBezTo>
                      <a:pt x="196" y="426"/>
                      <a:pt x="188" y="423"/>
                      <a:pt x="185" y="416"/>
                    </a:cubicBezTo>
                    <a:lnTo>
                      <a:pt x="185" y="416"/>
                    </a:lnTo>
                    <a:cubicBezTo>
                      <a:pt x="183" y="410"/>
                      <a:pt x="186" y="403"/>
                      <a:pt x="192" y="400"/>
                    </a:cubicBezTo>
                    <a:cubicBezTo>
                      <a:pt x="198" y="397"/>
                      <a:pt x="206" y="400"/>
                      <a:pt x="208" y="406"/>
                    </a:cubicBezTo>
                    <a:close/>
                    <a:moveTo>
                      <a:pt x="229" y="452"/>
                    </a:moveTo>
                    <a:lnTo>
                      <a:pt x="229" y="452"/>
                    </a:lnTo>
                    <a:cubicBezTo>
                      <a:pt x="232" y="458"/>
                      <a:pt x="229" y="466"/>
                      <a:pt x="223" y="468"/>
                    </a:cubicBezTo>
                    <a:cubicBezTo>
                      <a:pt x="217" y="471"/>
                      <a:pt x="209" y="468"/>
                      <a:pt x="206" y="462"/>
                    </a:cubicBezTo>
                    <a:lnTo>
                      <a:pt x="206" y="462"/>
                    </a:lnTo>
                    <a:cubicBezTo>
                      <a:pt x="204" y="455"/>
                      <a:pt x="207" y="448"/>
                      <a:pt x="213" y="445"/>
                    </a:cubicBezTo>
                    <a:cubicBezTo>
                      <a:pt x="219" y="443"/>
                      <a:pt x="227" y="445"/>
                      <a:pt x="229" y="452"/>
                    </a:cubicBezTo>
                    <a:close/>
                    <a:moveTo>
                      <a:pt x="250" y="497"/>
                    </a:moveTo>
                    <a:lnTo>
                      <a:pt x="250" y="497"/>
                    </a:lnTo>
                    <a:cubicBezTo>
                      <a:pt x="253" y="504"/>
                      <a:pt x="250" y="511"/>
                      <a:pt x="244" y="514"/>
                    </a:cubicBezTo>
                    <a:cubicBezTo>
                      <a:pt x="238" y="516"/>
                      <a:pt x="230" y="513"/>
                      <a:pt x="228" y="507"/>
                    </a:cubicBezTo>
                    <a:lnTo>
                      <a:pt x="228" y="507"/>
                    </a:lnTo>
                    <a:cubicBezTo>
                      <a:pt x="225" y="501"/>
                      <a:pt x="228" y="493"/>
                      <a:pt x="234" y="491"/>
                    </a:cubicBezTo>
                    <a:cubicBezTo>
                      <a:pt x="240" y="488"/>
                      <a:pt x="248" y="491"/>
                      <a:pt x="250" y="497"/>
                    </a:cubicBezTo>
                    <a:close/>
                    <a:moveTo>
                      <a:pt x="272" y="543"/>
                    </a:moveTo>
                    <a:lnTo>
                      <a:pt x="272" y="543"/>
                    </a:lnTo>
                    <a:cubicBezTo>
                      <a:pt x="274" y="549"/>
                      <a:pt x="271" y="556"/>
                      <a:pt x="265" y="559"/>
                    </a:cubicBezTo>
                    <a:cubicBezTo>
                      <a:pt x="259" y="562"/>
                      <a:pt x="251" y="559"/>
                      <a:pt x="249" y="553"/>
                    </a:cubicBezTo>
                    <a:lnTo>
                      <a:pt x="249" y="552"/>
                    </a:lnTo>
                    <a:cubicBezTo>
                      <a:pt x="246" y="546"/>
                      <a:pt x="249" y="539"/>
                      <a:pt x="255" y="536"/>
                    </a:cubicBezTo>
                    <a:cubicBezTo>
                      <a:pt x="261" y="533"/>
                      <a:pt x="269" y="536"/>
                      <a:pt x="272" y="543"/>
                    </a:cubicBezTo>
                    <a:close/>
                    <a:moveTo>
                      <a:pt x="293" y="588"/>
                    </a:moveTo>
                    <a:lnTo>
                      <a:pt x="293" y="588"/>
                    </a:lnTo>
                    <a:cubicBezTo>
                      <a:pt x="295" y="594"/>
                      <a:pt x="293" y="602"/>
                      <a:pt x="286" y="604"/>
                    </a:cubicBezTo>
                    <a:cubicBezTo>
                      <a:pt x="280" y="607"/>
                      <a:pt x="272" y="604"/>
                      <a:pt x="270" y="598"/>
                    </a:cubicBezTo>
                    <a:lnTo>
                      <a:pt x="270" y="598"/>
                    </a:lnTo>
                    <a:cubicBezTo>
                      <a:pt x="267" y="592"/>
                      <a:pt x="270" y="584"/>
                      <a:pt x="276" y="581"/>
                    </a:cubicBezTo>
                    <a:cubicBezTo>
                      <a:pt x="283" y="579"/>
                      <a:pt x="290" y="582"/>
                      <a:pt x="293" y="588"/>
                    </a:cubicBezTo>
                    <a:close/>
                    <a:moveTo>
                      <a:pt x="314" y="633"/>
                    </a:moveTo>
                    <a:lnTo>
                      <a:pt x="314" y="633"/>
                    </a:lnTo>
                    <a:cubicBezTo>
                      <a:pt x="316" y="640"/>
                      <a:pt x="314" y="647"/>
                      <a:pt x="307" y="650"/>
                    </a:cubicBezTo>
                    <a:cubicBezTo>
                      <a:pt x="301" y="652"/>
                      <a:pt x="294" y="650"/>
                      <a:pt x="291" y="643"/>
                    </a:cubicBezTo>
                    <a:lnTo>
                      <a:pt x="291" y="643"/>
                    </a:lnTo>
                    <a:cubicBezTo>
                      <a:pt x="288" y="637"/>
                      <a:pt x="291" y="630"/>
                      <a:pt x="297" y="627"/>
                    </a:cubicBezTo>
                    <a:cubicBezTo>
                      <a:pt x="304" y="624"/>
                      <a:pt x="311" y="627"/>
                      <a:pt x="314" y="633"/>
                    </a:cubicBezTo>
                    <a:close/>
                    <a:moveTo>
                      <a:pt x="335" y="679"/>
                    </a:moveTo>
                    <a:lnTo>
                      <a:pt x="335" y="679"/>
                    </a:lnTo>
                    <a:cubicBezTo>
                      <a:pt x="338" y="685"/>
                      <a:pt x="335" y="692"/>
                      <a:pt x="328" y="695"/>
                    </a:cubicBezTo>
                    <a:cubicBezTo>
                      <a:pt x="322" y="698"/>
                      <a:pt x="315" y="695"/>
                      <a:pt x="312" y="689"/>
                    </a:cubicBezTo>
                    <a:lnTo>
                      <a:pt x="312" y="689"/>
                    </a:lnTo>
                    <a:cubicBezTo>
                      <a:pt x="309" y="682"/>
                      <a:pt x="312" y="675"/>
                      <a:pt x="318" y="672"/>
                    </a:cubicBezTo>
                    <a:cubicBezTo>
                      <a:pt x="325" y="669"/>
                      <a:pt x="332" y="672"/>
                      <a:pt x="335" y="679"/>
                    </a:cubicBezTo>
                    <a:close/>
                    <a:moveTo>
                      <a:pt x="356" y="724"/>
                    </a:moveTo>
                    <a:lnTo>
                      <a:pt x="356" y="724"/>
                    </a:lnTo>
                    <a:cubicBezTo>
                      <a:pt x="359" y="730"/>
                      <a:pt x="356" y="738"/>
                      <a:pt x="349" y="740"/>
                    </a:cubicBezTo>
                    <a:cubicBezTo>
                      <a:pt x="343" y="743"/>
                      <a:pt x="336" y="740"/>
                      <a:pt x="333" y="734"/>
                    </a:cubicBezTo>
                    <a:lnTo>
                      <a:pt x="333" y="734"/>
                    </a:lnTo>
                    <a:cubicBezTo>
                      <a:pt x="330" y="728"/>
                      <a:pt x="333" y="720"/>
                      <a:pt x="339" y="718"/>
                    </a:cubicBezTo>
                    <a:cubicBezTo>
                      <a:pt x="346" y="715"/>
                      <a:pt x="353" y="718"/>
                      <a:pt x="356" y="724"/>
                    </a:cubicBezTo>
                    <a:close/>
                    <a:moveTo>
                      <a:pt x="377" y="769"/>
                    </a:moveTo>
                    <a:lnTo>
                      <a:pt x="377" y="769"/>
                    </a:lnTo>
                    <a:cubicBezTo>
                      <a:pt x="380" y="776"/>
                      <a:pt x="377" y="783"/>
                      <a:pt x="371" y="786"/>
                    </a:cubicBezTo>
                    <a:cubicBezTo>
                      <a:pt x="364" y="789"/>
                      <a:pt x="357" y="786"/>
                      <a:pt x="354" y="779"/>
                    </a:cubicBezTo>
                    <a:lnTo>
                      <a:pt x="354" y="779"/>
                    </a:lnTo>
                    <a:cubicBezTo>
                      <a:pt x="351" y="773"/>
                      <a:pt x="354" y="766"/>
                      <a:pt x="361" y="763"/>
                    </a:cubicBezTo>
                    <a:cubicBezTo>
                      <a:pt x="367" y="760"/>
                      <a:pt x="374" y="763"/>
                      <a:pt x="377" y="769"/>
                    </a:cubicBezTo>
                    <a:close/>
                    <a:moveTo>
                      <a:pt x="398" y="815"/>
                    </a:moveTo>
                    <a:lnTo>
                      <a:pt x="398" y="815"/>
                    </a:lnTo>
                    <a:cubicBezTo>
                      <a:pt x="401" y="821"/>
                      <a:pt x="398" y="828"/>
                      <a:pt x="392" y="831"/>
                    </a:cubicBezTo>
                    <a:cubicBezTo>
                      <a:pt x="385" y="834"/>
                      <a:pt x="378" y="831"/>
                      <a:pt x="375" y="825"/>
                    </a:cubicBezTo>
                    <a:lnTo>
                      <a:pt x="375" y="825"/>
                    </a:lnTo>
                    <a:cubicBezTo>
                      <a:pt x="372" y="818"/>
                      <a:pt x="375" y="811"/>
                      <a:pt x="382" y="808"/>
                    </a:cubicBezTo>
                    <a:cubicBezTo>
                      <a:pt x="388" y="805"/>
                      <a:pt x="395" y="808"/>
                      <a:pt x="398" y="815"/>
                    </a:cubicBezTo>
                    <a:close/>
                    <a:moveTo>
                      <a:pt x="419" y="860"/>
                    </a:moveTo>
                    <a:lnTo>
                      <a:pt x="419" y="860"/>
                    </a:lnTo>
                    <a:cubicBezTo>
                      <a:pt x="422" y="866"/>
                      <a:pt x="419" y="874"/>
                      <a:pt x="413" y="877"/>
                    </a:cubicBezTo>
                    <a:cubicBezTo>
                      <a:pt x="406" y="879"/>
                      <a:pt x="399" y="876"/>
                      <a:pt x="396" y="870"/>
                    </a:cubicBezTo>
                    <a:lnTo>
                      <a:pt x="396" y="870"/>
                    </a:lnTo>
                    <a:cubicBezTo>
                      <a:pt x="393" y="864"/>
                      <a:pt x="396" y="856"/>
                      <a:pt x="403" y="854"/>
                    </a:cubicBezTo>
                    <a:cubicBezTo>
                      <a:pt x="409" y="851"/>
                      <a:pt x="416" y="854"/>
                      <a:pt x="419" y="860"/>
                    </a:cubicBezTo>
                    <a:close/>
                    <a:moveTo>
                      <a:pt x="440" y="905"/>
                    </a:moveTo>
                    <a:lnTo>
                      <a:pt x="440" y="905"/>
                    </a:lnTo>
                    <a:cubicBezTo>
                      <a:pt x="443" y="912"/>
                      <a:pt x="440" y="919"/>
                      <a:pt x="434" y="922"/>
                    </a:cubicBezTo>
                    <a:cubicBezTo>
                      <a:pt x="427" y="925"/>
                      <a:pt x="420" y="922"/>
                      <a:pt x="417" y="915"/>
                    </a:cubicBezTo>
                    <a:lnTo>
                      <a:pt x="417" y="915"/>
                    </a:lnTo>
                    <a:cubicBezTo>
                      <a:pt x="415" y="909"/>
                      <a:pt x="417" y="902"/>
                      <a:pt x="424" y="899"/>
                    </a:cubicBezTo>
                    <a:cubicBezTo>
                      <a:pt x="430" y="896"/>
                      <a:pt x="437" y="899"/>
                      <a:pt x="440" y="905"/>
                    </a:cubicBezTo>
                    <a:close/>
                    <a:moveTo>
                      <a:pt x="461" y="951"/>
                    </a:moveTo>
                    <a:lnTo>
                      <a:pt x="461" y="951"/>
                    </a:lnTo>
                    <a:cubicBezTo>
                      <a:pt x="464" y="957"/>
                      <a:pt x="461" y="965"/>
                      <a:pt x="455" y="967"/>
                    </a:cubicBezTo>
                    <a:cubicBezTo>
                      <a:pt x="449" y="970"/>
                      <a:pt x="441" y="967"/>
                      <a:pt x="438" y="961"/>
                    </a:cubicBezTo>
                    <a:lnTo>
                      <a:pt x="438" y="961"/>
                    </a:lnTo>
                    <a:cubicBezTo>
                      <a:pt x="436" y="954"/>
                      <a:pt x="439" y="947"/>
                      <a:pt x="445" y="944"/>
                    </a:cubicBezTo>
                    <a:cubicBezTo>
                      <a:pt x="451" y="942"/>
                      <a:pt x="459" y="944"/>
                      <a:pt x="461" y="951"/>
                    </a:cubicBezTo>
                    <a:close/>
                    <a:moveTo>
                      <a:pt x="482" y="996"/>
                    </a:moveTo>
                    <a:lnTo>
                      <a:pt x="482" y="996"/>
                    </a:lnTo>
                    <a:cubicBezTo>
                      <a:pt x="485" y="1003"/>
                      <a:pt x="482" y="1010"/>
                      <a:pt x="476" y="1013"/>
                    </a:cubicBezTo>
                    <a:cubicBezTo>
                      <a:pt x="470" y="1015"/>
                      <a:pt x="462" y="1013"/>
                      <a:pt x="459" y="1006"/>
                    </a:cubicBezTo>
                    <a:lnTo>
                      <a:pt x="459" y="1006"/>
                    </a:lnTo>
                    <a:cubicBezTo>
                      <a:pt x="457" y="1000"/>
                      <a:pt x="460" y="992"/>
                      <a:pt x="466" y="990"/>
                    </a:cubicBezTo>
                    <a:cubicBezTo>
                      <a:pt x="472" y="987"/>
                      <a:pt x="480" y="990"/>
                      <a:pt x="482" y="996"/>
                    </a:cubicBezTo>
                    <a:close/>
                    <a:moveTo>
                      <a:pt x="503" y="1042"/>
                    </a:moveTo>
                    <a:lnTo>
                      <a:pt x="503" y="1042"/>
                    </a:lnTo>
                    <a:cubicBezTo>
                      <a:pt x="506" y="1048"/>
                      <a:pt x="503" y="1055"/>
                      <a:pt x="497" y="1058"/>
                    </a:cubicBezTo>
                    <a:cubicBezTo>
                      <a:pt x="491" y="1061"/>
                      <a:pt x="483" y="1058"/>
                      <a:pt x="481" y="1052"/>
                    </a:cubicBezTo>
                    <a:lnTo>
                      <a:pt x="481" y="1052"/>
                    </a:lnTo>
                    <a:cubicBezTo>
                      <a:pt x="478" y="1045"/>
                      <a:pt x="481" y="1038"/>
                      <a:pt x="487" y="1035"/>
                    </a:cubicBezTo>
                    <a:cubicBezTo>
                      <a:pt x="493" y="1032"/>
                      <a:pt x="501" y="1035"/>
                      <a:pt x="503" y="1042"/>
                    </a:cubicBezTo>
                    <a:close/>
                    <a:moveTo>
                      <a:pt x="525" y="1087"/>
                    </a:moveTo>
                    <a:lnTo>
                      <a:pt x="525" y="1087"/>
                    </a:lnTo>
                    <a:cubicBezTo>
                      <a:pt x="527" y="1093"/>
                      <a:pt x="524" y="1101"/>
                      <a:pt x="518" y="1103"/>
                    </a:cubicBezTo>
                    <a:cubicBezTo>
                      <a:pt x="512" y="1106"/>
                      <a:pt x="504" y="1103"/>
                      <a:pt x="502" y="1097"/>
                    </a:cubicBezTo>
                    <a:lnTo>
                      <a:pt x="502" y="1097"/>
                    </a:lnTo>
                    <a:cubicBezTo>
                      <a:pt x="499" y="1091"/>
                      <a:pt x="502" y="1083"/>
                      <a:pt x="508" y="1080"/>
                    </a:cubicBezTo>
                    <a:cubicBezTo>
                      <a:pt x="514" y="1078"/>
                      <a:pt x="522" y="1081"/>
                      <a:pt x="525" y="1087"/>
                    </a:cubicBezTo>
                    <a:close/>
                    <a:moveTo>
                      <a:pt x="546" y="1132"/>
                    </a:moveTo>
                    <a:lnTo>
                      <a:pt x="546" y="1132"/>
                    </a:lnTo>
                    <a:cubicBezTo>
                      <a:pt x="548" y="1139"/>
                      <a:pt x="545" y="1146"/>
                      <a:pt x="539" y="1149"/>
                    </a:cubicBezTo>
                    <a:cubicBezTo>
                      <a:pt x="533" y="1152"/>
                      <a:pt x="525" y="1149"/>
                      <a:pt x="523" y="1142"/>
                    </a:cubicBezTo>
                    <a:lnTo>
                      <a:pt x="523" y="1142"/>
                    </a:lnTo>
                    <a:cubicBezTo>
                      <a:pt x="520" y="1136"/>
                      <a:pt x="523" y="1129"/>
                      <a:pt x="529" y="1126"/>
                    </a:cubicBezTo>
                    <a:cubicBezTo>
                      <a:pt x="536" y="1123"/>
                      <a:pt x="543" y="1126"/>
                      <a:pt x="546" y="1132"/>
                    </a:cubicBezTo>
                    <a:close/>
                    <a:moveTo>
                      <a:pt x="567" y="1178"/>
                    </a:moveTo>
                    <a:lnTo>
                      <a:pt x="567" y="1178"/>
                    </a:lnTo>
                    <a:cubicBezTo>
                      <a:pt x="569" y="1184"/>
                      <a:pt x="567" y="1191"/>
                      <a:pt x="560" y="1194"/>
                    </a:cubicBezTo>
                    <a:cubicBezTo>
                      <a:pt x="554" y="1197"/>
                      <a:pt x="547" y="1194"/>
                      <a:pt x="544" y="1188"/>
                    </a:cubicBezTo>
                    <a:lnTo>
                      <a:pt x="544" y="1188"/>
                    </a:lnTo>
                    <a:cubicBezTo>
                      <a:pt x="541" y="1181"/>
                      <a:pt x="544" y="1174"/>
                      <a:pt x="550" y="1171"/>
                    </a:cubicBezTo>
                    <a:cubicBezTo>
                      <a:pt x="557" y="1168"/>
                      <a:pt x="564" y="1171"/>
                      <a:pt x="567" y="1178"/>
                    </a:cubicBezTo>
                    <a:close/>
                    <a:moveTo>
                      <a:pt x="588" y="1223"/>
                    </a:moveTo>
                    <a:lnTo>
                      <a:pt x="588" y="1223"/>
                    </a:lnTo>
                    <a:cubicBezTo>
                      <a:pt x="591" y="1229"/>
                      <a:pt x="588" y="1237"/>
                      <a:pt x="581" y="1239"/>
                    </a:cubicBezTo>
                    <a:cubicBezTo>
                      <a:pt x="575" y="1242"/>
                      <a:pt x="568" y="1239"/>
                      <a:pt x="565" y="1233"/>
                    </a:cubicBezTo>
                    <a:lnTo>
                      <a:pt x="565" y="1233"/>
                    </a:lnTo>
                    <a:cubicBezTo>
                      <a:pt x="562" y="1227"/>
                      <a:pt x="565" y="1219"/>
                      <a:pt x="571" y="1217"/>
                    </a:cubicBezTo>
                    <a:cubicBezTo>
                      <a:pt x="578" y="1214"/>
                      <a:pt x="585" y="1217"/>
                      <a:pt x="588" y="1223"/>
                    </a:cubicBezTo>
                    <a:close/>
                    <a:moveTo>
                      <a:pt x="609" y="1268"/>
                    </a:moveTo>
                    <a:lnTo>
                      <a:pt x="609" y="1268"/>
                    </a:lnTo>
                    <a:cubicBezTo>
                      <a:pt x="612" y="1275"/>
                      <a:pt x="609" y="1282"/>
                      <a:pt x="602" y="1285"/>
                    </a:cubicBezTo>
                    <a:cubicBezTo>
                      <a:pt x="596" y="1288"/>
                      <a:pt x="589" y="1285"/>
                      <a:pt x="586" y="1278"/>
                    </a:cubicBezTo>
                    <a:lnTo>
                      <a:pt x="586" y="1278"/>
                    </a:lnTo>
                    <a:cubicBezTo>
                      <a:pt x="583" y="1272"/>
                      <a:pt x="586" y="1265"/>
                      <a:pt x="592" y="1262"/>
                    </a:cubicBezTo>
                    <a:cubicBezTo>
                      <a:pt x="599" y="1259"/>
                      <a:pt x="606" y="1262"/>
                      <a:pt x="609" y="1268"/>
                    </a:cubicBezTo>
                    <a:close/>
                    <a:moveTo>
                      <a:pt x="630" y="1314"/>
                    </a:moveTo>
                    <a:lnTo>
                      <a:pt x="630" y="1314"/>
                    </a:lnTo>
                    <a:cubicBezTo>
                      <a:pt x="633" y="1320"/>
                      <a:pt x="630" y="1327"/>
                      <a:pt x="623" y="1330"/>
                    </a:cubicBezTo>
                    <a:cubicBezTo>
                      <a:pt x="617" y="1333"/>
                      <a:pt x="610" y="1330"/>
                      <a:pt x="607" y="1324"/>
                    </a:cubicBezTo>
                    <a:lnTo>
                      <a:pt x="607" y="1324"/>
                    </a:lnTo>
                    <a:cubicBezTo>
                      <a:pt x="604" y="1317"/>
                      <a:pt x="607" y="1310"/>
                      <a:pt x="614" y="1307"/>
                    </a:cubicBezTo>
                    <a:cubicBezTo>
                      <a:pt x="620" y="1305"/>
                      <a:pt x="627" y="1307"/>
                      <a:pt x="630" y="1314"/>
                    </a:cubicBezTo>
                    <a:close/>
                    <a:moveTo>
                      <a:pt x="651" y="1359"/>
                    </a:moveTo>
                    <a:lnTo>
                      <a:pt x="651" y="1359"/>
                    </a:lnTo>
                    <a:cubicBezTo>
                      <a:pt x="654" y="1365"/>
                      <a:pt x="651" y="1373"/>
                      <a:pt x="645" y="1376"/>
                    </a:cubicBezTo>
                    <a:cubicBezTo>
                      <a:pt x="638" y="1378"/>
                      <a:pt x="631" y="1375"/>
                      <a:pt x="628" y="1369"/>
                    </a:cubicBezTo>
                    <a:lnTo>
                      <a:pt x="628" y="1369"/>
                    </a:lnTo>
                    <a:cubicBezTo>
                      <a:pt x="625" y="1363"/>
                      <a:pt x="628" y="1355"/>
                      <a:pt x="635" y="1353"/>
                    </a:cubicBezTo>
                    <a:cubicBezTo>
                      <a:pt x="641" y="1350"/>
                      <a:pt x="648" y="1353"/>
                      <a:pt x="651" y="1359"/>
                    </a:cubicBezTo>
                    <a:close/>
                    <a:moveTo>
                      <a:pt x="672" y="1404"/>
                    </a:moveTo>
                    <a:lnTo>
                      <a:pt x="672" y="1404"/>
                    </a:lnTo>
                    <a:cubicBezTo>
                      <a:pt x="675" y="1411"/>
                      <a:pt x="672" y="1418"/>
                      <a:pt x="666" y="1421"/>
                    </a:cubicBezTo>
                    <a:cubicBezTo>
                      <a:pt x="659" y="1424"/>
                      <a:pt x="652" y="1421"/>
                      <a:pt x="649" y="1414"/>
                    </a:cubicBezTo>
                    <a:lnTo>
                      <a:pt x="649" y="1414"/>
                    </a:lnTo>
                    <a:cubicBezTo>
                      <a:pt x="646" y="1408"/>
                      <a:pt x="649" y="1401"/>
                      <a:pt x="656" y="1398"/>
                    </a:cubicBezTo>
                    <a:cubicBezTo>
                      <a:pt x="662" y="1395"/>
                      <a:pt x="669" y="1398"/>
                      <a:pt x="672" y="1404"/>
                    </a:cubicBezTo>
                    <a:close/>
                    <a:moveTo>
                      <a:pt x="693" y="1450"/>
                    </a:moveTo>
                    <a:lnTo>
                      <a:pt x="693" y="1450"/>
                    </a:lnTo>
                    <a:cubicBezTo>
                      <a:pt x="696" y="1456"/>
                      <a:pt x="693" y="1464"/>
                      <a:pt x="687" y="1466"/>
                    </a:cubicBezTo>
                    <a:cubicBezTo>
                      <a:pt x="680" y="1469"/>
                      <a:pt x="673" y="1466"/>
                      <a:pt x="670" y="1460"/>
                    </a:cubicBezTo>
                    <a:lnTo>
                      <a:pt x="670" y="1460"/>
                    </a:lnTo>
                    <a:cubicBezTo>
                      <a:pt x="668" y="1453"/>
                      <a:pt x="670" y="1446"/>
                      <a:pt x="677" y="1443"/>
                    </a:cubicBezTo>
                    <a:cubicBezTo>
                      <a:pt x="683" y="1441"/>
                      <a:pt x="690" y="1444"/>
                      <a:pt x="693" y="1450"/>
                    </a:cubicBezTo>
                    <a:close/>
                    <a:moveTo>
                      <a:pt x="714" y="1495"/>
                    </a:moveTo>
                    <a:lnTo>
                      <a:pt x="714" y="1495"/>
                    </a:lnTo>
                    <a:cubicBezTo>
                      <a:pt x="717" y="1502"/>
                      <a:pt x="714" y="1509"/>
                      <a:pt x="708" y="1512"/>
                    </a:cubicBezTo>
                    <a:cubicBezTo>
                      <a:pt x="701" y="1514"/>
                      <a:pt x="694" y="1512"/>
                      <a:pt x="691" y="1505"/>
                    </a:cubicBezTo>
                    <a:lnTo>
                      <a:pt x="691" y="1505"/>
                    </a:lnTo>
                    <a:cubicBezTo>
                      <a:pt x="689" y="1499"/>
                      <a:pt x="692" y="1491"/>
                      <a:pt x="698" y="1489"/>
                    </a:cubicBezTo>
                    <a:cubicBezTo>
                      <a:pt x="704" y="1486"/>
                      <a:pt x="712" y="1489"/>
                      <a:pt x="714" y="1495"/>
                    </a:cubicBezTo>
                    <a:close/>
                    <a:moveTo>
                      <a:pt x="735" y="1541"/>
                    </a:moveTo>
                    <a:lnTo>
                      <a:pt x="735" y="1541"/>
                    </a:lnTo>
                    <a:cubicBezTo>
                      <a:pt x="738" y="1547"/>
                      <a:pt x="735" y="1554"/>
                      <a:pt x="729" y="1557"/>
                    </a:cubicBezTo>
                    <a:cubicBezTo>
                      <a:pt x="723" y="1560"/>
                      <a:pt x="715" y="1557"/>
                      <a:pt x="712" y="1551"/>
                    </a:cubicBezTo>
                    <a:lnTo>
                      <a:pt x="712" y="1551"/>
                    </a:lnTo>
                    <a:cubicBezTo>
                      <a:pt x="710" y="1544"/>
                      <a:pt x="713" y="1537"/>
                      <a:pt x="719" y="1534"/>
                    </a:cubicBezTo>
                    <a:cubicBezTo>
                      <a:pt x="725" y="1531"/>
                      <a:pt x="733" y="1534"/>
                      <a:pt x="735" y="1541"/>
                    </a:cubicBezTo>
                    <a:close/>
                    <a:moveTo>
                      <a:pt x="756" y="1586"/>
                    </a:moveTo>
                    <a:lnTo>
                      <a:pt x="756" y="1586"/>
                    </a:lnTo>
                    <a:cubicBezTo>
                      <a:pt x="759" y="1592"/>
                      <a:pt x="756" y="1600"/>
                      <a:pt x="750" y="1602"/>
                    </a:cubicBezTo>
                    <a:cubicBezTo>
                      <a:pt x="744" y="1605"/>
                      <a:pt x="736" y="1602"/>
                      <a:pt x="734" y="1596"/>
                    </a:cubicBezTo>
                    <a:lnTo>
                      <a:pt x="734" y="1596"/>
                    </a:lnTo>
                    <a:cubicBezTo>
                      <a:pt x="731" y="1590"/>
                      <a:pt x="734" y="1582"/>
                      <a:pt x="740" y="1579"/>
                    </a:cubicBezTo>
                    <a:cubicBezTo>
                      <a:pt x="746" y="1577"/>
                      <a:pt x="754" y="1580"/>
                      <a:pt x="756" y="1586"/>
                    </a:cubicBezTo>
                    <a:close/>
                    <a:moveTo>
                      <a:pt x="778" y="1631"/>
                    </a:moveTo>
                    <a:lnTo>
                      <a:pt x="778" y="1631"/>
                    </a:lnTo>
                    <a:cubicBezTo>
                      <a:pt x="780" y="1638"/>
                      <a:pt x="777" y="1645"/>
                      <a:pt x="771" y="1648"/>
                    </a:cubicBezTo>
                    <a:cubicBezTo>
                      <a:pt x="765" y="1651"/>
                      <a:pt x="757" y="1648"/>
                      <a:pt x="755" y="1641"/>
                    </a:cubicBezTo>
                    <a:lnTo>
                      <a:pt x="755" y="1641"/>
                    </a:lnTo>
                    <a:cubicBezTo>
                      <a:pt x="752" y="1635"/>
                      <a:pt x="755" y="1628"/>
                      <a:pt x="761" y="1625"/>
                    </a:cubicBezTo>
                    <a:cubicBezTo>
                      <a:pt x="767" y="1622"/>
                      <a:pt x="775" y="1625"/>
                      <a:pt x="778" y="1631"/>
                    </a:cubicBezTo>
                    <a:close/>
                    <a:moveTo>
                      <a:pt x="799" y="1677"/>
                    </a:moveTo>
                    <a:lnTo>
                      <a:pt x="799" y="1677"/>
                    </a:lnTo>
                    <a:cubicBezTo>
                      <a:pt x="801" y="1683"/>
                      <a:pt x="798" y="1690"/>
                      <a:pt x="792" y="1693"/>
                    </a:cubicBezTo>
                    <a:cubicBezTo>
                      <a:pt x="786" y="1696"/>
                      <a:pt x="778" y="1693"/>
                      <a:pt x="776" y="1687"/>
                    </a:cubicBezTo>
                    <a:lnTo>
                      <a:pt x="776" y="1687"/>
                    </a:lnTo>
                    <a:cubicBezTo>
                      <a:pt x="773" y="1680"/>
                      <a:pt x="776" y="1673"/>
                      <a:pt x="782" y="1670"/>
                    </a:cubicBezTo>
                    <a:cubicBezTo>
                      <a:pt x="789" y="1667"/>
                      <a:pt x="796" y="1670"/>
                      <a:pt x="799" y="1677"/>
                    </a:cubicBezTo>
                    <a:close/>
                    <a:moveTo>
                      <a:pt x="820" y="1722"/>
                    </a:moveTo>
                    <a:lnTo>
                      <a:pt x="820" y="1722"/>
                    </a:lnTo>
                    <a:cubicBezTo>
                      <a:pt x="822" y="1728"/>
                      <a:pt x="820" y="1736"/>
                      <a:pt x="813" y="1738"/>
                    </a:cubicBezTo>
                    <a:cubicBezTo>
                      <a:pt x="807" y="1741"/>
                      <a:pt x="800" y="1738"/>
                      <a:pt x="797" y="1732"/>
                    </a:cubicBezTo>
                    <a:lnTo>
                      <a:pt x="797" y="1732"/>
                    </a:lnTo>
                    <a:cubicBezTo>
                      <a:pt x="794" y="1726"/>
                      <a:pt x="797" y="1718"/>
                      <a:pt x="803" y="1716"/>
                    </a:cubicBezTo>
                    <a:cubicBezTo>
                      <a:pt x="810" y="1713"/>
                      <a:pt x="817" y="1716"/>
                      <a:pt x="820" y="1722"/>
                    </a:cubicBezTo>
                    <a:close/>
                    <a:moveTo>
                      <a:pt x="841" y="1767"/>
                    </a:moveTo>
                    <a:lnTo>
                      <a:pt x="841" y="1767"/>
                    </a:lnTo>
                    <a:cubicBezTo>
                      <a:pt x="844" y="1774"/>
                      <a:pt x="841" y="1781"/>
                      <a:pt x="834" y="1784"/>
                    </a:cubicBezTo>
                    <a:cubicBezTo>
                      <a:pt x="828" y="1787"/>
                      <a:pt x="821" y="1784"/>
                      <a:pt x="818" y="1777"/>
                    </a:cubicBezTo>
                    <a:lnTo>
                      <a:pt x="818" y="1777"/>
                    </a:lnTo>
                    <a:cubicBezTo>
                      <a:pt x="815" y="1771"/>
                      <a:pt x="818" y="1764"/>
                      <a:pt x="824" y="1761"/>
                    </a:cubicBezTo>
                    <a:cubicBezTo>
                      <a:pt x="831" y="1758"/>
                      <a:pt x="838" y="1761"/>
                      <a:pt x="841" y="1767"/>
                    </a:cubicBezTo>
                    <a:close/>
                    <a:moveTo>
                      <a:pt x="862" y="1813"/>
                    </a:moveTo>
                    <a:lnTo>
                      <a:pt x="862" y="1813"/>
                    </a:lnTo>
                    <a:cubicBezTo>
                      <a:pt x="865" y="1819"/>
                      <a:pt x="862" y="1826"/>
                      <a:pt x="855" y="1829"/>
                    </a:cubicBezTo>
                    <a:cubicBezTo>
                      <a:pt x="849" y="1832"/>
                      <a:pt x="842" y="1829"/>
                      <a:pt x="839" y="1823"/>
                    </a:cubicBezTo>
                    <a:lnTo>
                      <a:pt x="839" y="1823"/>
                    </a:lnTo>
                    <a:cubicBezTo>
                      <a:pt x="836" y="1816"/>
                      <a:pt x="839" y="1809"/>
                      <a:pt x="845" y="1806"/>
                    </a:cubicBezTo>
                    <a:cubicBezTo>
                      <a:pt x="852" y="1804"/>
                      <a:pt x="859" y="1806"/>
                      <a:pt x="862" y="1813"/>
                    </a:cubicBezTo>
                    <a:close/>
                    <a:moveTo>
                      <a:pt x="883" y="1858"/>
                    </a:moveTo>
                    <a:lnTo>
                      <a:pt x="883" y="1858"/>
                    </a:lnTo>
                    <a:cubicBezTo>
                      <a:pt x="886" y="1864"/>
                      <a:pt x="883" y="1872"/>
                      <a:pt x="876" y="1875"/>
                    </a:cubicBezTo>
                    <a:cubicBezTo>
                      <a:pt x="870" y="1877"/>
                      <a:pt x="863" y="1874"/>
                      <a:pt x="860" y="1868"/>
                    </a:cubicBezTo>
                    <a:lnTo>
                      <a:pt x="860" y="1868"/>
                    </a:lnTo>
                    <a:cubicBezTo>
                      <a:pt x="857" y="1862"/>
                      <a:pt x="860" y="1854"/>
                      <a:pt x="867" y="1852"/>
                    </a:cubicBezTo>
                    <a:cubicBezTo>
                      <a:pt x="873" y="1849"/>
                      <a:pt x="880" y="1852"/>
                      <a:pt x="883" y="1858"/>
                    </a:cubicBezTo>
                    <a:close/>
                    <a:moveTo>
                      <a:pt x="904" y="1903"/>
                    </a:moveTo>
                    <a:lnTo>
                      <a:pt x="904" y="1904"/>
                    </a:lnTo>
                    <a:cubicBezTo>
                      <a:pt x="907" y="1910"/>
                      <a:pt x="904" y="1917"/>
                      <a:pt x="898" y="1920"/>
                    </a:cubicBezTo>
                    <a:cubicBezTo>
                      <a:pt x="891" y="1923"/>
                      <a:pt x="884" y="1920"/>
                      <a:pt x="881" y="1913"/>
                    </a:cubicBezTo>
                    <a:lnTo>
                      <a:pt x="881" y="1913"/>
                    </a:lnTo>
                    <a:cubicBezTo>
                      <a:pt x="878" y="1907"/>
                      <a:pt x="881" y="1900"/>
                      <a:pt x="888" y="1897"/>
                    </a:cubicBezTo>
                    <a:cubicBezTo>
                      <a:pt x="894" y="1894"/>
                      <a:pt x="901" y="1897"/>
                      <a:pt x="904" y="1903"/>
                    </a:cubicBezTo>
                    <a:close/>
                    <a:moveTo>
                      <a:pt x="925" y="1949"/>
                    </a:moveTo>
                    <a:lnTo>
                      <a:pt x="925" y="1949"/>
                    </a:lnTo>
                    <a:cubicBezTo>
                      <a:pt x="928" y="1955"/>
                      <a:pt x="925" y="1963"/>
                      <a:pt x="919" y="1965"/>
                    </a:cubicBezTo>
                    <a:cubicBezTo>
                      <a:pt x="912" y="1968"/>
                      <a:pt x="905" y="1965"/>
                      <a:pt x="902" y="1959"/>
                    </a:cubicBezTo>
                    <a:lnTo>
                      <a:pt x="902" y="1959"/>
                    </a:lnTo>
                    <a:cubicBezTo>
                      <a:pt x="899" y="1952"/>
                      <a:pt x="902" y="1945"/>
                      <a:pt x="909" y="1942"/>
                    </a:cubicBezTo>
                    <a:cubicBezTo>
                      <a:pt x="915" y="1940"/>
                      <a:pt x="922" y="1943"/>
                      <a:pt x="925" y="1949"/>
                    </a:cubicBezTo>
                    <a:close/>
                    <a:moveTo>
                      <a:pt x="946" y="1994"/>
                    </a:moveTo>
                    <a:lnTo>
                      <a:pt x="946" y="1994"/>
                    </a:lnTo>
                    <a:cubicBezTo>
                      <a:pt x="949" y="2001"/>
                      <a:pt x="946" y="2008"/>
                      <a:pt x="940" y="2011"/>
                    </a:cubicBezTo>
                    <a:cubicBezTo>
                      <a:pt x="933" y="2013"/>
                      <a:pt x="926" y="2011"/>
                      <a:pt x="923" y="2004"/>
                    </a:cubicBezTo>
                    <a:lnTo>
                      <a:pt x="923" y="2004"/>
                    </a:lnTo>
                    <a:cubicBezTo>
                      <a:pt x="921" y="1998"/>
                      <a:pt x="923" y="1990"/>
                      <a:pt x="930" y="1988"/>
                    </a:cubicBezTo>
                    <a:cubicBezTo>
                      <a:pt x="936" y="1985"/>
                      <a:pt x="943" y="1988"/>
                      <a:pt x="946" y="1994"/>
                    </a:cubicBezTo>
                    <a:close/>
                    <a:moveTo>
                      <a:pt x="967" y="2040"/>
                    </a:moveTo>
                    <a:lnTo>
                      <a:pt x="967" y="2040"/>
                    </a:lnTo>
                    <a:cubicBezTo>
                      <a:pt x="970" y="2046"/>
                      <a:pt x="967" y="2053"/>
                      <a:pt x="961" y="2056"/>
                    </a:cubicBezTo>
                    <a:cubicBezTo>
                      <a:pt x="954" y="2059"/>
                      <a:pt x="947" y="2056"/>
                      <a:pt x="944" y="2050"/>
                    </a:cubicBezTo>
                    <a:lnTo>
                      <a:pt x="944" y="2050"/>
                    </a:lnTo>
                    <a:cubicBezTo>
                      <a:pt x="942" y="2043"/>
                      <a:pt x="944" y="2036"/>
                      <a:pt x="951" y="2033"/>
                    </a:cubicBezTo>
                    <a:cubicBezTo>
                      <a:pt x="957" y="2030"/>
                      <a:pt x="965" y="2033"/>
                      <a:pt x="967" y="2040"/>
                    </a:cubicBezTo>
                    <a:close/>
                    <a:moveTo>
                      <a:pt x="988" y="2085"/>
                    </a:moveTo>
                    <a:lnTo>
                      <a:pt x="988" y="2085"/>
                    </a:lnTo>
                    <a:cubicBezTo>
                      <a:pt x="991" y="2091"/>
                      <a:pt x="988" y="2099"/>
                      <a:pt x="982" y="2101"/>
                    </a:cubicBezTo>
                    <a:cubicBezTo>
                      <a:pt x="976" y="2104"/>
                      <a:pt x="968" y="2101"/>
                      <a:pt x="965" y="2095"/>
                    </a:cubicBezTo>
                    <a:lnTo>
                      <a:pt x="965" y="2095"/>
                    </a:lnTo>
                    <a:cubicBezTo>
                      <a:pt x="963" y="2089"/>
                      <a:pt x="966" y="2081"/>
                      <a:pt x="972" y="2078"/>
                    </a:cubicBezTo>
                    <a:cubicBezTo>
                      <a:pt x="978" y="2076"/>
                      <a:pt x="986" y="2079"/>
                      <a:pt x="988" y="2085"/>
                    </a:cubicBezTo>
                    <a:close/>
                    <a:moveTo>
                      <a:pt x="1009" y="2130"/>
                    </a:moveTo>
                    <a:lnTo>
                      <a:pt x="1009" y="2130"/>
                    </a:lnTo>
                    <a:cubicBezTo>
                      <a:pt x="1012" y="2137"/>
                      <a:pt x="1009" y="2144"/>
                      <a:pt x="1003" y="2147"/>
                    </a:cubicBezTo>
                    <a:cubicBezTo>
                      <a:pt x="997" y="2150"/>
                      <a:pt x="989" y="2147"/>
                      <a:pt x="987" y="2140"/>
                    </a:cubicBezTo>
                    <a:lnTo>
                      <a:pt x="987" y="2140"/>
                    </a:lnTo>
                    <a:cubicBezTo>
                      <a:pt x="984" y="2134"/>
                      <a:pt x="987" y="2127"/>
                      <a:pt x="993" y="2124"/>
                    </a:cubicBezTo>
                    <a:cubicBezTo>
                      <a:pt x="999" y="2121"/>
                      <a:pt x="1007" y="2124"/>
                      <a:pt x="1009" y="2130"/>
                    </a:cubicBezTo>
                    <a:close/>
                    <a:moveTo>
                      <a:pt x="1031" y="2176"/>
                    </a:moveTo>
                    <a:lnTo>
                      <a:pt x="1031" y="2176"/>
                    </a:lnTo>
                    <a:cubicBezTo>
                      <a:pt x="1033" y="2182"/>
                      <a:pt x="1030" y="2189"/>
                      <a:pt x="1024" y="2192"/>
                    </a:cubicBezTo>
                    <a:cubicBezTo>
                      <a:pt x="1018" y="2195"/>
                      <a:pt x="1010" y="2192"/>
                      <a:pt x="1008" y="2186"/>
                    </a:cubicBezTo>
                    <a:lnTo>
                      <a:pt x="1008" y="2186"/>
                    </a:lnTo>
                    <a:cubicBezTo>
                      <a:pt x="1005" y="2179"/>
                      <a:pt x="1008" y="2172"/>
                      <a:pt x="1014" y="2169"/>
                    </a:cubicBezTo>
                    <a:cubicBezTo>
                      <a:pt x="1020" y="2166"/>
                      <a:pt x="1028" y="2169"/>
                      <a:pt x="1031" y="2176"/>
                    </a:cubicBezTo>
                    <a:close/>
                    <a:moveTo>
                      <a:pt x="1052" y="2221"/>
                    </a:moveTo>
                    <a:lnTo>
                      <a:pt x="1052" y="2221"/>
                    </a:lnTo>
                    <a:cubicBezTo>
                      <a:pt x="1054" y="2227"/>
                      <a:pt x="1051" y="2235"/>
                      <a:pt x="1045" y="2238"/>
                    </a:cubicBezTo>
                    <a:cubicBezTo>
                      <a:pt x="1039" y="2240"/>
                      <a:pt x="1031" y="2237"/>
                      <a:pt x="1029" y="2231"/>
                    </a:cubicBezTo>
                    <a:lnTo>
                      <a:pt x="1029" y="2231"/>
                    </a:lnTo>
                    <a:cubicBezTo>
                      <a:pt x="1026" y="2225"/>
                      <a:pt x="1029" y="2217"/>
                      <a:pt x="1035" y="2215"/>
                    </a:cubicBezTo>
                    <a:cubicBezTo>
                      <a:pt x="1041" y="2212"/>
                      <a:pt x="1049" y="2215"/>
                      <a:pt x="1052" y="2221"/>
                    </a:cubicBezTo>
                    <a:close/>
                    <a:moveTo>
                      <a:pt x="1073" y="2266"/>
                    </a:moveTo>
                    <a:lnTo>
                      <a:pt x="1073" y="2266"/>
                    </a:lnTo>
                    <a:cubicBezTo>
                      <a:pt x="1075" y="2273"/>
                      <a:pt x="1073" y="2280"/>
                      <a:pt x="1066" y="2283"/>
                    </a:cubicBezTo>
                    <a:cubicBezTo>
                      <a:pt x="1060" y="2286"/>
                      <a:pt x="1053" y="2283"/>
                      <a:pt x="1050" y="2276"/>
                    </a:cubicBezTo>
                    <a:lnTo>
                      <a:pt x="1050" y="2276"/>
                    </a:lnTo>
                    <a:cubicBezTo>
                      <a:pt x="1047" y="2270"/>
                      <a:pt x="1050" y="2263"/>
                      <a:pt x="1056" y="2260"/>
                    </a:cubicBezTo>
                    <a:cubicBezTo>
                      <a:pt x="1063" y="2257"/>
                      <a:pt x="1070" y="2260"/>
                      <a:pt x="1073" y="2266"/>
                    </a:cubicBezTo>
                    <a:close/>
                    <a:moveTo>
                      <a:pt x="1094" y="2312"/>
                    </a:moveTo>
                    <a:lnTo>
                      <a:pt x="1094" y="2312"/>
                    </a:lnTo>
                    <a:cubicBezTo>
                      <a:pt x="1097" y="2318"/>
                      <a:pt x="1094" y="2325"/>
                      <a:pt x="1087" y="2328"/>
                    </a:cubicBezTo>
                    <a:cubicBezTo>
                      <a:pt x="1081" y="2331"/>
                      <a:pt x="1074" y="2328"/>
                      <a:pt x="1071" y="2322"/>
                    </a:cubicBezTo>
                    <a:lnTo>
                      <a:pt x="1071" y="2322"/>
                    </a:lnTo>
                    <a:cubicBezTo>
                      <a:pt x="1068" y="2315"/>
                      <a:pt x="1071" y="2308"/>
                      <a:pt x="1077" y="2305"/>
                    </a:cubicBezTo>
                    <a:cubicBezTo>
                      <a:pt x="1084" y="2303"/>
                      <a:pt x="1091" y="2305"/>
                      <a:pt x="1094" y="2312"/>
                    </a:cubicBezTo>
                    <a:close/>
                    <a:moveTo>
                      <a:pt x="1115" y="2357"/>
                    </a:moveTo>
                    <a:lnTo>
                      <a:pt x="1115" y="2357"/>
                    </a:lnTo>
                    <a:cubicBezTo>
                      <a:pt x="1118" y="2363"/>
                      <a:pt x="1115" y="2371"/>
                      <a:pt x="1108" y="2374"/>
                    </a:cubicBezTo>
                    <a:cubicBezTo>
                      <a:pt x="1102" y="2376"/>
                      <a:pt x="1095" y="2373"/>
                      <a:pt x="1092" y="2367"/>
                    </a:cubicBezTo>
                    <a:lnTo>
                      <a:pt x="1092" y="2367"/>
                    </a:lnTo>
                    <a:cubicBezTo>
                      <a:pt x="1089" y="2361"/>
                      <a:pt x="1092" y="2353"/>
                      <a:pt x="1098" y="2351"/>
                    </a:cubicBezTo>
                    <a:cubicBezTo>
                      <a:pt x="1105" y="2348"/>
                      <a:pt x="1112" y="2351"/>
                      <a:pt x="1115" y="2357"/>
                    </a:cubicBezTo>
                    <a:close/>
                    <a:moveTo>
                      <a:pt x="1136" y="2403"/>
                    </a:moveTo>
                    <a:lnTo>
                      <a:pt x="1136" y="2403"/>
                    </a:lnTo>
                    <a:cubicBezTo>
                      <a:pt x="1139" y="2409"/>
                      <a:pt x="1136" y="2416"/>
                      <a:pt x="1129" y="2419"/>
                    </a:cubicBezTo>
                    <a:cubicBezTo>
                      <a:pt x="1123" y="2422"/>
                      <a:pt x="1116" y="2419"/>
                      <a:pt x="1113" y="2412"/>
                    </a:cubicBezTo>
                    <a:lnTo>
                      <a:pt x="1113" y="2412"/>
                    </a:lnTo>
                    <a:cubicBezTo>
                      <a:pt x="1110" y="2406"/>
                      <a:pt x="1113" y="2399"/>
                      <a:pt x="1119" y="2396"/>
                    </a:cubicBezTo>
                    <a:cubicBezTo>
                      <a:pt x="1126" y="2393"/>
                      <a:pt x="1133" y="2396"/>
                      <a:pt x="1136" y="2403"/>
                    </a:cubicBezTo>
                    <a:close/>
                    <a:moveTo>
                      <a:pt x="1157" y="2448"/>
                    </a:moveTo>
                    <a:lnTo>
                      <a:pt x="1157" y="2448"/>
                    </a:lnTo>
                    <a:cubicBezTo>
                      <a:pt x="1160" y="2454"/>
                      <a:pt x="1157" y="2462"/>
                      <a:pt x="1151" y="2464"/>
                    </a:cubicBezTo>
                    <a:cubicBezTo>
                      <a:pt x="1144" y="2467"/>
                      <a:pt x="1137" y="2464"/>
                      <a:pt x="1134" y="2458"/>
                    </a:cubicBezTo>
                    <a:lnTo>
                      <a:pt x="1134" y="2458"/>
                    </a:lnTo>
                    <a:cubicBezTo>
                      <a:pt x="1131" y="2452"/>
                      <a:pt x="1134" y="2444"/>
                      <a:pt x="1141" y="2441"/>
                    </a:cubicBezTo>
                    <a:cubicBezTo>
                      <a:pt x="1147" y="2439"/>
                      <a:pt x="1154" y="2442"/>
                      <a:pt x="1157" y="2448"/>
                    </a:cubicBezTo>
                    <a:close/>
                    <a:moveTo>
                      <a:pt x="1178" y="2493"/>
                    </a:moveTo>
                    <a:lnTo>
                      <a:pt x="1178" y="2493"/>
                    </a:lnTo>
                    <a:cubicBezTo>
                      <a:pt x="1181" y="2500"/>
                      <a:pt x="1178" y="2507"/>
                      <a:pt x="1172" y="2510"/>
                    </a:cubicBezTo>
                    <a:cubicBezTo>
                      <a:pt x="1165" y="2512"/>
                      <a:pt x="1158" y="2510"/>
                      <a:pt x="1155" y="2503"/>
                    </a:cubicBezTo>
                    <a:lnTo>
                      <a:pt x="1155" y="2503"/>
                    </a:lnTo>
                    <a:cubicBezTo>
                      <a:pt x="1152" y="2497"/>
                      <a:pt x="1155" y="2490"/>
                      <a:pt x="1162" y="2487"/>
                    </a:cubicBezTo>
                    <a:cubicBezTo>
                      <a:pt x="1168" y="2484"/>
                      <a:pt x="1175" y="2487"/>
                      <a:pt x="1178" y="2493"/>
                    </a:cubicBezTo>
                    <a:close/>
                    <a:moveTo>
                      <a:pt x="1199" y="2539"/>
                    </a:moveTo>
                    <a:lnTo>
                      <a:pt x="1199" y="2539"/>
                    </a:lnTo>
                    <a:cubicBezTo>
                      <a:pt x="1202" y="2545"/>
                      <a:pt x="1199" y="2552"/>
                      <a:pt x="1193" y="2555"/>
                    </a:cubicBezTo>
                    <a:cubicBezTo>
                      <a:pt x="1186" y="2558"/>
                      <a:pt x="1179" y="2555"/>
                      <a:pt x="1176" y="2549"/>
                    </a:cubicBezTo>
                    <a:lnTo>
                      <a:pt x="1176" y="2549"/>
                    </a:lnTo>
                    <a:cubicBezTo>
                      <a:pt x="1173" y="2542"/>
                      <a:pt x="1176" y="2535"/>
                      <a:pt x="1183" y="2532"/>
                    </a:cubicBezTo>
                    <a:cubicBezTo>
                      <a:pt x="1189" y="2529"/>
                      <a:pt x="1196" y="2532"/>
                      <a:pt x="1199" y="2539"/>
                    </a:cubicBezTo>
                    <a:close/>
                    <a:moveTo>
                      <a:pt x="1220" y="2584"/>
                    </a:moveTo>
                    <a:lnTo>
                      <a:pt x="1220" y="2584"/>
                    </a:lnTo>
                    <a:cubicBezTo>
                      <a:pt x="1223" y="2590"/>
                      <a:pt x="1220" y="2598"/>
                      <a:pt x="1214" y="2600"/>
                    </a:cubicBezTo>
                    <a:cubicBezTo>
                      <a:pt x="1207" y="2603"/>
                      <a:pt x="1200" y="2600"/>
                      <a:pt x="1197" y="2594"/>
                    </a:cubicBezTo>
                    <a:lnTo>
                      <a:pt x="1197" y="2594"/>
                    </a:lnTo>
                    <a:cubicBezTo>
                      <a:pt x="1195" y="2588"/>
                      <a:pt x="1197" y="2580"/>
                      <a:pt x="1204" y="2577"/>
                    </a:cubicBezTo>
                    <a:cubicBezTo>
                      <a:pt x="1210" y="2575"/>
                      <a:pt x="1218" y="2578"/>
                      <a:pt x="1220" y="2584"/>
                    </a:cubicBezTo>
                    <a:close/>
                    <a:moveTo>
                      <a:pt x="1241" y="2629"/>
                    </a:moveTo>
                    <a:lnTo>
                      <a:pt x="1241" y="2629"/>
                    </a:lnTo>
                    <a:cubicBezTo>
                      <a:pt x="1244" y="2636"/>
                      <a:pt x="1241" y="2643"/>
                      <a:pt x="1235" y="2646"/>
                    </a:cubicBezTo>
                    <a:cubicBezTo>
                      <a:pt x="1229" y="2649"/>
                      <a:pt x="1221" y="2646"/>
                      <a:pt x="1218" y="2639"/>
                    </a:cubicBezTo>
                    <a:lnTo>
                      <a:pt x="1218" y="2639"/>
                    </a:lnTo>
                    <a:cubicBezTo>
                      <a:pt x="1216" y="2633"/>
                      <a:pt x="1219" y="2626"/>
                      <a:pt x="1225" y="2623"/>
                    </a:cubicBezTo>
                    <a:cubicBezTo>
                      <a:pt x="1231" y="2620"/>
                      <a:pt x="1239" y="2623"/>
                      <a:pt x="1241" y="2629"/>
                    </a:cubicBezTo>
                    <a:close/>
                    <a:moveTo>
                      <a:pt x="1262" y="2675"/>
                    </a:moveTo>
                    <a:lnTo>
                      <a:pt x="1262" y="2675"/>
                    </a:lnTo>
                    <a:cubicBezTo>
                      <a:pt x="1265" y="2681"/>
                      <a:pt x="1262" y="2688"/>
                      <a:pt x="1256" y="2691"/>
                    </a:cubicBezTo>
                    <a:cubicBezTo>
                      <a:pt x="1250" y="2694"/>
                      <a:pt x="1242" y="2691"/>
                      <a:pt x="1240" y="2685"/>
                    </a:cubicBezTo>
                    <a:lnTo>
                      <a:pt x="1239" y="2685"/>
                    </a:lnTo>
                    <a:cubicBezTo>
                      <a:pt x="1237" y="2678"/>
                      <a:pt x="1240" y="2671"/>
                      <a:pt x="1246" y="2668"/>
                    </a:cubicBezTo>
                    <a:cubicBezTo>
                      <a:pt x="1252" y="2665"/>
                      <a:pt x="1260" y="2668"/>
                      <a:pt x="1262" y="2675"/>
                    </a:cubicBezTo>
                    <a:close/>
                    <a:moveTo>
                      <a:pt x="1284" y="2720"/>
                    </a:moveTo>
                    <a:lnTo>
                      <a:pt x="1284" y="2720"/>
                    </a:lnTo>
                    <a:cubicBezTo>
                      <a:pt x="1286" y="2726"/>
                      <a:pt x="1283" y="2734"/>
                      <a:pt x="1277" y="2737"/>
                    </a:cubicBezTo>
                    <a:cubicBezTo>
                      <a:pt x="1271" y="2739"/>
                      <a:pt x="1263" y="2736"/>
                      <a:pt x="1261" y="2730"/>
                    </a:cubicBezTo>
                    <a:lnTo>
                      <a:pt x="1261" y="2730"/>
                    </a:lnTo>
                    <a:cubicBezTo>
                      <a:pt x="1258" y="2724"/>
                      <a:pt x="1261" y="2716"/>
                      <a:pt x="1267" y="2714"/>
                    </a:cubicBezTo>
                    <a:cubicBezTo>
                      <a:pt x="1273" y="2711"/>
                      <a:pt x="1281" y="2714"/>
                      <a:pt x="1284" y="2720"/>
                    </a:cubicBezTo>
                    <a:close/>
                    <a:moveTo>
                      <a:pt x="1305" y="2765"/>
                    </a:moveTo>
                    <a:lnTo>
                      <a:pt x="1305" y="2765"/>
                    </a:lnTo>
                    <a:cubicBezTo>
                      <a:pt x="1307" y="2772"/>
                      <a:pt x="1304" y="2779"/>
                      <a:pt x="1298" y="2782"/>
                    </a:cubicBezTo>
                    <a:cubicBezTo>
                      <a:pt x="1292" y="2785"/>
                      <a:pt x="1284" y="2782"/>
                      <a:pt x="1282" y="2775"/>
                    </a:cubicBezTo>
                    <a:lnTo>
                      <a:pt x="1282" y="2775"/>
                    </a:lnTo>
                    <a:cubicBezTo>
                      <a:pt x="1279" y="2769"/>
                      <a:pt x="1282" y="2762"/>
                      <a:pt x="1288" y="2759"/>
                    </a:cubicBezTo>
                    <a:cubicBezTo>
                      <a:pt x="1294" y="2756"/>
                      <a:pt x="1302" y="2759"/>
                      <a:pt x="1305" y="2765"/>
                    </a:cubicBezTo>
                    <a:close/>
                    <a:moveTo>
                      <a:pt x="1326" y="2811"/>
                    </a:moveTo>
                    <a:lnTo>
                      <a:pt x="1326" y="2811"/>
                    </a:lnTo>
                    <a:cubicBezTo>
                      <a:pt x="1328" y="2817"/>
                      <a:pt x="1326" y="2825"/>
                      <a:pt x="1319" y="2827"/>
                    </a:cubicBezTo>
                    <a:cubicBezTo>
                      <a:pt x="1313" y="2830"/>
                      <a:pt x="1306" y="2827"/>
                      <a:pt x="1303" y="2821"/>
                    </a:cubicBezTo>
                    <a:lnTo>
                      <a:pt x="1303" y="2821"/>
                    </a:lnTo>
                    <a:cubicBezTo>
                      <a:pt x="1300" y="2814"/>
                      <a:pt x="1303" y="2807"/>
                      <a:pt x="1309" y="2804"/>
                    </a:cubicBezTo>
                    <a:cubicBezTo>
                      <a:pt x="1316" y="2802"/>
                      <a:pt x="1323" y="2804"/>
                      <a:pt x="1326" y="2811"/>
                    </a:cubicBezTo>
                    <a:close/>
                    <a:moveTo>
                      <a:pt x="1347" y="2856"/>
                    </a:moveTo>
                    <a:lnTo>
                      <a:pt x="1347" y="2856"/>
                    </a:lnTo>
                    <a:cubicBezTo>
                      <a:pt x="1350" y="2863"/>
                      <a:pt x="1347" y="2870"/>
                      <a:pt x="1340" y="2873"/>
                    </a:cubicBezTo>
                    <a:cubicBezTo>
                      <a:pt x="1334" y="2875"/>
                      <a:pt x="1327" y="2872"/>
                      <a:pt x="1324" y="2866"/>
                    </a:cubicBezTo>
                    <a:lnTo>
                      <a:pt x="1324" y="2866"/>
                    </a:lnTo>
                    <a:cubicBezTo>
                      <a:pt x="1321" y="2860"/>
                      <a:pt x="1324" y="2852"/>
                      <a:pt x="1330" y="2850"/>
                    </a:cubicBezTo>
                    <a:cubicBezTo>
                      <a:pt x="1337" y="2847"/>
                      <a:pt x="1344" y="2850"/>
                      <a:pt x="1347" y="2856"/>
                    </a:cubicBezTo>
                    <a:close/>
                    <a:moveTo>
                      <a:pt x="1368" y="2902"/>
                    </a:moveTo>
                    <a:lnTo>
                      <a:pt x="1368" y="2902"/>
                    </a:lnTo>
                    <a:cubicBezTo>
                      <a:pt x="1371" y="2908"/>
                      <a:pt x="1368" y="2915"/>
                      <a:pt x="1361" y="2918"/>
                    </a:cubicBezTo>
                    <a:cubicBezTo>
                      <a:pt x="1355" y="2921"/>
                      <a:pt x="1348" y="2918"/>
                      <a:pt x="1345" y="2912"/>
                    </a:cubicBezTo>
                    <a:lnTo>
                      <a:pt x="1345" y="2911"/>
                    </a:lnTo>
                    <a:cubicBezTo>
                      <a:pt x="1342" y="2905"/>
                      <a:pt x="1345" y="2898"/>
                      <a:pt x="1351" y="2895"/>
                    </a:cubicBezTo>
                    <a:cubicBezTo>
                      <a:pt x="1358" y="2892"/>
                      <a:pt x="1365" y="2895"/>
                      <a:pt x="1368" y="2902"/>
                    </a:cubicBezTo>
                    <a:close/>
                    <a:moveTo>
                      <a:pt x="1389" y="2947"/>
                    </a:moveTo>
                    <a:lnTo>
                      <a:pt x="1389" y="2947"/>
                    </a:lnTo>
                    <a:cubicBezTo>
                      <a:pt x="1392" y="2953"/>
                      <a:pt x="1389" y="2961"/>
                      <a:pt x="1382" y="2963"/>
                    </a:cubicBezTo>
                    <a:cubicBezTo>
                      <a:pt x="1376" y="2966"/>
                      <a:pt x="1369" y="2963"/>
                      <a:pt x="1366" y="2957"/>
                    </a:cubicBezTo>
                    <a:lnTo>
                      <a:pt x="1366" y="2957"/>
                    </a:lnTo>
                    <a:cubicBezTo>
                      <a:pt x="1363" y="2951"/>
                      <a:pt x="1366" y="2943"/>
                      <a:pt x="1372" y="2940"/>
                    </a:cubicBezTo>
                    <a:cubicBezTo>
                      <a:pt x="1379" y="2938"/>
                      <a:pt x="1386" y="2941"/>
                      <a:pt x="1389" y="2947"/>
                    </a:cubicBezTo>
                    <a:close/>
                    <a:moveTo>
                      <a:pt x="1410" y="2992"/>
                    </a:moveTo>
                    <a:lnTo>
                      <a:pt x="1410" y="2992"/>
                    </a:lnTo>
                    <a:cubicBezTo>
                      <a:pt x="1413" y="2999"/>
                      <a:pt x="1410" y="3006"/>
                      <a:pt x="1404" y="3009"/>
                    </a:cubicBezTo>
                    <a:cubicBezTo>
                      <a:pt x="1397" y="3011"/>
                      <a:pt x="1390" y="3009"/>
                      <a:pt x="1387" y="3002"/>
                    </a:cubicBezTo>
                    <a:lnTo>
                      <a:pt x="1387" y="3002"/>
                    </a:lnTo>
                    <a:cubicBezTo>
                      <a:pt x="1384" y="2996"/>
                      <a:pt x="1387" y="2989"/>
                      <a:pt x="1394" y="2986"/>
                    </a:cubicBezTo>
                    <a:cubicBezTo>
                      <a:pt x="1400" y="2983"/>
                      <a:pt x="1407" y="2986"/>
                      <a:pt x="1410" y="2992"/>
                    </a:cubicBezTo>
                    <a:close/>
                    <a:moveTo>
                      <a:pt x="1431" y="3038"/>
                    </a:moveTo>
                    <a:lnTo>
                      <a:pt x="1431" y="3038"/>
                    </a:lnTo>
                    <a:cubicBezTo>
                      <a:pt x="1434" y="3044"/>
                      <a:pt x="1431" y="3051"/>
                      <a:pt x="1425" y="3054"/>
                    </a:cubicBezTo>
                    <a:cubicBezTo>
                      <a:pt x="1418" y="3057"/>
                      <a:pt x="1411" y="3054"/>
                      <a:pt x="1408" y="3048"/>
                    </a:cubicBezTo>
                    <a:lnTo>
                      <a:pt x="1408" y="3048"/>
                    </a:lnTo>
                    <a:cubicBezTo>
                      <a:pt x="1405" y="3041"/>
                      <a:pt x="1408" y="3034"/>
                      <a:pt x="1415" y="3031"/>
                    </a:cubicBezTo>
                    <a:cubicBezTo>
                      <a:pt x="1421" y="3028"/>
                      <a:pt x="1428" y="3031"/>
                      <a:pt x="1431" y="3038"/>
                    </a:cubicBezTo>
                    <a:close/>
                    <a:moveTo>
                      <a:pt x="1452" y="3083"/>
                    </a:moveTo>
                    <a:lnTo>
                      <a:pt x="1452" y="3083"/>
                    </a:lnTo>
                    <a:cubicBezTo>
                      <a:pt x="1455" y="3089"/>
                      <a:pt x="1452" y="3097"/>
                      <a:pt x="1446" y="3099"/>
                    </a:cubicBezTo>
                    <a:cubicBezTo>
                      <a:pt x="1439" y="3102"/>
                      <a:pt x="1432" y="3099"/>
                      <a:pt x="1429" y="3093"/>
                    </a:cubicBezTo>
                    <a:lnTo>
                      <a:pt x="1429" y="3093"/>
                    </a:lnTo>
                    <a:cubicBezTo>
                      <a:pt x="1426" y="3087"/>
                      <a:pt x="1429" y="3079"/>
                      <a:pt x="1436" y="3077"/>
                    </a:cubicBezTo>
                    <a:cubicBezTo>
                      <a:pt x="1442" y="3074"/>
                      <a:pt x="1449" y="3077"/>
                      <a:pt x="1452" y="3083"/>
                    </a:cubicBezTo>
                    <a:close/>
                    <a:moveTo>
                      <a:pt x="1473" y="3128"/>
                    </a:moveTo>
                    <a:lnTo>
                      <a:pt x="1473" y="3128"/>
                    </a:lnTo>
                    <a:cubicBezTo>
                      <a:pt x="1476" y="3135"/>
                      <a:pt x="1473" y="3142"/>
                      <a:pt x="1467" y="3145"/>
                    </a:cubicBezTo>
                    <a:cubicBezTo>
                      <a:pt x="1460" y="3148"/>
                      <a:pt x="1453" y="3145"/>
                      <a:pt x="1450" y="3138"/>
                    </a:cubicBezTo>
                    <a:lnTo>
                      <a:pt x="1450" y="3138"/>
                    </a:lnTo>
                    <a:cubicBezTo>
                      <a:pt x="1448" y="3132"/>
                      <a:pt x="1450" y="3125"/>
                      <a:pt x="1457" y="3122"/>
                    </a:cubicBezTo>
                    <a:cubicBezTo>
                      <a:pt x="1463" y="3119"/>
                      <a:pt x="1471" y="3122"/>
                      <a:pt x="1473" y="3128"/>
                    </a:cubicBezTo>
                    <a:close/>
                    <a:moveTo>
                      <a:pt x="1494" y="3174"/>
                    </a:moveTo>
                    <a:lnTo>
                      <a:pt x="1494" y="3174"/>
                    </a:lnTo>
                    <a:cubicBezTo>
                      <a:pt x="1497" y="3180"/>
                      <a:pt x="1494" y="3187"/>
                      <a:pt x="1488" y="3190"/>
                    </a:cubicBezTo>
                    <a:cubicBezTo>
                      <a:pt x="1482" y="3193"/>
                      <a:pt x="1474" y="3190"/>
                      <a:pt x="1471" y="3184"/>
                    </a:cubicBezTo>
                    <a:lnTo>
                      <a:pt x="1471" y="3184"/>
                    </a:lnTo>
                    <a:cubicBezTo>
                      <a:pt x="1469" y="3177"/>
                      <a:pt x="1472" y="3170"/>
                      <a:pt x="1478" y="3167"/>
                    </a:cubicBezTo>
                    <a:cubicBezTo>
                      <a:pt x="1484" y="3164"/>
                      <a:pt x="1492" y="3167"/>
                      <a:pt x="1494" y="3174"/>
                    </a:cubicBezTo>
                    <a:close/>
                    <a:moveTo>
                      <a:pt x="1515" y="3219"/>
                    </a:moveTo>
                    <a:lnTo>
                      <a:pt x="1515" y="3219"/>
                    </a:lnTo>
                    <a:cubicBezTo>
                      <a:pt x="1518" y="3225"/>
                      <a:pt x="1515" y="3233"/>
                      <a:pt x="1509" y="3236"/>
                    </a:cubicBezTo>
                    <a:cubicBezTo>
                      <a:pt x="1503" y="3238"/>
                      <a:pt x="1495" y="3235"/>
                      <a:pt x="1493" y="3229"/>
                    </a:cubicBezTo>
                    <a:lnTo>
                      <a:pt x="1492" y="3229"/>
                    </a:lnTo>
                    <a:cubicBezTo>
                      <a:pt x="1490" y="3223"/>
                      <a:pt x="1493" y="3215"/>
                      <a:pt x="1499" y="3213"/>
                    </a:cubicBezTo>
                    <a:cubicBezTo>
                      <a:pt x="1505" y="3210"/>
                      <a:pt x="1513" y="3213"/>
                      <a:pt x="1515" y="3219"/>
                    </a:cubicBezTo>
                    <a:close/>
                    <a:moveTo>
                      <a:pt x="1537" y="3264"/>
                    </a:moveTo>
                    <a:lnTo>
                      <a:pt x="1537" y="3264"/>
                    </a:lnTo>
                    <a:cubicBezTo>
                      <a:pt x="1539" y="3271"/>
                      <a:pt x="1536" y="3278"/>
                      <a:pt x="1530" y="3281"/>
                    </a:cubicBezTo>
                    <a:cubicBezTo>
                      <a:pt x="1524" y="3284"/>
                      <a:pt x="1516" y="3281"/>
                      <a:pt x="1514" y="3274"/>
                    </a:cubicBezTo>
                    <a:lnTo>
                      <a:pt x="1514" y="3274"/>
                    </a:lnTo>
                    <a:cubicBezTo>
                      <a:pt x="1511" y="3268"/>
                      <a:pt x="1514" y="3261"/>
                      <a:pt x="1520" y="3258"/>
                    </a:cubicBezTo>
                    <a:cubicBezTo>
                      <a:pt x="1526" y="3255"/>
                      <a:pt x="1534" y="3258"/>
                      <a:pt x="1537" y="3264"/>
                    </a:cubicBezTo>
                    <a:close/>
                    <a:moveTo>
                      <a:pt x="1558" y="3310"/>
                    </a:moveTo>
                    <a:lnTo>
                      <a:pt x="1558" y="3310"/>
                    </a:lnTo>
                    <a:cubicBezTo>
                      <a:pt x="1560" y="3316"/>
                      <a:pt x="1557" y="3324"/>
                      <a:pt x="1551" y="3326"/>
                    </a:cubicBezTo>
                    <a:cubicBezTo>
                      <a:pt x="1545" y="3329"/>
                      <a:pt x="1537" y="3326"/>
                      <a:pt x="1535" y="3320"/>
                    </a:cubicBezTo>
                    <a:lnTo>
                      <a:pt x="1535" y="3320"/>
                    </a:lnTo>
                    <a:cubicBezTo>
                      <a:pt x="1532" y="3313"/>
                      <a:pt x="1535" y="3306"/>
                      <a:pt x="1541" y="3303"/>
                    </a:cubicBezTo>
                    <a:cubicBezTo>
                      <a:pt x="1547" y="3301"/>
                      <a:pt x="1555" y="3303"/>
                      <a:pt x="1558" y="3310"/>
                    </a:cubicBezTo>
                    <a:close/>
                    <a:moveTo>
                      <a:pt x="1579" y="3355"/>
                    </a:moveTo>
                    <a:lnTo>
                      <a:pt x="1579" y="3355"/>
                    </a:lnTo>
                    <a:cubicBezTo>
                      <a:pt x="1581" y="3362"/>
                      <a:pt x="1579" y="3369"/>
                      <a:pt x="1572" y="3372"/>
                    </a:cubicBezTo>
                    <a:cubicBezTo>
                      <a:pt x="1566" y="3374"/>
                      <a:pt x="1559" y="3372"/>
                      <a:pt x="1556" y="3365"/>
                    </a:cubicBezTo>
                    <a:lnTo>
                      <a:pt x="1556" y="3365"/>
                    </a:lnTo>
                    <a:cubicBezTo>
                      <a:pt x="1553" y="3359"/>
                      <a:pt x="1556" y="3351"/>
                      <a:pt x="1562" y="3349"/>
                    </a:cubicBezTo>
                    <a:cubicBezTo>
                      <a:pt x="1569" y="3346"/>
                      <a:pt x="1576" y="3349"/>
                      <a:pt x="1579" y="3355"/>
                    </a:cubicBezTo>
                    <a:close/>
                    <a:moveTo>
                      <a:pt x="1600" y="3401"/>
                    </a:moveTo>
                    <a:lnTo>
                      <a:pt x="1600" y="3401"/>
                    </a:lnTo>
                    <a:cubicBezTo>
                      <a:pt x="1603" y="3407"/>
                      <a:pt x="1600" y="3414"/>
                      <a:pt x="1593" y="3417"/>
                    </a:cubicBezTo>
                    <a:cubicBezTo>
                      <a:pt x="1587" y="3420"/>
                      <a:pt x="1580" y="3417"/>
                      <a:pt x="1577" y="3411"/>
                    </a:cubicBezTo>
                    <a:lnTo>
                      <a:pt x="1577" y="3411"/>
                    </a:lnTo>
                    <a:cubicBezTo>
                      <a:pt x="1574" y="3404"/>
                      <a:pt x="1577" y="3397"/>
                      <a:pt x="1583" y="3394"/>
                    </a:cubicBezTo>
                    <a:cubicBezTo>
                      <a:pt x="1590" y="3391"/>
                      <a:pt x="1597" y="3394"/>
                      <a:pt x="1600" y="3401"/>
                    </a:cubicBezTo>
                    <a:close/>
                    <a:moveTo>
                      <a:pt x="1621" y="3446"/>
                    </a:moveTo>
                    <a:lnTo>
                      <a:pt x="1621" y="3446"/>
                    </a:lnTo>
                    <a:cubicBezTo>
                      <a:pt x="1624" y="3452"/>
                      <a:pt x="1621" y="3460"/>
                      <a:pt x="1614" y="3462"/>
                    </a:cubicBezTo>
                    <a:cubicBezTo>
                      <a:pt x="1608" y="3465"/>
                      <a:pt x="1601" y="3462"/>
                      <a:pt x="1598" y="3456"/>
                    </a:cubicBezTo>
                    <a:lnTo>
                      <a:pt x="1598" y="3456"/>
                    </a:lnTo>
                    <a:cubicBezTo>
                      <a:pt x="1595" y="3450"/>
                      <a:pt x="1598" y="3442"/>
                      <a:pt x="1604" y="3439"/>
                    </a:cubicBezTo>
                    <a:cubicBezTo>
                      <a:pt x="1611" y="3437"/>
                      <a:pt x="1618" y="3440"/>
                      <a:pt x="1621" y="3446"/>
                    </a:cubicBezTo>
                    <a:close/>
                    <a:moveTo>
                      <a:pt x="1642" y="3491"/>
                    </a:moveTo>
                    <a:lnTo>
                      <a:pt x="1642" y="3491"/>
                    </a:lnTo>
                    <a:cubicBezTo>
                      <a:pt x="1645" y="3498"/>
                      <a:pt x="1642" y="3505"/>
                      <a:pt x="1635" y="3508"/>
                    </a:cubicBezTo>
                    <a:cubicBezTo>
                      <a:pt x="1629" y="3511"/>
                      <a:pt x="1622" y="3508"/>
                      <a:pt x="1619" y="3501"/>
                    </a:cubicBezTo>
                    <a:lnTo>
                      <a:pt x="1619" y="3501"/>
                    </a:lnTo>
                    <a:cubicBezTo>
                      <a:pt x="1616" y="3495"/>
                      <a:pt x="1619" y="3488"/>
                      <a:pt x="1625" y="3485"/>
                    </a:cubicBezTo>
                    <a:cubicBezTo>
                      <a:pt x="1632" y="3482"/>
                      <a:pt x="1639" y="3485"/>
                      <a:pt x="1642" y="3491"/>
                    </a:cubicBezTo>
                    <a:close/>
                    <a:moveTo>
                      <a:pt x="1663" y="3537"/>
                    </a:moveTo>
                    <a:lnTo>
                      <a:pt x="1663" y="3537"/>
                    </a:lnTo>
                    <a:cubicBezTo>
                      <a:pt x="1666" y="3543"/>
                      <a:pt x="1663" y="3550"/>
                      <a:pt x="1657" y="3553"/>
                    </a:cubicBezTo>
                    <a:cubicBezTo>
                      <a:pt x="1650" y="3556"/>
                      <a:pt x="1643" y="3553"/>
                      <a:pt x="1640" y="3547"/>
                    </a:cubicBezTo>
                    <a:lnTo>
                      <a:pt x="1640" y="3547"/>
                    </a:lnTo>
                    <a:cubicBezTo>
                      <a:pt x="1637" y="3540"/>
                      <a:pt x="1640" y="3533"/>
                      <a:pt x="1647" y="3530"/>
                    </a:cubicBezTo>
                    <a:cubicBezTo>
                      <a:pt x="1653" y="3527"/>
                      <a:pt x="1660" y="3530"/>
                      <a:pt x="1663" y="3537"/>
                    </a:cubicBezTo>
                    <a:close/>
                    <a:moveTo>
                      <a:pt x="1684" y="3582"/>
                    </a:moveTo>
                    <a:lnTo>
                      <a:pt x="1684" y="3582"/>
                    </a:lnTo>
                    <a:cubicBezTo>
                      <a:pt x="1687" y="3588"/>
                      <a:pt x="1684" y="3596"/>
                      <a:pt x="1678" y="3598"/>
                    </a:cubicBezTo>
                    <a:cubicBezTo>
                      <a:pt x="1671" y="3601"/>
                      <a:pt x="1664" y="3598"/>
                      <a:pt x="1661" y="3592"/>
                    </a:cubicBezTo>
                    <a:lnTo>
                      <a:pt x="1661" y="3592"/>
                    </a:lnTo>
                    <a:cubicBezTo>
                      <a:pt x="1658" y="3586"/>
                      <a:pt x="1661" y="3578"/>
                      <a:pt x="1668" y="3576"/>
                    </a:cubicBezTo>
                    <a:cubicBezTo>
                      <a:pt x="1674" y="3573"/>
                      <a:pt x="1681" y="3576"/>
                      <a:pt x="1684" y="3582"/>
                    </a:cubicBezTo>
                    <a:close/>
                    <a:moveTo>
                      <a:pt x="1705" y="3627"/>
                    </a:moveTo>
                    <a:lnTo>
                      <a:pt x="1705" y="3627"/>
                    </a:lnTo>
                    <a:cubicBezTo>
                      <a:pt x="1708" y="3634"/>
                      <a:pt x="1705" y="3641"/>
                      <a:pt x="1699" y="3644"/>
                    </a:cubicBezTo>
                    <a:cubicBezTo>
                      <a:pt x="1692" y="3647"/>
                      <a:pt x="1685" y="3644"/>
                      <a:pt x="1682" y="3637"/>
                    </a:cubicBezTo>
                    <a:lnTo>
                      <a:pt x="1682" y="3637"/>
                    </a:lnTo>
                    <a:cubicBezTo>
                      <a:pt x="1680" y="3631"/>
                      <a:pt x="1682" y="3624"/>
                      <a:pt x="1689" y="3621"/>
                    </a:cubicBezTo>
                    <a:cubicBezTo>
                      <a:pt x="1695" y="3618"/>
                      <a:pt x="1702" y="3621"/>
                      <a:pt x="1705" y="3627"/>
                    </a:cubicBezTo>
                    <a:close/>
                    <a:moveTo>
                      <a:pt x="1726" y="3673"/>
                    </a:moveTo>
                    <a:lnTo>
                      <a:pt x="1726" y="3673"/>
                    </a:lnTo>
                    <a:cubicBezTo>
                      <a:pt x="1729" y="3679"/>
                      <a:pt x="1726" y="3686"/>
                      <a:pt x="1720" y="3689"/>
                    </a:cubicBezTo>
                    <a:cubicBezTo>
                      <a:pt x="1713" y="3692"/>
                      <a:pt x="1706" y="3689"/>
                      <a:pt x="1703" y="3683"/>
                    </a:cubicBezTo>
                    <a:lnTo>
                      <a:pt x="1703" y="3683"/>
                    </a:lnTo>
                    <a:cubicBezTo>
                      <a:pt x="1701" y="3676"/>
                      <a:pt x="1703" y="3669"/>
                      <a:pt x="1710" y="3666"/>
                    </a:cubicBezTo>
                    <a:cubicBezTo>
                      <a:pt x="1716" y="3664"/>
                      <a:pt x="1724" y="3666"/>
                      <a:pt x="1726" y="3673"/>
                    </a:cubicBezTo>
                    <a:close/>
                    <a:moveTo>
                      <a:pt x="1747" y="3718"/>
                    </a:moveTo>
                    <a:lnTo>
                      <a:pt x="1747" y="3718"/>
                    </a:lnTo>
                    <a:cubicBezTo>
                      <a:pt x="1750" y="3724"/>
                      <a:pt x="1747" y="3732"/>
                      <a:pt x="1741" y="3735"/>
                    </a:cubicBezTo>
                    <a:cubicBezTo>
                      <a:pt x="1735" y="3737"/>
                      <a:pt x="1727" y="3734"/>
                      <a:pt x="1724" y="3728"/>
                    </a:cubicBezTo>
                    <a:lnTo>
                      <a:pt x="1724" y="3728"/>
                    </a:lnTo>
                    <a:cubicBezTo>
                      <a:pt x="1722" y="3722"/>
                      <a:pt x="1725" y="3714"/>
                      <a:pt x="1731" y="3712"/>
                    </a:cubicBezTo>
                    <a:cubicBezTo>
                      <a:pt x="1737" y="3709"/>
                      <a:pt x="1745" y="3712"/>
                      <a:pt x="1747" y="3718"/>
                    </a:cubicBezTo>
                    <a:close/>
                    <a:moveTo>
                      <a:pt x="1768" y="3763"/>
                    </a:moveTo>
                    <a:lnTo>
                      <a:pt x="1768" y="3764"/>
                    </a:lnTo>
                    <a:cubicBezTo>
                      <a:pt x="1771" y="3770"/>
                      <a:pt x="1768" y="3777"/>
                      <a:pt x="1762" y="3780"/>
                    </a:cubicBezTo>
                    <a:cubicBezTo>
                      <a:pt x="1756" y="3783"/>
                      <a:pt x="1748" y="3780"/>
                      <a:pt x="1746" y="3773"/>
                    </a:cubicBezTo>
                    <a:lnTo>
                      <a:pt x="1746" y="3773"/>
                    </a:lnTo>
                    <a:cubicBezTo>
                      <a:pt x="1743" y="3767"/>
                      <a:pt x="1746" y="3760"/>
                      <a:pt x="1752" y="3757"/>
                    </a:cubicBezTo>
                    <a:cubicBezTo>
                      <a:pt x="1758" y="3754"/>
                      <a:pt x="1766" y="3757"/>
                      <a:pt x="1768" y="3763"/>
                    </a:cubicBezTo>
                    <a:close/>
                    <a:moveTo>
                      <a:pt x="1790" y="3809"/>
                    </a:moveTo>
                    <a:lnTo>
                      <a:pt x="1790" y="3809"/>
                    </a:lnTo>
                    <a:cubicBezTo>
                      <a:pt x="1792" y="3815"/>
                      <a:pt x="1789" y="3823"/>
                      <a:pt x="1783" y="3825"/>
                    </a:cubicBezTo>
                    <a:cubicBezTo>
                      <a:pt x="1777" y="3828"/>
                      <a:pt x="1769" y="3825"/>
                      <a:pt x="1767" y="3819"/>
                    </a:cubicBezTo>
                    <a:lnTo>
                      <a:pt x="1767" y="3819"/>
                    </a:lnTo>
                    <a:cubicBezTo>
                      <a:pt x="1764" y="3812"/>
                      <a:pt x="1767" y="3805"/>
                      <a:pt x="1773" y="3802"/>
                    </a:cubicBezTo>
                    <a:cubicBezTo>
                      <a:pt x="1779" y="3800"/>
                      <a:pt x="1787" y="3803"/>
                      <a:pt x="1790" y="3809"/>
                    </a:cubicBezTo>
                    <a:close/>
                    <a:moveTo>
                      <a:pt x="1811" y="3854"/>
                    </a:moveTo>
                    <a:lnTo>
                      <a:pt x="1811" y="3854"/>
                    </a:lnTo>
                    <a:cubicBezTo>
                      <a:pt x="1813" y="3861"/>
                      <a:pt x="1810" y="3868"/>
                      <a:pt x="1804" y="3871"/>
                    </a:cubicBezTo>
                    <a:cubicBezTo>
                      <a:pt x="1798" y="3873"/>
                      <a:pt x="1790" y="3871"/>
                      <a:pt x="1788" y="3864"/>
                    </a:cubicBezTo>
                    <a:lnTo>
                      <a:pt x="1788" y="3864"/>
                    </a:lnTo>
                    <a:cubicBezTo>
                      <a:pt x="1785" y="3858"/>
                      <a:pt x="1788" y="3850"/>
                      <a:pt x="1794" y="3848"/>
                    </a:cubicBezTo>
                    <a:cubicBezTo>
                      <a:pt x="1800" y="3845"/>
                      <a:pt x="1808" y="3848"/>
                      <a:pt x="1811" y="3854"/>
                    </a:cubicBezTo>
                    <a:close/>
                    <a:moveTo>
                      <a:pt x="1832" y="3900"/>
                    </a:moveTo>
                    <a:lnTo>
                      <a:pt x="1832" y="3900"/>
                    </a:lnTo>
                    <a:cubicBezTo>
                      <a:pt x="1834" y="3906"/>
                      <a:pt x="1832" y="3913"/>
                      <a:pt x="1825" y="3916"/>
                    </a:cubicBezTo>
                    <a:cubicBezTo>
                      <a:pt x="1819" y="3919"/>
                      <a:pt x="1812" y="3916"/>
                      <a:pt x="1809" y="3910"/>
                    </a:cubicBezTo>
                    <a:lnTo>
                      <a:pt x="1809" y="3910"/>
                    </a:lnTo>
                    <a:cubicBezTo>
                      <a:pt x="1806" y="3903"/>
                      <a:pt x="1809" y="3896"/>
                      <a:pt x="1815" y="3893"/>
                    </a:cubicBezTo>
                    <a:cubicBezTo>
                      <a:pt x="1822" y="3890"/>
                      <a:pt x="1829" y="3893"/>
                      <a:pt x="1832" y="3900"/>
                    </a:cubicBezTo>
                    <a:close/>
                    <a:moveTo>
                      <a:pt x="1818" y="3956"/>
                    </a:moveTo>
                    <a:lnTo>
                      <a:pt x="1818" y="3956"/>
                    </a:lnTo>
                    <a:cubicBezTo>
                      <a:pt x="1814" y="3962"/>
                      <a:pt x="1807" y="3964"/>
                      <a:pt x="1801" y="3961"/>
                    </a:cubicBezTo>
                    <a:cubicBezTo>
                      <a:pt x="1795" y="3958"/>
                      <a:pt x="1792" y="3950"/>
                      <a:pt x="1795" y="3944"/>
                    </a:cubicBezTo>
                    <a:lnTo>
                      <a:pt x="1795" y="3944"/>
                    </a:lnTo>
                    <a:cubicBezTo>
                      <a:pt x="1799" y="3938"/>
                      <a:pt x="1806" y="3936"/>
                      <a:pt x="1812" y="3939"/>
                    </a:cubicBezTo>
                    <a:cubicBezTo>
                      <a:pt x="1818" y="3942"/>
                      <a:pt x="1821" y="3950"/>
                      <a:pt x="1818" y="3956"/>
                    </a:cubicBezTo>
                    <a:close/>
                    <a:moveTo>
                      <a:pt x="1797" y="4001"/>
                    </a:moveTo>
                    <a:lnTo>
                      <a:pt x="1796" y="4001"/>
                    </a:lnTo>
                    <a:cubicBezTo>
                      <a:pt x="1793" y="4007"/>
                      <a:pt x="1786" y="4010"/>
                      <a:pt x="1780" y="4006"/>
                    </a:cubicBezTo>
                    <a:cubicBezTo>
                      <a:pt x="1774" y="4003"/>
                      <a:pt x="1771" y="3996"/>
                      <a:pt x="1774" y="3990"/>
                    </a:cubicBezTo>
                    <a:lnTo>
                      <a:pt x="1774" y="3990"/>
                    </a:lnTo>
                    <a:cubicBezTo>
                      <a:pt x="1778" y="3983"/>
                      <a:pt x="1785" y="3981"/>
                      <a:pt x="1791" y="3984"/>
                    </a:cubicBezTo>
                    <a:cubicBezTo>
                      <a:pt x="1797" y="3987"/>
                      <a:pt x="1800" y="3995"/>
                      <a:pt x="1797" y="4001"/>
                    </a:cubicBezTo>
                    <a:close/>
                    <a:moveTo>
                      <a:pt x="1775" y="4046"/>
                    </a:moveTo>
                    <a:lnTo>
                      <a:pt x="1775" y="4046"/>
                    </a:lnTo>
                    <a:cubicBezTo>
                      <a:pt x="1772" y="4053"/>
                      <a:pt x="1765" y="4055"/>
                      <a:pt x="1759" y="4052"/>
                    </a:cubicBezTo>
                    <a:cubicBezTo>
                      <a:pt x="1752" y="4049"/>
                      <a:pt x="1750" y="4041"/>
                      <a:pt x="1753" y="4035"/>
                    </a:cubicBezTo>
                    <a:lnTo>
                      <a:pt x="1753" y="4035"/>
                    </a:lnTo>
                    <a:cubicBezTo>
                      <a:pt x="1756" y="4029"/>
                      <a:pt x="1764" y="4026"/>
                      <a:pt x="1770" y="4030"/>
                    </a:cubicBezTo>
                    <a:cubicBezTo>
                      <a:pt x="1776" y="4033"/>
                      <a:pt x="1779" y="4040"/>
                      <a:pt x="1775" y="4046"/>
                    </a:cubicBezTo>
                    <a:close/>
                    <a:moveTo>
                      <a:pt x="1754" y="4092"/>
                    </a:moveTo>
                    <a:lnTo>
                      <a:pt x="1754" y="4092"/>
                    </a:lnTo>
                    <a:cubicBezTo>
                      <a:pt x="1751" y="4098"/>
                      <a:pt x="1744" y="4100"/>
                      <a:pt x="1737" y="4097"/>
                    </a:cubicBezTo>
                    <a:cubicBezTo>
                      <a:pt x="1731" y="4094"/>
                      <a:pt x="1729" y="4086"/>
                      <a:pt x="1732" y="4080"/>
                    </a:cubicBezTo>
                    <a:lnTo>
                      <a:pt x="1732" y="4080"/>
                    </a:lnTo>
                    <a:cubicBezTo>
                      <a:pt x="1735" y="4074"/>
                      <a:pt x="1743" y="4072"/>
                      <a:pt x="1749" y="4075"/>
                    </a:cubicBezTo>
                    <a:cubicBezTo>
                      <a:pt x="1755" y="4078"/>
                      <a:pt x="1758" y="4086"/>
                      <a:pt x="1754" y="4092"/>
                    </a:cubicBezTo>
                    <a:close/>
                    <a:moveTo>
                      <a:pt x="1733" y="4137"/>
                    </a:moveTo>
                    <a:lnTo>
                      <a:pt x="1733" y="4137"/>
                    </a:lnTo>
                    <a:cubicBezTo>
                      <a:pt x="1730" y="4143"/>
                      <a:pt x="1722" y="4146"/>
                      <a:pt x="1716" y="4142"/>
                    </a:cubicBezTo>
                    <a:cubicBezTo>
                      <a:pt x="1710" y="4139"/>
                      <a:pt x="1708" y="4132"/>
                      <a:pt x="1711" y="4126"/>
                    </a:cubicBezTo>
                    <a:lnTo>
                      <a:pt x="1711" y="4126"/>
                    </a:lnTo>
                    <a:cubicBezTo>
                      <a:pt x="1714" y="4119"/>
                      <a:pt x="1722" y="4117"/>
                      <a:pt x="1728" y="4120"/>
                    </a:cubicBezTo>
                    <a:cubicBezTo>
                      <a:pt x="1734" y="4124"/>
                      <a:pt x="1736" y="4131"/>
                      <a:pt x="1733" y="4137"/>
                    </a:cubicBezTo>
                    <a:close/>
                    <a:moveTo>
                      <a:pt x="1712" y="4183"/>
                    </a:moveTo>
                    <a:lnTo>
                      <a:pt x="1712" y="4183"/>
                    </a:lnTo>
                    <a:cubicBezTo>
                      <a:pt x="1709" y="4189"/>
                      <a:pt x="1701" y="4191"/>
                      <a:pt x="1695" y="4188"/>
                    </a:cubicBezTo>
                    <a:cubicBezTo>
                      <a:pt x="1689" y="4185"/>
                      <a:pt x="1687" y="4177"/>
                      <a:pt x="1690" y="4171"/>
                    </a:cubicBezTo>
                    <a:lnTo>
                      <a:pt x="1690" y="4171"/>
                    </a:lnTo>
                    <a:cubicBezTo>
                      <a:pt x="1693" y="4165"/>
                      <a:pt x="1701" y="4162"/>
                      <a:pt x="1707" y="4166"/>
                    </a:cubicBezTo>
                    <a:cubicBezTo>
                      <a:pt x="1713" y="4169"/>
                      <a:pt x="1715" y="4176"/>
                      <a:pt x="1712" y="4183"/>
                    </a:cubicBezTo>
                    <a:close/>
                    <a:moveTo>
                      <a:pt x="1691" y="4228"/>
                    </a:moveTo>
                    <a:lnTo>
                      <a:pt x="1691" y="4228"/>
                    </a:lnTo>
                    <a:cubicBezTo>
                      <a:pt x="1688" y="4234"/>
                      <a:pt x="1680" y="4236"/>
                      <a:pt x="1674" y="4233"/>
                    </a:cubicBezTo>
                    <a:cubicBezTo>
                      <a:pt x="1668" y="4230"/>
                      <a:pt x="1666" y="4222"/>
                      <a:pt x="1669" y="4216"/>
                    </a:cubicBezTo>
                    <a:lnTo>
                      <a:pt x="1669" y="4216"/>
                    </a:lnTo>
                    <a:cubicBezTo>
                      <a:pt x="1672" y="4210"/>
                      <a:pt x="1680" y="4208"/>
                      <a:pt x="1686" y="4211"/>
                    </a:cubicBezTo>
                    <a:cubicBezTo>
                      <a:pt x="1692" y="4214"/>
                      <a:pt x="1694" y="4222"/>
                      <a:pt x="1691" y="4228"/>
                    </a:cubicBezTo>
                    <a:close/>
                    <a:moveTo>
                      <a:pt x="1670" y="4273"/>
                    </a:moveTo>
                    <a:lnTo>
                      <a:pt x="1670" y="4273"/>
                    </a:lnTo>
                    <a:cubicBezTo>
                      <a:pt x="1667" y="4279"/>
                      <a:pt x="1659" y="4282"/>
                      <a:pt x="1653" y="4279"/>
                    </a:cubicBezTo>
                    <a:cubicBezTo>
                      <a:pt x="1647" y="4275"/>
                      <a:pt x="1645" y="4268"/>
                      <a:pt x="1648" y="4262"/>
                    </a:cubicBezTo>
                    <a:lnTo>
                      <a:pt x="1648" y="4262"/>
                    </a:lnTo>
                    <a:cubicBezTo>
                      <a:pt x="1651" y="4256"/>
                      <a:pt x="1659" y="4253"/>
                      <a:pt x="1665" y="4256"/>
                    </a:cubicBezTo>
                    <a:cubicBezTo>
                      <a:pt x="1671" y="4260"/>
                      <a:pt x="1673" y="4267"/>
                      <a:pt x="1670" y="4273"/>
                    </a:cubicBezTo>
                    <a:close/>
                    <a:moveTo>
                      <a:pt x="1649" y="4319"/>
                    </a:moveTo>
                    <a:lnTo>
                      <a:pt x="1649" y="4319"/>
                    </a:lnTo>
                    <a:cubicBezTo>
                      <a:pt x="1646" y="4325"/>
                      <a:pt x="1638" y="4327"/>
                      <a:pt x="1632" y="4324"/>
                    </a:cubicBezTo>
                    <a:cubicBezTo>
                      <a:pt x="1626" y="4321"/>
                      <a:pt x="1624" y="4313"/>
                      <a:pt x="1627" y="4307"/>
                    </a:cubicBezTo>
                    <a:lnTo>
                      <a:pt x="1627" y="4307"/>
                    </a:lnTo>
                    <a:cubicBezTo>
                      <a:pt x="1630" y="4301"/>
                      <a:pt x="1637" y="4299"/>
                      <a:pt x="1644" y="4302"/>
                    </a:cubicBezTo>
                    <a:cubicBezTo>
                      <a:pt x="1650" y="4305"/>
                      <a:pt x="1652" y="4313"/>
                      <a:pt x="1649" y="4319"/>
                    </a:cubicBezTo>
                    <a:close/>
                    <a:moveTo>
                      <a:pt x="1628" y="4364"/>
                    </a:moveTo>
                    <a:lnTo>
                      <a:pt x="1628" y="4364"/>
                    </a:lnTo>
                    <a:cubicBezTo>
                      <a:pt x="1625" y="4370"/>
                      <a:pt x="1617" y="4373"/>
                      <a:pt x="1611" y="4369"/>
                    </a:cubicBezTo>
                    <a:cubicBezTo>
                      <a:pt x="1605" y="4366"/>
                      <a:pt x="1602" y="4359"/>
                      <a:pt x="1606" y="4352"/>
                    </a:cubicBezTo>
                    <a:lnTo>
                      <a:pt x="1606" y="4352"/>
                    </a:lnTo>
                    <a:cubicBezTo>
                      <a:pt x="1609" y="4346"/>
                      <a:pt x="1616" y="4344"/>
                      <a:pt x="1623" y="4347"/>
                    </a:cubicBezTo>
                    <a:cubicBezTo>
                      <a:pt x="1629" y="4350"/>
                      <a:pt x="1631" y="4358"/>
                      <a:pt x="1628" y="4364"/>
                    </a:cubicBezTo>
                    <a:close/>
                    <a:moveTo>
                      <a:pt x="1607" y="4409"/>
                    </a:moveTo>
                    <a:lnTo>
                      <a:pt x="1607" y="4409"/>
                    </a:lnTo>
                    <a:cubicBezTo>
                      <a:pt x="1604" y="4416"/>
                      <a:pt x="1596" y="4418"/>
                      <a:pt x="1590" y="4415"/>
                    </a:cubicBezTo>
                    <a:cubicBezTo>
                      <a:pt x="1584" y="4411"/>
                      <a:pt x="1581" y="4404"/>
                      <a:pt x="1585" y="4398"/>
                    </a:cubicBezTo>
                    <a:lnTo>
                      <a:pt x="1585" y="4398"/>
                    </a:lnTo>
                    <a:cubicBezTo>
                      <a:pt x="1588" y="4392"/>
                      <a:pt x="1595" y="4389"/>
                      <a:pt x="1601" y="4393"/>
                    </a:cubicBezTo>
                    <a:cubicBezTo>
                      <a:pt x="1608" y="4396"/>
                      <a:pt x="1610" y="4403"/>
                      <a:pt x="1607" y="4409"/>
                    </a:cubicBezTo>
                    <a:close/>
                    <a:moveTo>
                      <a:pt x="1586" y="4455"/>
                    </a:moveTo>
                    <a:lnTo>
                      <a:pt x="1586" y="4455"/>
                    </a:lnTo>
                    <a:cubicBezTo>
                      <a:pt x="1582" y="4461"/>
                      <a:pt x="1575" y="4463"/>
                      <a:pt x="1569" y="4460"/>
                    </a:cubicBezTo>
                    <a:cubicBezTo>
                      <a:pt x="1563" y="4457"/>
                      <a:pt x="1560" y="4449"/>
                      <a:pt x="1563" y="4443"/>
                    </a:cubicBezTo>
                    <a:lnTo>
                      <a:pt x="1563" y="4443"/>
                    </a:lnTo>
                    <a:cubicBezTo>
                      <a:pt x="1567" y="4437"/>
                      <a:pt x="1574" y="4435"/>
                      <a:pt x="1580" y="4438"/>
                    </a:cubicBezTo>
                    <a:cubicBezTo>
                      <a:pt x="1586" y="4441"/>
                      <a:pt x="1589" y="4449"/>
                      <a:pt x="1586" y="4455"/>
                    </a:cubicBezTo>
                    <a:close/>
                    <a:moveTo>
                      <a:pt x="1565" y="4500"/>
                    </a:moveTo>
                    <a:lnTo>
                      <a:pt x="1565" y="4500"/>
                    </a:lnTo>
                    <a:cubicBezTo>
                      <a:pt x="1561" y="4506"/>
                      <a:pt x="1554" y="4509"/>
                      <a:pt x="1548" y="4505"/>
                    </a:cubicBezTo>
                    <a:cubicBezTo>
                      <a:pt x="1542" y="4502"/>
                      <a:pt x="1539" y="4495"/>
                      <a:pt x="1542" y="4489"/>
                    </a:cubicBezTo>
                    <a:lnTo>
                      <a:pt x="1542" y="4489"/>
                    </a:lnTo>
                    <a:cubicBezTo>
                      <a:pt x="1546" y="4482"/>
                      <a:pt x="1553" y="4480"/>
                      <a:pt x="1559" y="4483"/>
                    </a:cubicBezTo>
                    <a:cubicBezTo>
                      <a:pt x="1565" y="4486"/>
                      <a:pt x="1568" y="4494"/>
                      <a:pt x="1565" y="4500"/>
                    </a:cubicBezTo>
                    <a:close/>
                    <a:moveTo>
                      <a:pt x="1543" y="4545"/>
                    </a:moveTo>
                    <a:lnTo>
                      <a:pt x="1543" y="4545"/>
                    </a:lnTo>
                    <a:cubicBezTo>
                      <a:pt x="1540" y="4552"/>
                      <a:pt x="1533" y="4554"/>
                      <a:pt x="1527" y="4551"/>
                    </a:cubicBezTo>
                    <a:cubicBezTo>
                      <a:pt x="1520" y="4548"/>
                      <a:pt x="1518" y="4540"/>
                      <a:pt x="1521" y="4534"/>
                    </a:cubicBezTo>
                    <a:lnTo>
                      <a:pt x="1521" y="4534"/>
                    </a:lnTo>
                    <a:cubicBezTo>
                      <a:pt x="1525" y="4528"/>
                      <a:pt x="1532" y="4525"/>
                      <a:pt x="1538" y="4529"/>
                    </a:cubicBezTo>
                    <a:cubicBezTo>
                      <a:pt x="1544" y="4532"/>
                      <a:pt x="1547" y="4539"/>
                      <a:pt x="1543" y="4545"/>
                    </a:cubicBezTo>
                    <a:close/>
                    <a:moveTo>
                      <a:pt x="1522" y="4591"/>
                    </a:moveTo>
                    <a:lnTo>
                      <a:pt x="1522" y="4591"/>
                    </a:lnTo>
                    <a:cubicBezTo>
                      <a:pt x="1519" y="4597"/>
                      <a:pt x="1512" y="4599"/>
                      <a:pt x="1506" y="4596"/>
                    </a:cubicBezTo>
                    <a:cubicBezTo>
                      <a:pt x="1499" y="4593"/>
                      <a:pt x="1497" y="4585"/>
                      <a:pt x="1500" y="4579"/>
                    </a:cubicBezTo>
                    <a:lnTo>
                      <a:pt x="1500" y="4579"/>
                    </a:lnTo>
                    <a:cubicBezTo>
                      <a:pt x="1503" y="4573"/>
                      <a:pt x="1511" y="4571"/>
                      <a:pt x="1517" y="4574"/>
                    </a:cubicBezTo>
                    <a:cubicBezTo>
                      <a:pt x="1523" y="4577"/>
                      <a:pt x="1526" y="4585"/>
                      <a:pt x="1522" y="4591"/>
                    </a:cubicBezTo>
                    <a:close/>
                    <a:moveTo>
                      <a:pt x="1501" y="4636"/>
                    </a:moveTo>
                    <a:lnTo>
                      <a:pt x="1501" y="4636"/>
                    </a:lnTo>
                    <a:cubicBezTo>
                      <a:pt x="1498" y="4642"/>
                      <a:pt x="1491" y="4645"/>
                      <a:pt x="1484" y="4642"/>
                    </a:cubicBezTo>
                    <a:cubicBezTo>
                      <a:pt x="1478" y="4638"/>
                      <a:pt x="1476" y="4631"/>
                      <a:pt x="1479" y="4625"/>
                    </a:cubicBezTo>
                    <a:lnTo>
                      <a:pt x="1479" y="4625"/>
                    </a:lnTo>
                    <a:cubicBezTo>
                      <a:pt x="1482" y="4619"/>
                      <a:pt x="1490" y="4616"/>
                      <a:pt x="1496" y="4619"/>
                    </a:cubicBezTo>
                    <a:cubicBezTo>
                      <a:pt x="1502" y="4623"/>
                      <a:pt x="1505" y="4630"/>
                      <a:pt x="1501" y="4636"/>
                    </a:cubicBezTo>
                    <a:close/>
                    <a:moveTo>
                      <a:pt x="1480" y="4682"/>
                    </a:moveTo>
                    <a:lnTo>
                      <a:pt x="1480" y="4682"/>
                    </a:lnTo>
                    <a:cubicBezTo>
                      <a:pt x="1477" y="4688"/>
                      <a:pt x="1469" y="4690"/>
                      <a:pt x="1463" y="4687"/>
                    </a:cubicBezTo>
                    <a:cubicBezTo>
                      <a:pt x="1457" y="4684"/>
                      <a:pt x="1455" y="4676"/>
                      <a:pt x="1458" y="4670"/>
                    </a:cubicBezTo>
                    <a:lnTo>
                      <a:pt x="1458" y="4670"/>
                    </a:lnTo>
                    <a:cubicBezTo>
                      <a:pt x="1461" y="4664"/>
                      <a:pt x="1469" y="4661"/>
                      <a:pt x="1475" y="4665"/>
                    </a:cubicBezTo>
                    <a:cubicBezTo>
                      <a:pt x="1481" y="4668"/>
                      <a:pt x="1483" y="4675"/>
                      <a:pt x="1480" y="4682"/>
                    </a:cubicBezTo>
                    <a:close/>
                    <a:moveTo>
                      <a:pt x="1459" y="4727"/>
                    </a:moveTo>
                    <a:lnTo>
                      <a:pt x="1459" y="4727"/>
                    </a:lnTo>
                    <a:cubicBezTo>
                      <a:pt x="1456" y="4733"/>
                      <a:pt x="1448" y="4735"/>
                      <a:pt x="1442" y="4732"/>
                    </a:cubicBezTo>
                    <a:cubicBezTo>
                      <a:pt x="1436" y="4729"/>
                      <a:pt x="1434" y="4722"/>
                      <a:pt x="1437" y="4715"/>
                    </a:cubicBezTo>
                    <a:lnTo>
                      <a:pt x="1437" y="4715"/>
                    </a:lnTo>
                    <a:cubicBezTo>
                      <a:pt x="1440" y="4709"/>
                      <a:pt x="1448" y="4707"/>
                      <a:pt x="1454" y="4710"/>
                    </a:cubicBezTo>
                    <a:cubicBezTo>
                      <a:pt x="1460" y="4713"/>
                      <a:pt x="1462" y="4721"/>
                      <a:pt x="1459" y="4727"/>
                    </a:cubicBezTo>
                    <a:close/>
                    <a:moveTo>
                      <a:pt x="1438" y="4772"/>
                    </a:moveTo>
                    <a:lnTo>
                      <a:pt x="1438" y="4772"/>
                    </a:lnTo>
                    <a:cubicBezTo>
                      <a:pt x="1435" y="4778"/>
                      <a:pt x="1427" y="4781"/>
                      <a:pt x="1421" y="4778"/>
                    </a:cubicBezTo>
                    <a:cubicBezTo>
                      <a:pt x="1415" y="4774"/>
                      <a:pt x="1413" y="4767"/>
                      <a:pt x="1416" y="4761"/>
                    </a:cubicBezTo>
                    <a:lnTo>
                      <a:pt x="1416" y="4761"/>
                    </a:lnTo>
                    <a:cubicBezTo>
                      <a:pt x="1419" y="4755"/>
                      <a:pt x="1427" y="4752"/>
                      <a:pt x="1433" y="4755"/>
                    </a:cubicBezTo>
                    <a:cubicBezTo>
                      <a:pt x="1439" y="4759"/>
                      <a:pt x="1441" y="4766"/>
                      <a:pt x="1438" y="4772"/>
                    </a:cubicBezTo>
                    <a:close/>
                    <a:moveTo>
                      <a:pt x="1417" y="4818"/>
                    </a:moveTo>
                    <a:lnTo>
                      <a:pt x="1417" y="4818"/>
                    </a:lnTo>
                    <a:cubicBezTo>
                      <a:pt x="1414" y="4824"/>
                      <a:pt x="1406" y="4826"/>
                      <a:pt x="1400" y="4823"/>
                    </a:cubicBezTo>
                    <a:cubicBezTo>
                      <a:pt x="1394" y="4820"/>
                      <a:pt x="1392" y="4812"/>
                      <a:pt x="1395" y="4806"/>
                    </a:cubicBezTo>
                    <a:lnTo>
                      <a:pt x="1395" y="4806"/>
                    </a:lnTo>
                    <a:cubicBezTo>
                      <a:pt x="1398" y="4800"/>
                      <a:pt x="1406" y="4798"/>
                      <a:pt x="1412" y="4801"/>
                    </a:cubicBezTo>
                    <a:cubicBezTo>
                      <a:pt x="1418" y="4804"/>
                      <a:pt x="1420" y="4812"/>
                      <a:pt x="1417" y="4818"/>
                    </a:cubicBezTo>
                    <a:close/>
                    <a:moveTo>
                      <a:pt x="1396" y="4863"/>
                    </a:moveTo>
                    <a:lnTo>
                      <a:pt x="1396" y="4863"/>
                    </a:lnTo>
                    <a:cubicBezTo>
                      <a:pt x="1393" y="4869"/>
                      <a:pt x="1385" y="4872"/>
                      <a:pt x="1379" y="4868"/>
                    </a:cubicBezTo>
                    <a:cubicBezTo>
                      <a:pt x="1373" y="4865"/>
                      <a:pt x="1371" y="4858"/>
                      <a:pt x="1374" y="4851"/>
                    </a:cubicBezTo>
                    <a:lnTo>
                      <a:pt x="1374" y="4851"/>
                    </a:lnTo>
                    <a:cubicBezTo>
                      <a:pt x="1377" y="4845"/>
                      <a:pt x="1384" y="4843"/>
                      <a:pt x="1391" y="4846"/>
                    </a:cubicBezTo>
                    <a:cubicBezTo>
                      <a:pt x="1397" y="4849"/>
                      <a:pt x="1399" y="4857"/>
                      <a:pt x="1396" y="4863"/>
                    </a:cubicBezTo>
                    <a:close/>
                    <a:moveTo>
                      <a:pt x="1375" y="4908"/>
                    </a:moveTo>
                    <a:lnTo>
                      <a:pt x="1375" y="4908"/>
                    </a:lnTo>
                    <a:cubicBezTo>
                      <a:pt x="1372" y="4915"/>
                      <a:pt x="1364" y="4917"/>
                      <a:pt x="1358" y="4914"/>
                    </a:cubicBezTo>
                    <a:cubicBezTo>
                      <a:pt x="1352" y="4911"/>
                      <a:pt x="1349" y="4903"/>
                      <a:pt x="1353" y="4897"/>
                    </a:cubicBezTo>
                    <a:lnTo>
                      <a:pt x="1353" y="4897"/>
                    </a:lnTo>
                    <a:cubicBezTo>
                      <a:pt x="1356" y="4891"/>
                      <a:pt x="1363" y="4888"/>
                      <a:pt x="1370" y="4892"/>
                    </a:cubicBezTo>
                    <a:cubicBezTo>
                      <a:pt x="1376" y="4895"/>
                      <a:pt x="1378" y="4902"/>
                      <a:pt x="1375" y="4908"/>
                    </a:cubicBezTo>
                    <a:close/>
                    <a:moveTo>
                      <a:pt x="1354" y="4954"/>
                    </a:moveTo>
                    <a:lnTo>
                      <a:pt x="1354" y="4954"/>
                    </a:lnTo>
                    <a:cubicBezTo>
                      <a:pt x="1351" y="4960"/>
                      <a:pt x="1343" y="4962"/>
                      <a:pt x="1337" y="4959"/>
                    </a:cubicBezTo>
                    <a:cubicBezTo>
                      <a:pt x="1331" y="4956"/>
                      <a:pt x="1328" y="4948"/>
                      <a:pt x="1332" y="4942"/>
                    </a:cubicBezTo>
                    <a:lnTo>
                      <a:pt x="1332" y="4942"/>
                    </a:lnTo>
                    <a:cubicBezTo>
                      <a:pt x="1335" y="4936"/>
                      <a:pt x="1342" y="4934"/>
                      <a:pt x="1348" y="4937"/>
                    </a:cubicBezTo>
                    <a:cubicBezTo>
                      <a:pt x="1355" y="4940"/>
                      <a:pt x="1357" y="4948"/>
                      <a:pt x="1354" y="4954"/>
                    </a:cubicBezTo>
                    <a:close/>
                    <a:moveTo>
                      <a:pt x="1333" y="4999"/>
                    </a:moveTo>
                    <a:lnTo>
                      <a:pt x="1333" y="4999"/>
                    </a:lnTo>
                    <a:cubicBezTo>
                      <a:pt x="1329" y="5005"/>
                      <a:pt x="1322" y="5008"/>
                      <a:pt x="1316" y="5004"/>
                    </a:cubicBezTo>
                    <a:cubicBezTo>
                      <a:pt x="1310" y="5001"/>
                      <a:pt x="1307" y="4994"/>
                      <a:pt x="1310" y="4988"/>
                    </a:cubicBezTo>
                    <a:lnTo>
                      <a:pt x="1310" y="4988"/>
                    </a:lnTo>
                    <a:cubicBezTo>
                      <a:pt x="1314" y="4981"/>
                      <a:pt x="1321" y="4979"/>
                      <a:pt x="1327" y="4982"/>
                    </a:cubicBezTo>
                    <a:cubicBezTo>
                      <a:pt x="1333" y="4985"/>
                      <a:pt x="1336" y="4993"/>
                      <a:pt x="1333" y="4999"/>
                    </a:cubicBezTo>
                    <a:close/>
                    <a:moveTo>
                      <a:pt x="1312" y="5044"/>
                    </a:moveTo>
                    <a:lnTo>
                      <a:pt x="1312" y="5045"/>
                    </a:lnTo>
                    <a:cubicBezTo>
                      <a:pt x="1308" y="5051"/>
                      <a:pt x="1301" y="5053"/>
                      <a:pt x="1295" y="5050"/>
                    </a:cubicBezTo>
                    <a:cubicBezTo>
                      <a:pt x="1289" y="5047"/>
                      <a:pt x="1286" y="5039"/>
                      <a:pt x="1289" y="5033"/>
                    </a:cubicBezTo>
                    <a:lnTo>
                      <a:pt x="1289" y="5033"/>
                    </a:lnTo>
                    <a:cubicBezTo>
                      <a:pt x="1293" y="5027"/>
                      <a:pt x="1300" y="5024"/>
                      <a:pt x="1306" y="5028"/>
                    </a:cubicBezTo>
                    <a:cubicBezTo>
                      <a:pt x="1312" y="5031"/>
                      <a:pt x="1315" y="5038"/>
                      <a:pt x="1312" y="5044"/>
                    </a:cubicBezTo>
                    <a:close/>
                    <a:moveTo>
                      <a:pt x="1290" y="5090"/>
                    </a:moveTo>
                    <a:lnTo>
                      <a:pt x="1290" y="5090"/>
                    </a:lnTo>
                    <a:cubicBezTo>
                      <a:pt x="1287" y="5096"/>
                      <a:pt x="1280" y="5098"/>
                      <a:pt x="1274" y="5095"/>
                    </a:cubicBezTo>
                    <a:cubicBezTo>
                      <a:pt x="1267" y="5092"/>
                      <a:pt x="1265" y="5084"/>
                      <a:pt x="1268" y="5078"/>
                    </a:cubicBezTo>
                    <a:lnTo>
                      <a:pt x="1268" y="5078"/>
                    </a:lnTo>
                    <a:cubicBezTo>
                      <a:pt x="1272" y="5072"/>
                      <a:pt x="1279" y="5070"/>
                      <a:pt x="1285" y="5073"/>
                    </a:cubicBezTo>
                    <a:cubicBezTo>
                      <a:pt x="1291" y="5076"/>
                      <a:pt x="1294" y="5084"/>
                      <a:pt x="1290" y="5090"/>
                    </a:cubicBezTo>
                    <a:close/>
                    <a:moveTo>
                      <a:pt x="1269" y="5135"/>
                    </a:moveTo>
                    <a:lnTo>
                      <a:pt x="1269" y="5135"/>
                    </a:lnTo>
                    <a:cubicBezTo>
                      <a:pt x="1266" y="5141"/>
                      <a:pt x="1259" y="5144"/>
                      <a:pt x="1253" y="5141"/>
                    </a:cubicBezTo>
                    <a:cubicBezTo>
                      <a:pt x="1246" y="5137"/>
                      <a:pt x="1244" y="5130"/>
                      <a:pt x="1247" y="5124"/>
                    </a:cubicBezTo>
                    <a:lnTo>
                      <a:pt x="1247" y="5124"/>
                    </a:lnTo>
                    <a:cubicBezTo>
                      <a:pt x="1250" y="5118"/>
                      <a:pt x="1258" y="5115"/>
                      <a:pt x="1264" y="5118"/>
                    </a:cubicBezTo>
                    <a:cubicBezTo>
                      <a:pt x="1270" y="5122"/>
                      <a:pt x="1273" y="5129"/>
                      <a:pt x="1269" y="5135"/>
                    </a:cubicBezTo>
                    <a:close/>
                    <a:moveTo>
                      <a:pt x="1248" y="5181"/>
                    </a:moveTo>
                    <a:lnTo>
                      <a:pt x="1248" y="5181"/>
                    </a:lnTo>
                    <a:cubicBezTo>
                      <a:pt x="1245" y="5187"/>
                      <a:pt x="1238" y="5189"/>
                      <a:pt x="1231" y="5186"/>
                    </a:cubicBezTo>
                    <a:cubicBezTo>
                      <a:pt x="1225" y="5183"/>
                      <a:pt x="1223" y="5175"/>
                      <a:pt x="1226" y="5169"/>
                    </a:cubicBezTo>
                    <a:lnTo>
                      <a:pt x="1226" y="5169"/>
                    </a:lnTo>
                    <a:cubicBezTo>
                      <a:pt x="1229" y="5163"/>
                      <a:pt x="1237" y="5161"/>
                      <a:pt x="1243" y="5164"/>
                    </a:cubicBezTo>
                    <a:cubicBezTo>
                      <a:pt x="1249" y="5167"/>
                      <a:pt x="1252" y="5174"/>
                      <a:pt x="1248" y="5181"/>
                    </a:cubicBezTo>
                    <a:close/>
                    <a:moveTo>
                      <a:pt x="1227" y="5226"/>
                    </a:moveTo>
                    <a:lnTo>
                      <a:pt x="1227" y="5226"/>
                    </a:lnTo>
                    <a:cubicBezTo>
                      <a:pt x="1224" y="5232"/>
                      <a:pt x="1216" y="5234"/>
                      <a:pt x="1210" y="5231"/>
                    </a:cubicBezTo>
                    <a:cubicBezTo>
                      <a:pt x="1204" y="5228"/>
                      <a:pt x="1202" y="5221"/>
                      <a:pt x="1205" y="5214"/>
                    </a:cubicBezTo>
                    <a:lnTo>
                      <a:pt x="1205" y="5214"/>
                    </a:lnTo>
                    <a:cubicBezTo>
                      <a:pt x="1208" y="5208"/>
                      <a:pt x="1216" y="5206"/>
                      <a:pt x="1222" y="5209"/>
                    </a:cubicBezTo>
                    <a:cubicBezTo>
                      <a:pt x="1228" y="5212"/>
                      <a:pt x="1230" y="5220"/>
                      <a:pt x="1227" y="5226"/>
                    </a:cubicBezTo>
                    <a:close/>
                    <a:moveTo>
                      <a:pt x="1206" y="5271"/>
                    </a:moveTo>
                    <a:lnTo>
                      <a:pt x="1206" y="5271"/>
                    </a:lnTo>
                    <a:cubicBezTo>
                      <a:pt x="1203" y="5277"/>
                      <a:pt x="1195" y="5280"/>
                      <a:pt x="1189" y="5277"/>
                    </a:cubicBezTo>
                    <a:cubicBezTo>
                      <a:pt x="1183" y="5273"/>
                      <a:pt x="1181" y="5266"/>
                      <a:pt x="1184" y="5260"/>
                    </a:cubicBezTo>
                    <a:lnTo>
                      <a:pt x="1184" y="5260"/>
                    </a:lnTo>
                    <a:cubicBezTo>
                      <a:pt x="1187" y="5254"/>
                      <a:pt x="1195" y="5251"/>
                      <a:pt x="1201" y="5254"/>
                    </a:cubicBezTo>
                    <a:cubicBezTo>
                      <a:pt x="1207" y="5258"/>
                      <a:pt x="1209" y="5265"/>
                      <a:pt x="1206" y="5271"/>
                    </a:cubicBezTo>
                    <a:close/>
                    <a:moveTo>
                      <a:pt x="1185" y="5317"/>
                    </a:moveTo>
                    <a:lnTo>
                      <a:pt x="1185" y="5317"/>
                    </a:lnTo>
                    <a:cubicBezTo>
                      <a:pt x="1182" y="5323"/>
                      <a:pt x="1174" y="5325"/>
                      <a:pt x="1168" y="5322"/>
                    </a:cubicBezTo>
                    <a:cubicBezTo>
                      <a:pt x="1162" y="5319"/>
                      <a:pt x="1160" y="5311"/>
                      <a:pt x="1163" y="5305"/>
                    </a:cubicBezTo>
                    <a:lnTo>
                      <a:pt x="1163" y="5305"/>
                    </a:lnTo>
                    <a:cubicBezTo>
                      <a:pt x="1166" y="5299"/>
                      <a:pt x="1174" y="5297"/>
                      <a:pt x="1180" y="5300"/>
                    </a:cubicBezTo>
                    <a:cubicBezTo>
                      <a:pt x="1186" y="5303"/>
                      <a:pt x="1188" y="5311"/>
                      <a:pt x="1185" y="5317"/>
                    </a:cubicBezTo>
                    <a:close/>
                    <a:moveTo>
                      <a:pt x="1164" y="5362"/>
                    </a:moveTo>
                    <a:lnTo>
                      <a:pt x="1164" y="5362"/>
                    </a:lnTo>
                    <a:cubicBezTo>
                      <a:pt x="1161" y="5368"/>
                      <a:pt x="1153" y="5371"/>
                      <a:pt x="1147" y="5367"/>
                    </a:cubicBezTo>
                    <a:cubicBezTo>
                      <a:pt x="1141" y="5364"/>
                      <a:pt x="1139" y="5357"/>
                      <a:pt x="1142" y="5350"/>
                    </a:cubicBezTo>
                    <a:lnTo>
                      <a:pt x="1142" y="5350"/>
                    </a:lnTo>
                    <a:cubicBezTo>
                      <a:pt x="1145" y="5344"/>
                      <a:pt x="1153" y="5342"/>
                      <a:pt x="1159" y="5345"/>
                    </a:cubicBezTo>
                    <a:cubicBezTo>
                      <a:pt x="1165" y="5348"/>
                      <a:pt x="1167" y="5356"/>
                      <a:pt x="1164" y="5362"/>
                    </a:cubicBezTo>
                    <a:close/>
                    <a:moveTo>
                      <a:pt x="1143" y="5407"/>
                    </a:moveTo>
                    <a:lnTo>
                      <a:pt x="1143" y="5407"/>
                    </a:lnTo>
                    <a:cubicBezTo>
                      <a:pt x="1140" y="5414"/>
                      <a:pt x="1132" y="5416"/>
                      <a:pt x="1126" y="5413"/>
                    </a:cubicBezTo>
                    <a:cubicBezTo>
                      <a:pt x="1120" y="5410"/>
                      <a:pt x="1118" y="5402"/>
                      <a:pt x="1121" y="5396"/>
                    </a:cubicBezTo>
                    <a:lnTo>
                      <a:pt x="1121" y="5396"/>
                    </a:lnTo>
                    <a:cubicBezTo>
                      <a:pt x="1124" y="5390"/>
                      <a:pt x="1131" y="5387"/>
                      <a:pt x="1138" y="5391"/>
                    </a:cubicBezTo>
                    <a:cubicBezTo>
                      <a:pt x="1144" y="5394"/>
                      <a:pt x="1146" y="5401"/>
                      <a:pt x="1143" y="5407"/>
                    </a:cubicBezTo>
                    <a:close/>
                    <a:moveTo>
                      <a:pt x="1122" y="5453"/>
                    </a:moveTo>
                    <a:lnTo>
                      <a:pt x="1122" y="5453"/>
                    </a:lnTo>
                    <a:cubicBezTo>
                      <a:pt x="1119" y="5459"/>
                      <a:pt x="1111" y="5461"/>
                      <a:pt x="1105" y="5458"/>
                    </a:cubicBezTo>
                    <a:cubicBezTo>
                      <a:pt x="1099" y="5455"/>
                      <a:pt x="1096" y="5447"/>
                      <a:pt x="1100" y="5441"/>
                    </a:cubicBezTo>
                    <a:lnTo>
                      <a:pt x="1100" y="5441"/>
                    </a:lnTo>
                    <a:cubicBezTo>
                      <a:pt x="1103" y="5435"/>
                      <a:pt x="1110" y="5433"/>
                      <a:pt x="1117" y="5436"/>
                    </a:cubicBezTo>
                    <a:cubicBezTo>
                      <a:pt x="1123" y="5439"/>
                      <a:pt x="1125" y="5447"/>
                      <a:pt x="1122" y="5453"/>
                    </a:cubicBezTo>
                    <a:close/>
                    <a:moveTo>
                      <a:pt x="1101" y="5498"/>
                    </a:moveTo>
                    <a:lnTo>
                      <a:pt x="1101" y="5498"/>
                    </a:lnTo>
                    <a:cubicBezTo>
                      <a:pt x="1098" y="5504"/>
                      <a:pt x="1090" y="5507"/>
                      <a:pt x="1084" y="5503"/>
                    </a:cubicBezTo>
                    <a:cubicBezTo>
                      <a:pt x="1078" y="5500"/>
                      <a:pt x="1075" y="5493"/>
                      <a:pt x="1079" y="5487"/>
                    </a:cubicBezTo>
                    <a:lnTo>
                      <a:pt x="1079" y="5487"/>
                    </a:lnTo>
                    <a:cubicBezTo>
                      <a:pt x="1082" y="5480"/>
                      <a:pt x="1089" y="5478"/>
                      <a:pt x="1095" y="5481"/>
                    </a:cubicBezTo>
                    <a:cubicBezTo>
                      <a:pt x="1102" y="5484"/>
                      <a:pt x="1104" y="5492"/>
                      <a:pt x="1101" y="5498"/>
                    </a:cubicBezTo>
                    <a:close/>
                    <a:moveTo>
                      <a:pt x="1080" y="5543"/>
                    </a:moveTo>
                    <a:lnTo>
                      <a:pt x="1080" y="5544"/>
                    </a:lnTo>
                    <a:cubicBezTo>
                      <a:pt x="1076" y="5550"/>
                      <a:pt x="1069" y="5552"/>
                      <a:pt x="1063" y="5549"/>
                    </a:cubicBezTo>
                    <a:cubicBezTo>
                      <a:pt x="1057" y="5546"/>
                      <a:pt x="1054" y="5538"/>
                      <a:pt x="1057" y="5532"/>
                    </a:cubicBezTo>
                    <a:lnTo>
                      <a:pt x="1057" y="5532"/>
                    </a:lnTo>
                    <a:cubicBezTo>
                      <a:pt x="1061" y="5526"/>
                      <a:pt x="1068" y="5523"/>
                      <a:pt x="1074" y="5527"/>
                    </a:cubicBezTo>
                    <a:cubicBezTo>
                      <a:pt x="1080" y="5530"/>
                      <a:pt x="1083" y="5537"/>
                      <a:pt x="1080" y="5543"/>
                    </a:cubicBezTo>
                    <a:close/>
                    <a:moveTo>
                      <a:pt x="1059" y="5589"/>
                    </a:moveTo>
                    <a:lnTo>
                      <a:pt x="1059" y="5589"/>
                    </a:lnTo>
                    <a:cubicBezTo>
                      <a:pt x="1055" y="5595"/>
                      <a:pt x="1048" y="5597"/>
                      <a:pt x="1042" y="5594"/>
                    </a:cubicBezTo>
                    <a:cubicBezTo>
                      <a:pt x="1036" y="5591"/>
                      <a:pt x="1033" y="5583"/>
                      <a:pt x="1036" y="5577"/>
                    </a:cubicBezTo>
                    <a:lnTo>
                      <a:pt x="1036" y="5577"/>
                    </a:lnTo>
                    <a:cubicBezTo>
                      <a:pt x="1040" y="5571"/>
                      <a:pt x="1047" y="5569"/>
                      <a:pt x="1053" y="5572"/>
                    </a:cubicBezTo>
                    <a:cubicBezTo>
                      <a:pt x="1059" y="5575"/>
                      <a:pt x="1062" y="5583"/>
                      <a:pt x="1059" y="5589"/>
                    </a:cubicBezTo>
                    <a:close/>
                    <a:moveTo>
                      <a:pt x="1037" y="5634"/>
                    </a:moveTo>
                    <a:lnTo>
                      <a:pt x="1037" y="5634"/>
                    </a:lnTo>
                    <a:cubicBezTo>
                      <a:pt x="1034" y="5640"/>
                      <a:pt x="1027" y="5643"/>
                      <a:pt x="1021" y="5640"/>
                    </a:cubicBezTo>
                    <a:cubicBezTo>
                      <a:pt x="1014" y="5636"/>
                      <a:pt x="1012" y="5629"/>
                      <a:pt x="1015" y="5623"/>
                    </a:cubicBezTo>
                    <a:lnTo>
                      <a:pt x="1015" y="5623"/>
                    </a:lnTo>
                    <a:cubicBezTo>
                      <a:pt x="1019" y="5617"/>
                      <a:pt x="1026" y="5614"/>
                      <a:pt x="1032" y="5617"/>
                    </a:cubicBezTo>
                    <a:cubicBezTo>
                      <a:pt x="1038" y="5621"/>
                      <a:pt x="1041" y="5628"/>
                      <a:pt x="1037" y="5634"/>
                    </a:cubicBezTo>
                    <a:close/>
                    <a:moveTo>
                      <a:pt x="1016" y="5680"/>
                    </a:moveTo>
                    <a:lnTo>
                      <a:pt x="1016" y="5680"/>
                    </a:lnTo>
                    <a:cubicBezTo>
                      <a:pt x="1013" y="5686"/>
                      <a:pt x="1006" y="5688"/>
                      <a:pt x="1000" y="5685"/>
                    </a:cubicBezTo>
                    <a:cubicBezTo>
                      <a:pt x="993" y="5682"/>
                      <a:pt x="991" y="5674"/>
                      <a:pt x="994" y="5668"/>
                    </a:cubicBezTo>
                    <a:lnTo>
                      <a:pt x="994" y="5668"/>
                    </a:lnTo>
                    <a:cubicBezTo>
                      <a:pt x="997" y="5662"/>
                      <a:pt x="1005" y="5660"/>
                      <a:pt x="1011" y="5663"/>
                    </a:cubicBezTo>
                    <a:cubicBezTo>
                      <a:pt x="1017" y="5666"/>
                      <a:pt x="1020" y="5673"/>
                      <a:pt x="1016" y="5680"/>
                    </a:cubicBezTo>
                    <a:close/>
                    <a:moveTo>
                      <a:pt x="995" y="5725"/>
                    </a:moveTo>
                    <a:lnTo>
                      <a:pt x="995" y="5725"/>
                    </a:lnTo>
                    <a:cubicBezTo>
                      <a:pt x="992" y="5731"/>
                      <a:pt x="985" y="5733"/>
                      <a:pt x="978" y="5730"/>
                    </a:cubicBezTo>
                    <a:cubicBezTo>
                      <a:pt x="972" y="5727"/>
                      <a:pt x="970" y="5720"/>
                      <a:pt x="973" y="5713"/>
                    </a:cubicBezTo>
                    <a:lnTo>
                      <a:pt x="973" y="5713"/>
                    </a:lnTo>
                    <a:cubicBezTo>
                      <a:pt x="976" y="5707"/>
                      <a:pt x="984" y="5705"/>
                      <a:pt x="990" y="5708"/>
                    </a:cubicBezTo>
                    <a:cubicBezTo>
                      <a:pt x="996" y="5711"/>
                      <a:pt x="999" y="5719"/>
                      <a:pt x="995" y="5725"/>
                    </a:cubicBezTo>
                    <a:close/>
                    <a:moveTo>
                      <a:pt x="974" y="5770"/>
                    </a:moveTo>
                    <a:lnTo>
                      <a:pt x="974" y="5770"/>
                    </a:lnTo>
                    <a:cubicBezTo>
                      <a:pt x="971" y="5776"/>
                      <a:pt x="963" y="5779"/>
                      <a:pt x="957" y="5776"/>
                    </a:cubicBezTo>
                    <a:cubicBezTo>
                      <a:pt x="951" y="5772"/>
                      <a:pt x="949" y="5765"/>
                      <a:pt x="952" y="5759"/>
                    </a:cubicBezTo>
                    <a:lnTo>
                      <a:pt x="952" y="5759"/>
                    </a:lnTo>
                    <a:cubicBezTo>
                      <a:pt x="955" y="5753"/>
                      <a:pt x="963" y="5750"/>
                      <a:pt x="969" y="5753"/>
                    </a:cubicBezTo>
                    <a:cubicBezTo>
                      <a:pt x="975" y="5757"/>
                      <a:pt x="977" y="5764"/>
                      <a:pt x="974" y="5770"/>
                    </a:cubicBezTo>
                    <a:close/>
                    <a:moveTo>
                      <a:pt x="953" y="5816"/>
                    </a:moveTo>
                    <a:lnTo>
                      <a:pt x="953" y="5816"/>
                    </a:lnTo>
                    <a:cubicBezTo>
                      <a:pt x="950" y="5822"/>
                      <a:pt x="942" y="5824"/>
                      <a:pt x="936" y="5821"/>
                    </a:cubicBezTo>
                    <a:cubicBezTo>
                      <a:pt x="930" y="5818"/>
                      <a:pt x="928" y="5810"/>
                      <a:pt x="931" y="5804"/>
                    </a:cubicBezTo>
                    <a:lnTo>
                      <a:pt x="931" y="5804"/>
                    </a:lnTo>
                    <a:cubicBezTo>
                      <a:pt x="934" y="5798"/>
                      <a:pt x="942" y="5796"/>
                      <a:pt x="948" y="5799"/>
                    </a:cubicBezTo>
                    <a:cubicBezTo>
                      <a:pt x="954" y="5802"/>
                      <a:pt x="956" y="5810"/>
                      <a:pt x="953" y="5816"/>
                    </a:cubicBezTo>
                    <a:close/>
                    <a:moveTo>
                      <a:pt x="932" y="5861"/>
                    </a:moveTo>
                    <a:lnTo>
                      <a:pt x="932" y="5861"/>
                    </a:lnTo>
                    <a:cubicBezTo>
                      <a:pt x="929" y="5867"/>
                      <a:pt x="921" y="5870"/>
                      <a:pt x="915" y="5866"/>
                    </a:cubicBezTo>
                    <a:cubicBezTo>
                      <a:pt x="909" y="5863"/>
                      <a:pt x="907" y="5856"/>
                      <a:pt x="910" y="5850"/>
                    </a:cubicBezTo>
                    <a:lnTo>
                      <a:pt x="910" y="5849"/>
                    </a:lnTo>
                    <a:cubicBezTo>
                      <a:pt x="913" y="5843"/>
                      <a:pt x="921" y="5841"/>
                      <a:pt x="927" y="5844"/>
                    </a:cubicBezTo>
                    <a:cubicBezTo>
                      <a:pt x="933" y="5847"/>
                      <a:pt x="935" y="5855"/>
                      <a:pt x="932" y="5861"/>
                    </a:cubicBezTo>
                    <a:close/>
                    <a:moveTo>
                      <a:pt x="911" y="5906"/>
                    </a:moveTo>
                    <a:lnTo>
                      <a:pt x="911" y="5906"/>
                    </a:lnTo>
                    <a:cubicBezTo>
                      <a:pt x="908" y="5913"/>
                      <a:pt x="900" y="5915"/>
                      <a:pt x="894" y="5912"/>
                    </a:cubicBezTo>
                    <a:cubicBezTo>
                      <a:pt x="888" y="5909"/>
                      <a:pt x="886" y="5901"/>
                      <a:pt x="889" y="5895"/>
                    </a:cubicBezTo>
                    <a:lnTo>
                      <a:pt x="889" y="5895"/>
                    </a:lnTo>
                    <a:cubicBezTo>
                      <a:pt x="892" y="5889"/>
                      <a:pt x="900" y="5886"/>
                      <a:pt x="906" y="5890"/>
                    </a:cubicBezTo>
                    <a:cubicBezTo>
                      <a:pt x="912" y="5893"/>
                      <a:pt x="914" y="5900"/>
                      <a:pt x="911" y="5906"/>
                    </a:cubicBezTo>
                    <a:close/>
                    <a:moveTo>
                      <a:pt x="890" y="5952"/>
                    </a:moveTo>
                    <a:lnTo>
                      <a:pt x="890" y="5952"/>
                    </a:lnTo>
                    <a:cubicBezTo>
                      <a:pt x="887" y="5958"/>
                      <a:pt x="879" y="5960"/>
                      <a:pt x="873" y="5957"/>
                    </a:cubicBezTo>
                    <a:cubicBezTo>
                      <a:pt x="867" y="5954"/>
                      <a:pt x="865" y="5946"/>
                      <a:pt x="868" y="5940"/>
                    </a:cubicBezTo>
                    <a:lnTo>
                      <a:pt x="868" y="5940"/>
                    </a:lnTo>
                    <a:cubicBezTo>
                      <a:pt x="871" y="5934"/>
                      <a:pt x="878" y="5932"/>
                      <a:pt x="885" y="5935"/>
                    </a:cubicBezTo>
                    <a:cubicBezTo>
                      <a:pt x="891" y="5938"/>
                      <a:pt x="893" y="5946"/>
                      <a:pt x="890" y="5952"/>
                    </a:cubicBezTo>
                    <a:close/>
                    <a:moveTo>
                      <a:pt x="869" y="5997"/>
                    </a:moveTo>
                    <a:lnTo>
                      <a:pt x="869" y="5997"/>
                    </a:lnTo>
                    <a:cubicBezTo>
                      <a:pt x="866" y="6003"/>
                      <a:pt x="858" y="6006"/>
                      <a:pt x="852" y="6002"/>
                    </a:cubicBezTo>
                    <a:cubicBezTo>
                      <a:pt x="846" y="5999"/>
                      <a:pt x="843" y="5992"/>
                      <a:pt x="847" y="5986"/>
                    </a:cubicBezTo>
                    <a:lnTo>
                      <a:pt x="847" y="5986"/>
                    </a:lnTo>
                    <a:cubicBezTo>
                      <a:pt x="850" y="5979"/>
                      <a:pt x="857" y="5977"/>
                      <a:pt x="864" y="5980"/>
                    </a:cubicBezTo>
                    <a:cubicBezTo>
                      <a:pt x="870" y="5983"/>
                      <a:pt x="872" y="5991"/>
                      <a:pt x="869" y="5997"/>
                    </a:cubicBezTo>
                    <a:close/>
                    <a:moveTo>
                      <a:pt x="848" y="6043"/>
                    </a:moveTo>
                    <a:lnTo>
                      <a:pt x="848" y="6043"/>
                    </a:lnTo>
                    <a:cubicBezTo>
                      <a:pt x="845" y="6049"/>
                      <a:pt x="837" y="6051"/>
                      <a:pt x="831" y="6048"/>
                    </a:cubicBezTo>
                    <a:cubicBezTo>
                      <a:pt x="825" y="6045"/>
                      <a:pt x="822" y="6037"/>
                      <a:pt x="826" y="6031"/>
                    </a:cubicBezTo>
                    <a:lnTo>
                      <a:pt x="826" y="6031"/>
                    </a:lnTo>
                    <a:cubicBezTo>
                      <a:pt x="829" y="6025"/>
                      <a:pt x="836" y="6022"/>
                      <a:pt x="842" y="6026"/>
                    </a:cubicBezTo>
                    <a:cubicBezTo>
                      <a:pt x="849" y="6029"/>
                      <a:pt x="851" y="6036"/>
                      <a:pt x="848" y="6043"/>
                    </a:cubicBezTo>
                    <a:close/>
                    <a:moveTo>
                      <a:pt x="827" y="6088"/>
                    </a:moveTo>
                    <a:lnTo>
                      <a:pt x="827" y="6088"/>
                    </a:lnTo>
                    <a:cubicBezTo>
                      <a:pt x="823" y="6094"/>
                      <a:pt x="816" y="6096"/>
                      <a:pt x="810" y="6093"/>
                    </a:cubicBezTo>
                    <a:cubicBezTo>
                      <a:pt x="804" y="6090"/>
                      <a:pt x="801" y="6082"/>
                      <a:pt x="804" y="6076"/>
                    </a:cubicBezTo>
                    <a:lnTo>
                      <a:pt x="804" y="6076"/>
                    </a:lnTo>
                    <a:cubicBezTo>
                      <a:pt x="808" y="6070"/>
                      <a:pt x="815" y="6068"/>
                      <a:pt x="821" y="6071"/>
                    </a:cubicBezTo>
                    <a:cubicBezTo>
                      <a:pt x="827" y="6074"/>
                      <a:pt x="830" y="6082"/>
                      <a:pt x="827" y="6088"/>
                    </a:cubicBezTo>
                    <a:close/>
                    <a:moveTo>
                      <a:pt x="806" y="6133"/>
                    </a:moveTo>
                    <a:lnTo>
                      <a:pt x="806" y="6133"/>
                    </a:lnTo>
                    <a:cubicBezTo>
                      <a:pt x="802" y="6139"/>
                      <a:pt x="795" y="6142"/>
                      <a:pt x="789" y="6139"/>
                    </a:cubicBezTo>
                    <a:cubicBezTo>
                      <a:pt x="783" y="6135"/>
                      <a:pt x="780" y="6128"/>
                      <a:pt x="783" y="6122"/>
                    </a:cubicBezTo>
                    <a:lnTo>
                      <a:pt x="783" y="6122"/>
                    </a:lnTo>
                    <a:cubicBezTo>
                      <a:pt x="787" y="6116"/>
                      <a:pt x="794" y="6113"/>
                      <a:pt x="800" y="6116"/>
                    </a:cubicBezTo>
                    <a:cubicBezTo>
                      <a:pt x="806" y="6120"/>
                      <a:pt x="809" y="6127"/>
                      <a:pt x="806" y="6133"/>
                    </a:cubicBezTo>
                    <a:close/>
                    <a:moveTo>
                      <a:pt x="784" y="6179"/>
                    </a:moveTo>
                    <a:lnTo>
                      <a:pt x="784" y="6179"/>
                    </a:lnTo>
                    <a:cubicBezTo>
                      <a:pt x="781" y="6185"/>
                      <a:pt x="774" y="6187"/>
                      <a:pt x="768" y="6184"/>
                    </a:cubicBezTo>
                    <a:cubicBezTo>
                      <a:pt x="761" y="6181"/>
                      <a:pt x="759" y="6173"/>
                      <a:pt x="762" y="6167"/>
                    </a:cubicBezTo>
                    <a:lnTo>
                      <a:pt x="762" y="6167"/>
                    </a:lnTo>
                    <a:cubicBezTo>
                      <a:pt x="765" y="6161"/>
                      <a:pt x="773" y="6159"/>
                      <a:pt x="779" y="6162"/>
                    </a:cubicBezTo>
                    <a:cubicBezTo>
                      <a:pt x="785" y="6165"/>
                      <a:pt x="788" y="6172"/>
                      <a:pt x="784" y="6179"/>
                    </a:cubicBezTo>
                    <a:close/>
                    <a:moveTo>
                      <a:pt x="763" y="6224"/>
                    </a:moveTo>
                    <a:lnTo>
                      <a:pt x="763" y="6224"/>
                    </a:lnTo>
                    <a:cubicBezTo>
                      <a:pt x="760" y="6230"/>
                      <a:pt x="753" y="6232"/>
                      <a:pt x="747" y="6229"/>
                    </a:cubicBezTo>
                    <a:cubicBezTo>
                      <a:pt x="740" y="6226"/>
                      <a:pt x="738" y="6219"/>
                      <a:pt x="741" y="6212"/>
                    </a:cubicBezTo>
                    <a:lnTo>
                      <a:pt x="741" y="6212"/>
                    </a:lnTo>
                    <a:cubicBezTo>
                      <a:pt x="744" y="6206"/>
                      <a:pt x="752" y="6204"/>
                      <a:pt x="758" y="6207"/>
                    </a:cubicBezTo>
                    <a:cubicBezTo>
                      <a:pt x="764" y="6210"/>
                      <a:pt x="767" y="6218"/>
                      <a:pt x="763" y="6224"/>
                    </a:cubicBezTo>
                    <a:close/>
                    <a:moveTo>
                      <a:pt x="742" y="6269"/>
                    </a:moveTo>
                    <a:lnTo>
                      <a:pt x="742" y="6269"/>
                    </a:lnTo>
                    <a:cubicBezTo>
                      <a:pt x="739" y="6275"/>
                      <a:pt x="732" y="6278"/>
                      <a:pt x="725" y="6275"/>
                    </a:cubicBezTo>
                    <a:cubicBezTo>
                      <a:pt x="719" y="6271"/>
                      <a:pt x="717" y="6264"/>
                      <a:pt x="720" y="6258"/>
                    </a:cubicBezTo>
                    <a:lnTo>
                      <a:pt x="720" y="6258"/>
                    </a:lnTo>
                    <a:cubicBezTo>
                      <a:pt x="723" y="6252"/>
                      <a:pt x="731" y="6249"/>
                      <a:pt x="737" y="6252"/>
                    </a:cubicBezTo>
                    <a:cubicBezTo>
                      <a:pt x="743" y="6256"/>
                      <a:pt x="745" y="6263"/>
                      <a:pt x="742" y="6269"/>
                    </a:cubicBezTo>
                    <a:close/>
                    <a:moveTo>
                      <a:pt x="721" y="6315"/>
                    </a:moveTo>
                    <a:lnTo>
                      <a:pt x="721" y="6315"/>
                    </a:lnTo>
                    <a:cubicBezTo>
                      <a:pt x="718" y="6321"/>
                      <a:pt x="710" y="6323"/>
                      <a:pt x="704" y="6320"/>
                    </a:cubicBezTo>
                    <a:cubicBezTo>
                      <a:pt x="698" y="6317"/>
                      <a:pt x="696" y="6309"/>
                      <a:pt x="699" y="6303"/>
                    </a:cubicBezTo>
                    <a:lnTo>
                      <a:pt x="699" y="6303"/>
                    </a:lnTo>
                    <a:cubicBezTo>
                      <a:pt x="702" y="6297"/>
                      <a:pt x="710" y="6295"/>
                      <a:pt x="716" y="6298"/>
                    </a:cubicBezTo>
                    <a:cubicBezTo>
                      <a:pt x="722" y="6301"/>
                      <a:pt x="724" y="6309"/>
                      <a:pt x="721" y="6315"/>
                    </a:cubicBezTo>
                    <a:close/>
                    <a:moveTo>
                      <a:pt x="700" y="6360"/>
                    </a:moveTo>
                    <a:lnTo>
                      <a:pt x="700" y="6360"/>
                    </a:lnTo>
                    <a:cubicBezTo>
                      <a:pt x="697" y="6366"/>
                      <a:pt x="689" y="6369"/>
                      <a:pt x="683" y="6365"/>
                    </a:cubicBezTo>
                    <a:cubicBezTo>
                      <a:pt x="677" y="6362"/>
                      <a:pt x="675" y="6355"/>
                      <a:pt x="678" y="6349"/>
                    </a:cubicBezTo>
                    <a:lnTo>
                      <a:pt x="678" y="6349"/>
                    </a:lnTo>
                    <a:cubicBezTo>
                      <a:pt x="681" y="6342"/>
                      <a:pt x="689" y="6340"/>
                      <a:pt x="695" y="6343"/>
                    </a:cubicBezTo>
                    <a:cubicBezTo>
                      <a:pt x="701" y="6346"/>
                      <a:pt x="703" y="6354"/>
                      <a:pt x="700" y="6360"/>
                    </a:cubicBezTo>
                    <a:close/>
                    <a:moveTo>
                      <a:pt x="679" y="6405"/>
                    </a:moveTo>
                    <a:lnTo>
                      <a:pt x="679" y="6405"/>
                    </a:lnTo>
                    <a:cubicBezTo>
                      <a:pt x="676" y="6412"/>
                      <a:pt x="668" y="6414"/>
                      <a:pt x="662" y="6411"/>
                    </a:cubicBezTo>
                    <a:cubicBezTo>
                      <a:pt x="656" y="6408"/>
                      <a:pt x="654" y="6400"/>
                      <a:pt x="657" y="6394"/>
                    </a:cubicBezTo>
                    <a:lnTo>
                      <a:pt x="657" y="6394"/>
                    </a:lnTo>
                    <a:cubicBezTo>
                      <a:pt x="660" y="6388"/>
                      <a:pt x="668" y="6385"/>
                      <a:pt x="674" y="6389"/>
                    </a:cubicBezTo>
                    <a:cubicBezTo>
                      <a:pt x="680" y="6392"/>
                      <a:pt x="682" y="6399"/>
                      <a:pt x="679" y="6405"/>
                    </a:cubicBezTo>
                    <a:close/>
                    <a:moveTo>
                      <a:pt x="658" y="6451"/>
                    </a:moveTo>
                    <a:lnTo>
                      <a:pt x="658" y="6451"/>
                    </a:lnTo>
                    <a:cubicBezTo>
                      <a:pt x="655" y="6457"/>
                      <a:pt x="647" y="6459"/>
                      <a:pt x="641" y="6456"/>
                    </a:cubicBezTo>
                    <a:cubicBezTo>
                      <a:pt x="635" y="6453"/>
                      <a:pt x="633" y="6445"/>
                      <a:pt x="636" y="6439"/>
                    </a:cubicBezTo>
                    <a:lnTo>
                      <a:pt x="636" y="6439"/>
                    </a:lnTo>
                    <a:cubicBezTo>
                      <a:pt x="639" y="6433"/>
                      <a:pt x="647" y="6431"/>
                      <a:pt x="653" y="6434"/>
                    </a:cubicBezTo>
                    <a:cubicBezTo>
                      <a:pt x="659" y="6437"/>
                      <a:pt x="661" y="6445"/>
                      <a:pt x="658" y="6451"/>
                    </a:cubicBezTo>
                    <a:close/>
                    <a:moveTo>
                      <a:pt x="637" y="6496"/>
                    </a:moveTo>
                    <a:lnTo>
                      <a:pt x="637" y="6496"/>
                    </a:lnTo>
                    <a:cubicBezTo>
                      <a:pt x="634" y="6502"/>
                      <a:pt x="626" y="6505"/>
                      <a:pt x="620" y="6501"/>
                    </a:cubicBezTo>
                    <a:cubicBezTo>
                      <a:pt x="614" y="6498"/>
                      <a:pt x="612" y="6491"/>
                      <a:pt x="615" y="6485"/>
                    </a:cubicBezTo>
                    <a:lnTo>
                      <a:pt x="615" y="6485"/>
                    </a:lnTo>
                    <a:cubicBezTo>
                      <a:pt x="618" y="6478"/>
                      <a:pt x="625" y="6476"/>
                      <a:pt x="632" y="6479"/>
                    </a:cubicBezTo>
                    <a:cubicBezTo>
                      <a:pt x="638" y="6482"/>
                      <a:pt x="640" y="6490"/>
                      <a:pt x="637" y="6496"/>
                    </a:cubicBezTo>
                    <a:close/>
                    <a:moveTo>
                      <a:pt x="616" y="6542"/>
                    </a:moveTo>
                    <a:lnTo>
                      <a:pt x="616" y="6542"/>
                    </a:lnTo>
                    <a:cubicBezTo>
                      <a:pt x="613" y="6548"/>
                      <a:pt x="605" y="6550"/>
                      <a:pt x="599" y="6547"/>
                    </a:cubicBezTo>
                    <a:cubicBezTo>
                      <a:pt x="593" y="6544"/>
                      <a:pt x="590" y="6536"/>
                      <a:pt x="594" y="6530"/>
                    </a:cubicBezTo>
                    <a:lnTo>
                      <a:pt x="594" y="6530"/>
                    </a:lnTo>
                    <a:cubicBezTo>
                      <a:pt x="597" y="6524"/>
                      <a:pt x="604" y="6521"/>
                      <a:pt x="611" y="6525"/>
                    </a:cubicBezTo>
                    <a:cubicBezTo>
                      <a:pt x="617" y="6528"/>
                      <a:pt x="619" y="6535"/>
                      <a:pt x="616" y="6542"/>
                    </a:cubicBezTo>
                    <a:close/>
                    <a:moveTo>
                      <a:pt x="595" y="6587"/>
                    </a:moveTo>
                    <a:lnTo>
                      <a:pt x="595" y="6587"/>
                    </a:lnTo>
                    <a:cubicBezTo>
                      <a:pt x="592" y="6593"/>
                      <a:pt x="584" y="6595"/>
                      <a:pt x="578" y="6592"/>
                    </a:cubicBezTo>
                    <a:cubicBezTo>
                      <a:pt x="572" y="6589"/>
                      <a:pt x="569" y="6581"/>
                      <a:pt x="573" y="6575"/>
                    </a:cubicBezTo>
                    <a:lnTo>
                      <a:pt x="573" y="6575"/>
                    </a:lnTo>
                    <a:cubicBezTo>
                      <a:pt x="576" y="6569"/>
                      <a:pt x="583" y="6567"/>
                      <a:pt x="589" y="6570"/>
                    </a:cubicBezTo>
                    <a:cubicBezTo>
                      <a:pt x="596" y="6573"/>
                      <a:pt x="598" y="6581"/>
                      <a:pt x="595" y="6587"/>
                    </a:cubicBezTo>
                    <a:close/>
                    <a:moveTo>
                      <a:pt x="574" y="6632"/>
                    </a:moveTo>
                    <a:lnTo>
                      <a:pt x="574" y="6632"/>
                    </a:lnTo>
                    <a:cubicBezTo>
                      <a:pt x="570" y="6638"/>
                      <a:pt x="563" y="6641"/>
                      <a:pt x="557" y="6638"/>
                    </a:cubicBezTo>
                    <a:cubicBezTo>
                      <a:pt x="551" y="6634"/>
                      <a:pt x="548" y="6627"/>
                      <a:pt x="551" y="6621"/>
                    </a:cubicBezTo>
                    <a:lnTo>
                      <a:pt x="551" y="6621"/>
                    </a:lnTo>
                    <a:cubicBezTo>
                      <a:pt x="555" y="6615"/>
                      <a:pt x="562" y="6612"/>
                      <a:pt x="568" y="6615"/>
                    </a:cubicBezTo>
                    <a:cubicBezTo>
                      <a:pt x="574" y="6619"/>
                      <a:pt x="577" y="6626"/>
                      <a:pt x="574" y="6632"/>
                    </a:cubicBezTo>
                    <a:close/>
                    <a:moveTo>
                      <a:pt x="553" y="6678"/>
                    </a:moveTo>
                    <a:lnTo>
                      <a:pt x="553" y="6678"/>
                    </a:lnTo>
                    <a:cubicBezTo>
                      <a:pt x="549" y="6684"/>
                      <a:pt x="542" y="6686"/>
                      <a:pt x="536" y="6683"/>
                    </a:cubicBezTo>
                    <a:cubicBezTo>
                      <a:pt x="530" y="6680"/>
                      <a:pt x="527" y="6672"/>
                      <a:pt x="530" y="6666"/>
                    </a:cubicBezTo>
                    <a:lnTo>
                      <a:pt x="530" y="6666"/>
                    </a:lnTo>
                    <a:cubicBezTo>
                      <a:pt x="534" y="6660"/>
                      <a:pt x="541" y="6658"/>
                      <a:pt x="547" y="6661"/>
                    </a:cubicBezTo>
                    <a:cubicBezTo>
                      <a:pt x="553" y="6664"/>
                      <a:pt x="556" y="6672"/>
                      <a:pt x="553" y="6678"/>
                    </a:cubicBezTo>
                    <a:close/>
                    <a:moveTo>
                      <a:pt x="531" y="6723"/>
                    </a:moveTo>
                    <a:lnTo>
                      <a:pt x="531" y="6723"/>
                    </a:lnTo>
                    <a:cubicBezTo>
                      <a:pt x="528" y="6729"/>
                      <a:pt x="521" y="6732"/>
                      <a:pt x="515" y="6728"/>
                    </a:cubicBezTo>
                    <a:cubicBezTo>
                      <a:pt x="508" y="6725"/>
                      <a:pt x="506" y="6718"/>
                      <a:pt x="509" y="6711"/>
                    </a:cubicBezTo>
                    <a:lnTo>
                      <a:pt x="509" y="6711"/>
                    </a:lnTo>
                    <a:cubicBezTo>
                      <a:pt x="513" y="6705"/>
                      <a:pt x="520" y="6703"/>
                      <a:pt x="526" y="6706"/>
                    </a:cubicBezTo>
                    <a:cubicBezTo>
                      <a:pt x="532" y="6709"/>
                      <a:pt x="535" y="6717"/>
                      <a:pt x="531" y="6723"/>
                    </a:cubicBezTo>
                    <a:close/>
                    <a:moveTo>
                      <a:pt x="510" y="6768"/>
                    </a:moveTo>
                    <a:lnTo>
                      <a:pt x="510" y="6768"/>
                    </a:lnTo>
                    <a:cubicBezTo>
                      <a:pt x="507" y="6775"/>
                      <a:pt x="500" y="6777"/>
                      <a:pt x="494" y="6774"/>
                    </a:cubicBezTo>
                    <a:cubicBezTo>
                      <a:pt x="487" y="6770"/>
                      <a:pt x="485" y="6763"/>
                      <a:pt x="488" y="6757"/>
                    </a:cubicBezTo>
                    <a:lnTo>
                      <a:pt x="488" y="6757"/>
                    </a:lnTo>
                    <a:cubicBezTo>
                      <a:pt x="491" y="6751"/>
                      <a:pt x="499" y="6748"/>
                      <a:pt x="505" y="6751"/>
                    </a:cubicBezTo>
                    <a:cubicBezTo>
                      <a:pt x="511" y="6755"/>
                      <a:pt x="514" y="6762"/>
                      <a:pt x="510" y="6768"/>
                    </a:cubicBezTo>
                    <a:close/>
                    <a:moveTo>
                      <a:pt x="489" y="6814"/>
                    </a:moveTo>
                    <a:lnTo>
                      <a:pt x="489" y="6814"/>
                    </a:lnTo>
                    <a:cubicBezTo>
                      <a:pt x="486" y="6820"/>
                      <a:pt x="479" y="6822"/>
                      <a:pt x="472" y="6819"/>
                    </a:cubicBezTo>
                    <a:cubicBezTo>
                      <a:pt x="466" y="6816"/>
                      <a:pt x="464" y="6808"/>
                      <a:pt x="467" y="6802"/>
                    </a:cubicBezTo>
                    <a:lnTo>
                      <a:pt x="467" y="6802"/>
                    </a:lnTo>
                    <a:cubicBezTo>
                      <a:pt x="470" y="6796"/>
                      <a:pt x="478" y="6794"/>
                      <a:pt x="484" y="6797"/>
                    </a:cubicBezTo>
                    <a:cubicBezTo>
                      <a:pt x="490" y="6800"/>
                      <a:pt x="493" y="6808"/>
                      <a:pt x="489" y="6814"/>
                    </a:cubicBezTo>
                    <a:close/>
                    <a:moveTo>
                      <a:pt x="468" y="6859"/>
                    </a:moveTo>
                    <a:lnTo>
                      <a:pt x="468" y="6859"/>
                    </a:lnTo>
                    <a:cubicBezTo>
                      <a:pt x="465" y="6865"/>
                      <a:pt x="457" y="6868"/>
                      <a:pt x="451" y="6864"/>
                    </a:cubicBezTo>
                    <a:cubicBezTo>
                      <a:pt x="445" y="6861"/>
                      <a:pt x="443" y="6854"/>
                      <a:pt x="446" y="6848"/>
                    </a:cubicBezTo>
                    <a:lnTo>
                      <a:pt x="446" y="6848"/>
                    </a:lnTo>
                    <a:cubicBezTo>
                      <a:pt x="449" y="6841"/>
                      <a:pt x="457" y="6839"/>
                      <a:pt x="463" y="6842"/>
                    </a:cubicBezTo>
                    <a:cubicBezTo>
                      <a:pt x="469" y="6845"/>
                      <a:pt x="471" y="6853"/>
                      <a:pt x="468" y="6859"/>
                    </a:cubicBezTo>
                    <a:close/>
                    <a:moveTo>
                      <a:pt x="447" y="6904"/>
                    </a:moveTo>
                    <a:lnTo>
                      <a:pt x="447" y="6904"/>
                    </a:lnTo>
                    <a:cubicBezTo>
                      <a:pt x="444" y="6911"/>
                      <a:pt x="436" y="6913"/>
                      <a:pt x="430" y="6910"/>
                    </a:cubicBezTo>
                    <a:cubicBezTo>
                      <a:pt x="424" y="6907"/>
                      <a:pt x="422" y="6899"/>
                      <a:pt x="425" y="6893"/>
                    </a:cubicBezTo>
                    <a:lnTo>
                      <a:pt x="425" y="6893"/>
                    </a:lnTo>
                    <a:cubicBezTo>
                      <a:pt x="428" y="6887"/>
                      <a:pt x="436" y="6884"/>
                      <a:pt x="442" y="6888"/>
                    </a:cubicBezTo>
                    <a:cubicBezTo>
                      <a:pt x="448" y="6891"/>
                      <a:pt x="450" y="6898"/>
                      <a:pt x="447" y="6904"/>
                    </a:cubicBezTo>
                    <a:close/>
                    <a:moveTo>
                      <a:pt x="426" y="6950"/>
                    </a:moveTo>
                    <a:lnTo>
                      <a:pt x="426" y="6950"/>
                    </a:lnTo>
                    <a:cubicBezTo>
                      <a:pt x="423" y="6956"/>
                      <a:pt x="415" y="6958"/>
                      <a:pt x="409" y="6955"/>
                    </a:cubicBezTo>
                    <a:cubicBezTo>
                      <a:pt x="403" y="6952"/>
                      <a:pt x="401" y="6944"/>
                      <a:pt x="404" y="6938"/>
                    </a:cubicBezTo>
                    <a:lnTo>
                      <a:pt x="404" y="6938"/>
                    </a:lnTo>
                    <a:cubicBezTo>
                      <a:pt x="407" y="6932"/>
                      <a:pt x="415" y="6930"/>
                      <a:pt x="421" y="6933"/>
                    </a:cubicBezTo>
                    <a:cubicBezTo>
                      <a:pt x="427" y="6936"/>
                      <a:pt x="429" y="6944"/>
                      <a:pt x="426" y="6950"/>
                    </a:cubicBezTo>
                    <a:close/>
                    <a:moveTo>
                      <a:pt x="405" y="6995"/>
                    </a:moveTo>
                    <a:lnTo>
                      <a:pt x="405" y="6995"/>
                    </a:lnTo>
                    <a:cubicBezTo>
                      <a:pt x="402" y="7001"/>
                      <a:pt x="394" y="7004"/>
                      <a:pt x="388" y="7001"/>
                    </a:cubicBezTo>
                    <a:cubicBezTo>
                      <a:pt x="382" y="6997"/>
                      <a:pt x="380" y="6990"/>
                      <a:pt x="383" y="6984"/>
                    </a:cubicBezTo>
                    <a:lnTo>
                      <a:pt x="383" y="6984"/>
                    </a:lnTo>
                    <a:cubicBezTo>
                      <a:pt x="386" y="6978"/>
                      <a:pt x="394" y="6975"/>
                      <a:pt x="400" y="6978"/>
                    </a:cubicBezTo>
                    <a:cubicBezTo>
                      <a:pt x="406" y="6982"/>
                      <a:pt x="408" y="6989"/>
                      <a:pt x="405" y="6995"/>
                    </a:cubicBezTo>
                    <a:close/>
                    <a:moveTo>
                      <a:pt x="384" y="7041"/>
                    </a:moveTo>
                    <a:lnTo>
                      <a:pt x="384" y="7041"/>
                    </a:lnTo>
                    <a:cubicBezTo>
                      <a:pt x="381" y="7047"/>
                      <a:pt x="373" y="7049"/>
                      <a:pt x="367" y="7046"/>
                    </a:cubicBezTo>
                    <a:cubicBezTo>
                      <a:pt x="361" y="7043"/>
                      <a:pt x="359" y="7035"/>
                      <a:pt x="362" y="7029"/>
                    </a:cubicBezTo>
                    <a:lnTo>
                      <a:pt x="362" y="7029"/>
                    </a:lnTo>
                    <a:cubicBezTo>
                      <a:pt x="365" y="7023"/>
                      <a:pt x="372" y="7020"/>
                      <a:pt x="379" y="7024"/>
                    </a:cubicBezTo>
                    <a:cubicBezTo>
                      <a:pt x="385" y="7027"/>
                      <a:pt x="387" y="7034"/>
                      <a:pt x="384" y="7041"/>
                    </a:cubicBezTo>
                    <a:close/>
                    <a:moveTo>
                      <a:pt x="363" y="7086"/>
                    </a:moveTo>
                    <a:lnTo>
                      <a:pt x="363" y="7086"/>
                    </a:lnTo>
                    <a:cubicBezTo>
                      <a:pt x="360" y="7092"/>
                      <a:pt x="352" y="7094"/>
                      <a:pt x="346" y="7091"/>
                    </a:cubicBezTo>
                    <a:cubicBezTo>
                      <a:pt x="340" y="7088"/>
                      <a:pt x="337" y="7080"/>
                      <a:pt x="341" y="7074"/>
                    </a:cubicBezTo>
                    <a:lnTo>
                      <a:pt x="341" y="7074"/>
                    </a:lnTo>
                    <a:cubicBezTo>
                      <a:pt x="344" y="7068"/>
                      <a:pt x="351" y="7066"/>
                      <a:pt x="358" y="7069"/>
                    </a:cubicBezTo>
                    <a:cubicBezTo>
                      <a:pt x="364" y="7072"/>
                      <a:pt x="366" y="7080"/>
                      <a:pt x="363" y="7086"/>
                    </a:cubicBezTo>
                    <a:close/>
                    <a:moveTo>
                      <a:pt x="342" y="7131"/>
                    </a:moveTo>
                    <a:lnTo>
                      <a:pt x="342" y="7131"/>
                    </a:lnTo>
                    <a:cubicBezTo>
                      <a:pt x="339" y="7137"/>
                      <a:pt x="331" y="7140"/>
                      <a:pt x="325" y="7137"/>
                    </a:cubicBezTo>
                    <a:cubicBezTo>
                      <a:pt x="319" y="7133"/>
                      <a:pt x="316" y="7126"/>
                      <a:pt x="320" y="7120"/>
                    </a:cubicBezTo>
                    <a:lnTo>
                      <a:pt x="320" y="7120"/>
                    </a:lnTo>
                    <a:cubicBezTo>
                      <a:pt x="323" y="7114"/>
                      <a:pt x="330" y="7111"/>
                      <a:pt x="336" y="7114"/>
                    </a:cubicBezTo>
                    <a:cubicBezTo>
                      <a:pt x="343" y="7118"/>
                      <a:pt x="345" y="7125"/>
                      <a:pt x="342" y="7131"/>
                    </a:cubicBezTo>
                    <a:close/>
                    <a:moveTo>
                      <a:pt x="321" y="7177"/>
                    </a:moveTo>
                    <a:lnTo>
                      <a:pt x="321" y="7177"/>
                    </a:lnTo>
                    <a:cubicBezTo>
                      <a:pt x="317" y="7183"/>
                      <a:pt x="310" y="7185"/>
                      <a:pt x="304" y="7182"/>
                    </a:cubicBezTo>
                    <a:cubicBezTo>
                      <a:pt x="298" y="7179"/>
                      <a:pt x="295" y="7171"/>
                      <a:pt x="298" y="7165"/>
                    </a:cubicBezTo>
                    <a:lnTo>
                      <a:pt x="298" y="7165"/>
                    </a:lnTo>
                    <a:cubicBezTo>
                      <a:pt x="302" y="7159"/>
                      <a:pt x="309" y="7157"/>
                      <a:pt x="315" y="7160"/>
                    </a:cubicBezTo>
                    <a:cubicBezTo>
                      <a:pt x="321" y="7163"/>
                      <a:pt x="324" y="7171"/>
                      <a:pt x="321" y="7177"/>
                    </a:cubicBezTo>
                    <a:close/>
                    <a:moveTo>
                      <a:pt x="300" y="7222"/>
                    </a:moveTo>
                    <a:lnTo>
                      <a:pt x="300" y="7222"/>
                    </a:lnTo>
                    <a:cubicBezTo>
                      <a:pt x="296" y="7228"/>
                      <a:pt x="289" y="7231"/>
                      <a:pt x="283" y="7227"/>
                    </a:cubicBezTo>
                    <a:cubicBezTo>
                      <a:pt x="277" y="7224"/>
                      <a:pt x="274" y="7217"/>
                      <a:pt x="277" y="7210"/>
                    </a:cubicBezTo>
                    <a:lnTo>
                      <a:pt x="277" y="7210"/>
                    </a:lnTo>
                    <a:cubicBezTo>
                      <a:pt x="281" y="7204"/>
                      <a:pt x="288" y="7202"/>
                      <a:pt x="294" y="7205"/>
                    </a:cubicBezTo>
                    <a:cubicBezTo>
                      <a:pt x="300" y="7208"/>
                      <a:pt x="303" y="7216"/>
                      <a:pt x="300" y="7222"/>
                    </a:cubicBezTo>
                    <a:close/>
                    <a:moveTo>
                      <a:pt x="279" y="7267"/>
                    </a:moveTo>
                    <a:lnTo>
                      <a:pt x="278" y="7267"/>
                    </a:lnTo>
                    <a:cubicBezTo>
                      <a:pt x="275" y="7274"/>
                      <a:pt x="268" y="7276"/>
                      <a:pt x="262" y="7273"/>
                    </a:cubicBezTo>
                    <a:cubicBezTo>
                      <a:pt x="256" y="7270"/>
                      <a:pt x="253" y="7262"/>
                      <a:pt x="256" y="7256"/>
                    </a:cubicBezTo>
                    <a:lnTo>
                      <a:pt x="256" y="7256"/>
                    </a:lnTo>
                    <a:cubicBezTo>
                      <a:pt x="260" y="7250"/>
                      <a:pt x="267" y="7247"/>
                      <a:pt x="273" y="7251"/>
                    </a:cubicBezTo>
                    <a:cubicBezTo>
                      <a:pt x="279" y="7254"/>
                      <a:pt x="282" y="7261"/>
                      <a:pt x="279" y="7267"/>
                    </a:cubicBezTo>
                    <a:close/>
                    <a:moveTo>
                      <a:pt x="257" y="7313"/>
                    </a:moveTo>
                    <a:lnTo>
                      <a:pt x="257" y="7313"/>
                    </a:lnTo>
                    <a:cubicBezTo>
                      <a:pt x="254" y="7319"/>
                      <a:pt x="247" y="7321"/>
                      <a:pt x="241" y="7318"/>
                    </a:cubicBezTo>
                    <a:cubicBezTo>
                      <a:pt x="234" y="7315"/>
                      <a:pt x="232" y="7307"/>
                      <a:pt x="235" y="7301"/>
                    </a:cubicBezTo>
                    <a:lnTo>
                      <a:pt x="235" y="7301"/>
                    </a:lnTo>
                    <a:cubicBezTo>
                      <a:pt x="238" y="7295"/>
                      <a:pt x="246" y="7293"/>
                      <a:pt x="252" y="7296"/>
                    </a:cubicBezTo>
                    <a:cubicBezTo>
                      <a:pt x="258" y="7299"/>
                      <a:pt x="261" y="7307"/>
                      <a:pt x="257" y="7313"/>
                    </a:cubicBezTo>
                    <a:close/>
                    <a:moveTo>
                      <a:pt x="236" y="7358"/>
                    </a:moveTo>
                    <a:lnTo>
                      <a:pt x="236" y="7358"/>
                    </a:lnTo>
                    <a:cubicBezTo>
                      <a:pt x="233" y="7364"/>
                      <a:pt x="226" y="7367"/>
                      <a:pt x="219" y="7363"/>
                    </a:cubicBezTo>
                    <a:cubicBezTo>
                      <a:pt x="213" y="7360"/>
                      <a:pt x="211" y="7353"/>
                      <a:pt x="214" y="7347"/>
                    </a:cubicBezTo>
                    <a:lnTo>
                      <a:pt x="214" y="7347"/>
                    </a:lnTo>
                    <a:cubicBezTo>
                      <a:pt x="217" y="7340"/>
                      <a:pt x="225" y="7338"/>
                      <a:pt x="231" y="7341"/>
                    </a:cubicBezTo>
                    <a:cubicBezTo>
                      <a:pt x="237" y="7344"/>
                      <a:pt x="240" y="7352"/>
                      <a:pt x="236" y="7358"/>
                    </a:cubicBezTo>
                    <a:close/>
                    <a:moveTo>
                      <a:pt x="215" y="7403"/>
                    </a:moveTo>
                    <a:lnTo>
                      <a:pt x="215" y="7404"/>
                    </a:lnTo>
                    <a:cubicBezTo>
                      <a:pt x="212" y="7410"/>
                      <a:pt x="205" y="7412"/>
                      <a:pt x="198" y="7409"/>
                    </a:cubicBezTo>
                    <a:cubicBezTo>
                      <a:pt x="192" y="7406"/>
                      <a:pt x="190" y="7398"/>
                      <a:pt x="193" y="7392"/>
                    </a:cubicBezTo>
                    <a:lnTo>
                      <a:pt x="193" y="7392"/>
                    </a:lnTo>
                    <a:cubicBezTo>
                      <a:pt x="196" y="7386"/>
                      <a:pt x="204" y="7383"/>
                      <a:pt x="210" y="7387"/>
                    </a:cubicBezTo>
                    <a:cubicBezTo>
                      <a:pt x="216" y="7390"/>
                      <a:pt x="218" y="7397"/>
                      <a:pt x="215" y="7403"/>
                    </a:cubicBezTo>
                    <a:close/>
                    <a:moveTo>
                      <a:pt x="194" y="7449"/>
                    </a:moveTo>
                    <a:lnTo>
                      <a:pt x="194" y="7449"/>
                    </a:lnTo>
                    <a:cubicBezTo>
                      <a:pt x="191" y="7455"/>
                      <a:pt x="183" y="7457"/>
                      <a:pt x="177" y="7454"/>
                    </a:cubicBezTo>
                    <a:cubicBezTo>
                      <a:pt x="171" y="7451"/>
                      <a:pt x="169" y="7443"/>
                      <a:pt x="172" y="7437"/>
                    </a:cubicBezTo>
                    <a:lnTo>
                      <a:pt x="172" y="7437"/>
                    </a:lnTo>
                    <a:cubicBezTo>
                      <a:pt x="175" y="7431"/>
                      <a:pt x="183" y="7429"/>
                      <a:pt x="189" y="7432"/>
                    </a:cubicBezTo>
                    <a:cubicBezTo>
                      <a:pt x="195" y="7435"/>
                      <a:pt x="197" y="7443"/>
                      <a:pt x="194" y="7449"/>
                    </a:cubicBezTo>
                    <a:close/>
                    <a:moveTo>
                      <a:pt x="173" y="7494"/>
                    </a:moveTo>
                    <a:lnTo>
                      <a:pt x="173" y="7494"/>
                    </a:lnTo>
                    <a:cubicBezTo>
                      <a:pt x="170" y="7500"/>
                      <a:pt x="162" y="7503"/>
                      <a:pt x="156" y="7500"/>
                    </a:cubicBezTo>
                    <a:cubicBezTo>
                      <a:pt x="150" y="7496"/>
                      <a:pt x="148" y="7489"/>
                      <a:pt x="151" y="7483"/>
                    </a:cubicBezTo>
                    <a:lnTo>
                      <a:pt x="151" y="7483"/>
                    </a:lnTo>
                    <a:cubicBezTo>
                      <a:pt x="154" y="7477"/>
                      <a:pt x="162" y="7474"/>
                      <a:pt x="168" y="7477"/>
                    </a:cubicBezTo>
                    <a:cubicBezTo>
                      <a:pt x="174" y="7481"/>
                      <a:pt x="176" y="7488"/>
                      <a:pt x="173" y="7494"/>
                    </a:cubicBezTo>
                    <a:close/>
                    <a:moveTo>
                      <a:pt x="152" y="7540"/>
                    </a:moveTo>
                    <a:lnTo>
                      <a:pt x="152" y="7540"/>
                    </a:lnTo>
                    <a:cubicBezTo>
                      <a:pt x="149" y="7546"/>
                      <a:pt x="141" y="7548"/>
                      <a:pt x="135" y="7545"/>
                    </a:cubicBezTo>
                    <a:cubicBezTo>
                      <a:pt x="129" y="7542"/>
                      <a:pt x="127" y="7534"/>
                      <a:pt x="130" y="7528"/>
                    </a:cubicBezTo>
                    <a:lnTo>
                      <a:pt x="130" y="7528"/>
                    </a:lnTo>
                    <a:cubicBezTo>
                      <a:pt x="133" y="7522"/>
                      <a:pt x="141" y="7520"/>
                      <a:pt x="147" y="7523"/>
                    </a:cubicBezTo>
                    <a:cubicBezTo>
                      <a:pt x="153" y="7526"/>
                      <a:pt x="155" y="7533"/>
                      <a:pt x="152" y="7540"/>
                    </a:cubicBezTo>
                    <a:close/>
                    <a:moveTo>
                      <a:pt x="131" y="7585"/>
                    </a:moveTo>
                    <a:lnTo>
                      <a:pt x="131" y="7585"/>
                    </a:lnTo>
                    <a:cubicBezTo>
                      <a:pt x="128" y="7591"/>
                      <a:pt x="120" y="7593"/>
                      <a:pt x="114" y="7590"/>
                    </a:cubicBezTo>
                    <a:cubicBezTo>
                      <a:pt x="108" y="7587"/>
                      <a:pt x="106" y="7580"/>
                      <a:pt x="109" y="7573"/>
                    </a:cubicBezTo>
                    <a:lnTo>
                      <a:pt x="109" y="7573"/>
                    </a:lnTo>
                    <a:cubicBezTo>
                      <a:pt x="112" y="7567"/>
                      <a:pt x="120" y="7565"/>
                      <a:pt x="126" y="7568"/>
                    </a:cubicBezTo>
                    <a:cubicBezTo>
                      <a:pt x="132" y="7571"/>
                      <a:pt x="134" y="7579"/>
                      <a:pt x="131" y="7585"/>
                    </a:cubicBezTo>
                    <a:close/>
                    <a:moveTo>
                      <a:pt x="110" y="7630"/>
                    </a:moveTo>
                    <a:lnTo>
                      <a:pt x="110" y="7630"/>
                    </a:lnTo>
                    <a:cubicBezTo>
                      <a:pt x="107" y="7636"/>
                      <a:pt x="99" y="7639"/>
                      <a:pt x="93" y="7636"/>
                    </a:cubicBezTo>
                    <a:cubicBezTo>
                      <a:pt x="87" y="7632"/>
                      <a:pt x="84" y="7625"/>
                      <a:pt x="88" y="7619"/>
                    </a:cubicBezTo>
                    <a:lnTo>
                      <a:pt x="88" y="7619"/>
                    </a:lnTo>
                    <a:cubicBezTo>
                      <a:pt x="91" y="7613"/>
                      <a:pt x="98" y="7610"/>
                      <a:pt x="105" y="7613"/>
                    </a:cubicBezTo>
                    <a:cubicBezTo>
                      <a:pt x="111" y="7617"/>
                      <a:pt x="113" y="7624"/>
                      <a:pt x="110" y="7630"/>
                    </a:cubicBezTo>
                    <a:close/>
                    <a:moveTo>
                      <a:pt x="89" y="7676"/>
                    </a:moveTo>
                    <a:lnTo>
                      <a:pt x="89" y="7676"/>
                    </a:lnTo>
                    <a:cubicBezTo>
                      <a:pt x="86" y="7682"/>
                      <a:pt x="78" y="7684"/>
                      <a:pt x="72" y="7681"/>
                    </a:cubicBezTo>
                    <a:cubicBezTo>
                      <a:pt x="66" y="7678"/>
                      <a:pt x="63" y="7670"/>
                      <a:pt x="67" y="7664"/>
                    </a:cubicBezTo>
                    <a:lnTo>
                      <a:pt x="67" y="7664"/>
                    </a:lnTo>
                    <a:cubicBezTo>
                      <a:pt x="70" y="7658"/>
                      <a:pt x="77" y="7656"/>
                      <a:pt x="83" y="7659"/>
                    </a:cubicBezTo>
                    <a:cubicBezTo>
                      <a:pt x="90" y="7662"/>
                      <a:pt x="92" y="7670"/>
                      <a:pt x="89" y="7676"/>
                    </a:cubicBezTo>
                    <a:close/>
                    <a:moveTo>
                      <a:pt x="68" y="7721"/>
                    </a:moveTo>
                    <a:lnTo>
                      <a:pt x="68" y="7721"/>
                    </a:lnTo>
                    <a:cubicBezTo>
                      <a:pt x="65" y="7727"/>
                      <a:pt x="57" y="7730"/>
                      <a:pt x="51" y="7726"/>
                    </a:cubicBezTo>
                    <a:cubicBezTo>
                      <a:pt x="45" y="7723"/>
                      <a:pt x="42" y="7716"/>
                      <a:pt x="46" y="7710"/>
                    </a:cubicBezTo>
                    <a:lnTo>
                      <a:pt x="46" y="7709"/>
                    </a:lnTo>
                    <a:cubicBezTo>
                      <a:pt x="49" y="7703"/>
                      <a:pt x="56" y="7701"/>
                      <a:pt x="62" y="7704"/>
                    </a:cubicBezTo>
                    <a:cubicBezTo>
                      <a:pt x="69" y="7707"/>
                      <a:pt x="71" y="7715"/>
                      <a:pt x="68" y="7721"/>
                    </a:cubicBezTo>
                    <a:close/>
                    <a:moveTo>
                      <a:pt x="47" y="7766"/>
                    </a:moveTo>
                    <a:lnTo>
                      <a:pt x="47" y="7766"/>
                    </a:lnTo>
                    <a:cubicBezTo>
                      <a:pt x="43" y="7773"/>
                      <a:pt x="36" y="7775"/>
                      <a:pt x="30" y="7772"/>
                    </a:cubicBezTo>
                    <a:cubicBezTo>
                      <a:pt x="24" y="7769"/>
                      <a:pt x="21" y="7761"/>
                      <a:pt x="24" y="7755"/>
                    </a:cubicBezTo>
                    <a:lnTo>
                      <a:pt x="24" y="7755"/>
                    </a:lnTo>
                    <a:cubicBezTo>
                      <a:pt x="28" y="7749"/>
                      <a:pt x="35" y="7746"/>
                      <a:pt x="41" y="7750"/>
                    </a:cubicBezTo>
                    <a:cubicBezTo>
                      <a:pt x="47" y="7753"/>
                      <a:pt x="50" y="7760"/>
                      <a:pt x="47" y="7766"/>
                    </a:cubicBezTo>
                    <a:close/>
                    <a:moveTo>
                      <a:pt x="26" y="7812"/>
                    </a:moveTo>
                    <a:lnTo>
                      <a:pt x="26" y="7812"/>
                    </a:lnTo>
                    <a:cubicBezTo>
                      <a:pt x="22" y="7818"/>
                      <a:pt x="15" y="7820"/>
                      <a:pt x="9" y="7817"/>
                    </a:cubicBezTo>
                    <a:cubicBezTo>
                      <a:pt x="3" y="7814"/>
                      <a:pt x="0" y="7806"/>
                      <a:pt x="3" y="7800"/>
                    </a:cubicBezTo>
                    <a:lnTo>
                      <a:pt x="3" y="7800"/>
                    </a:lnTo>
                    <a:cubicBezTo>
                      <a:pt x="7" y="7794"/>
                      <a:pt x="14" y="7792"/>
                      <a:pt x="20" y="7795"/>
                    </a:cubicBezTo>
                    <a:cubicBezTo>
                      <a:pt x="26" y="7798"/>
                      <a:pt x="29" y="7806"/>
                      <a:pt x="26" y="7812"/>
                    </a:cubicBezTo>
                    <a:close/>
                    <a:moveTo>
                      <a:pt x="54" y="7800"/>
                    </a:moveTo>
                    <a:lnTo>
                      <a:pt x="54" y="7800"/>
                    </a:lnTo>
                    <a:cubicBezTo>
                      <a:pt x="61" y="7800"/>
                      <a:pt x="67" y="7806"/>
                      <a:pt x="67" y="7812"/>
                    </a:cubicBezTo>
                    <a:cubicBezTo>
                      <a:pt x="67" y="7819"/>
                      <a:pt x="61" y="7825"/>
                      <a:pt x="54" y="7825"/>
                    </a:cubicBezTo>
                    <a:lnTo>
                      <a:pt x="54" y="7825"/>
                    </a:lnTo>
                    <a:cubicBezTo>
                      <a:pt x="47" y="7825"/>
                      <a:pt x="42" y="7819"/>
                      <a:pt x="42" y="7812"/>
                    </a:cubicBezTo>
                    <a:cubicBezTo>
                      <a:pt x="42" y="7806"/>
                      <a:pt x="47" y="7800"/>
                      <a:pt x="54" y="7800"/>
                    </a:cubicBezTo>
                    <a:close/>
                    <a:moveTo>
                      <a:pt x="104" y="7800"/>
                    </a:moveTo>
                    <a:lnTo>
                      <a:pt x="104" y="7800"/>
                    </a:lnTo>
                    <a:cubicBezTo>
                      <a:pt x="111" y="7800"/>
                      <a:pt x="117" y="7806"/>
                      <a:pt x="117" y="7812"/>
                    </a:cubicBezTo>
                    <a:cubicBezTo>
                      <a:pt x="117" y="7819"/>
                      <a:pt x="111" y="7825"/>
                      <a:pt x="104" y="7825"/>
                    </a:cubicBezTo>
                    <a:lnTo>
                      <a:pt x="104" y="7825"/>
                    </a:lnTo>
                    <a:cubicBezTo>
                      <a:pt x="97" y="7825"/>
                      <a:pt x="92" y="7819"/>
                      <a:pt x="92" y="7812"/>
                    </a:cubicBezTo>
                    <a:cubicBezTo>
                      <a:pt x="92" y="7806"/>
                      <a:pt x="97" y="7800"/>
                      <a:pt x="104" y="7800"/>
                    </a:cubicBezTo>
                    <a:close/>
                    <a:moveTo>
                      <a:pt x="154" y="7800"/>
                    </a:moveTo>
                    <a:lnTo>
                      <a:pt x="154" y="7800"/>
                    </a:lnTo>
                    <a:cubicBezTo>
                      <a:pt x="161" y="7800"/>
                      <a:pt x="167" y="7806"/>
                      <a:pt x="167" y="7812"/>
                    </a:cubicBezTo>
                    <a:cubicBezTo>
                      <a:pt x="167" y="7819"/>
                      <a:pt x="161" y="7825"/>
                      <a:pt x="154" y="7825"/>
                    </a:cubicBezTo>
                    <a:lnTo>
                      <a:pt x="154" y="7825"/>
                    </a:lnTo>
                    <a:cubicBezTo>
                      <a:pt x="148" y="7825"/>
                      <a:pt x="142" y="7819"/>
                      <a:pt x="142" y="7812"/>
                    </a:cubicBezTo>
                    <a:cubicBezTo>
                      <a:pt x="142" y="7806"/>
                      <a:pt x="148" y="7800"/>
                      <a:pt x="154" y="7800"/>
                    </a:cubicBezTo>
                    <a:close/>
                    <a:moveTo>
                      <a:pt x="204" y="7800"/>
                    </a:moveTo>
                    <a:lnTo>
                      <a:pt x="204" y="7800"/>
                    </a:lnTo>
                    <a:cubicBezTo>
                      <a:pt x="211" y="7800"/>
                      <a:pt x="217" y="7806"/>
                      <a:pt x="217" y="7812"/>
                    </a:cubicBezTo>
                    <a:cubicBezTo>
                      <a:pt x="217" y="7819"/>
                      <a:pt x="211" y="7825"/>
                      <a:pt x="204" y="7825"/>
                    </a:cubicBezTo>
                    <a:lnTo>
                      <a:pt x="204" y="7825"/>
                    </a:lnTo>
                    <a:cubicBezTo>
                      <a:pt x="198" y="7825"/>
                      <a:pt x="192" y="7819"/>
                      <a:pt x="192" y="7812"/>
                    </a:cubicBezTo>
                    <a:cubicBezTo>
                      <a:pt x="192" y="7806"/>
                      <a:pt x="198" y="7800"/>
                      <a:pt x="204" y="7800"/>
                    </a:cubicBezTo>
                    <a:close/>
                    <a:moveTo>
                      <a:pt x="254" y="7800"/>
                    </a:moveTo>
                    <a:lnTo>
                      <a:pt x="254" y="7800"/>
                    </a:lnTo>
                    <a:cubicBezTo>
                      <a:pt x="261" y="7800"/>
                      <a:pt x="267" y="7806"/>
                      <a:pt x="267" y="7812"/>
                    </a:cubicBezTo>
                    <a:cubicBezTo>
                      <a:pt x="267" y="7819"/>
                      <a:pt x="261" y="7825"/>
                      <a:pt x="254" y="7825"/>
                    </a:cubicBezTo>
                    <a:lnTo>
                      <a:pt x="254" y="7825"/>
                    </a:lnTo>
                    <a:cubicBezTo>
                      <a:pt x="248" y="7825"/>
                      <a:pt x="242" y="7819"/>
                      <a:pt x="242" y="7812"/>
                    </a:cubicBezTo>
                    <a:cubicBezTo>
                      <a:pt x="242" y="7806"/>
                      <a:pt x="248" y="7800"/>
                      <a:pt x="254" y="7800"/>
                    </a:cubicBezTo>
                    <a:close/>
                    <a:moveTo>
                      <a:pt x="304" y="7800"/>
                    </a:moveTo>
                    <a:lnTo>
                      <a:pt x="305" y="7800"/>
                    </a:lnTo>
                    <a:cubicBezTo>
                      <a:pt x="311" y="7800"/>
                      <a:pt x="317" y="7806"/>
                      <a:pt x="317" y="7812"/>
                    </a:cubicBezTo>
                    <a:cubicBezTo>
                      <a:pt x="317" y="7819"/>
                      <a:pt x="311" y="7825"/>
                      <a:pt x="305" y="7825"/>
                    </a:cubicBezTo>
                    <a:lnTo>
                      <a:pt x="304" y="7825"/>
                    </a:lnTo>
                    <a:cubicBezTo>
                      <a:pt x="298" y="7825"/>
                      <a:pt x="292" y="7819"/>
                      <a:pt x="292" y="7812"/>
                    </a:cubicBezTo>
                    <a:cubicBezTo>
                      <a:pt x="292" y="7806"/>
                      <a:pt x="298" y="7800"/>
                      <a:pt x="304" y="7800"/>
                    </a:cubicBezTo>
                    <a:close/>
                    <a:moveTo>
                      <a:pt x="355" y="7800"/>
                    </a:moveTo>
                    <a:lnTo>
                      <a:pt x="355" y="7800"/>
                    </a:lnTo>
                    <a:cubicBezTo>
                      <a:pt x="361" y="7800"/>
                      <a:pt x="367" y="7806"/>
                      <a:pt x="367" y="7812"/>
                    </a:cubicBezTo>
                    <a:cubicBezTo>
                      <a:pt x="367" y="7819"/>
                      <a:pt x="361" y="7825"/>
                      <a:pt x="355" y="7825"/>
                    </a:cubicBezTo>
                    <a:lnTo>
                      <a:pt x="355" y="7825"/>
                    </a:lnTo>
                    <a:cubicBezTo>
                      <a:pt x="348" y="7825"/>
                      <a:pt x="342" y="7819"/>
                      <a:pt x="342" y="7812"/>
                    </a:cubicBezTo>
                    <a:cubicBezTo>
                      <a:pt x="342" y="7806"/>
                      <a:pt x="348" y="7800"/>
                      <a:pt x="355" y="7800"/>
                    </a:cubicBezTo>
                    <a:close/>
                    <a:moveTo>
                      <a:pt x="405" y="7800"/>
                    </a:moveTo>
                    <a:lnTo>
                      <a:pt x="405" y="7800"/>
                    </a:lnTo>
                    <a:cubicBezTo>
                      <a:pt x="411" y="7800"/>
                      <a:pt x="417" y="7806"/>
                      <a:pt x="417" y="7812"/>
                    </a:cubicBezTo>
                    <a:cubicBezTo>
                      <a:pt x="417" y="7819"/>
                      <a:pt x="411" y="7825"/>
                      <a:pt x="405" y="7825"/>
                    </a:cubicBezTo>
                    <a:lnTo>
                      <a:pt x="405" y="7825"/>
                    </a:lnTo>
                    <a:cubicBezTo>
                      <a:pt x="398" y="7825"/>
                      <a:pt x="392" y="7819"/>
                      <a:pt x="392" y="7812"/>
                    </a:cubicBezTo>
                    <a:cubicBezTo>
                      <a:pt x="392" y="7806"/>
                      <a:pt x="398" y="7800"/>
                      <a:pt x="405" y="7800"/>
                    </a:cubicBezTo>
                    <a:close/>
                    <a:moveTo>
                      <a:pt x="455" y="7800"/>
                    </a:moveTo>
                    <a:lnTo>
                      <a:pt x="455" y="7800"/>
                    </a:lnTo>
                    <a:cubicBezTo>
                      <a:pt x="461" y="7800"/>
                      <a:pt x="467" y="7806"/>
                      <a:pt x="467" y="7812"/>
                    </a:cubicBezTo>
                    <a:cubicBezTo>
                      <a:pt x="467" y="7819"/>
                      <a:pt x="461" y="7825"/>
                      <a:pt x="455" y="7825"/>
                    </a:cubicBezTo>
                    <a:lnTo>
                      <a:pt x="455" y="7825"/>
                    </a:lnTo>
                    <a:cubicBezTo>
                      <a:pt x="448" y="7825"/>
                      <a:pt x="442" y="7819"/>
                      <a:pt x="442" y="7812"/>
                    </a:cubicBezTo>
                    <a:cubicBezTo>
                      <a:pt x="442" y="7806"/>
                      <a:pt x="448" y="7800"/>
                      <a:pt x="455" y="7800"/>
                    </a:cubicBezTo>
                    <a:close/>
                    <a:moveTo>
                      <a:pt x="505" y="7800"/>
                    </a:moveTo>
                    <a:lnTo>
                      <a:pt x="505" y="7800"/>
                    </a:lnTo>
                    <a:cubicBezTo>
                      <a:pt x="511" y="7800"/>
                      <a:pt x="517" y="7806"/>
                      <a:pt x="517" y="7812"/>
                    </a:cubicBezTo>
                    <a:cubicBezTo>
                      <a:pt x="517" y="7819"/>
                      <a:pt x="511" y="7825"/>
                      <a:pt x="505" y="7825"/>
                    </a:cubicBezTo>
                    <a:lnTo>
                      <a:pt x="505" y="7825"/>
                    </a:lnTo>
                    <a:cubicBezTo>
                      <a:pt x="498" y="7825"/>
                      <a:pt x="492" y="7819"/>
                      <a:pt x="492" y="7812"/>
                    </a:cubicBezTo>
                    <a:cubicBezTo>
                      <a:pt x="492" y="7806"/>
                      <a:pt x="498" y="7800"/>
                      <a:pt x="505" y="7800"/>
                    </a:cubicBezTo>
                    <a:close/>
                    <a:moveTo>
                      <a:pt x="555" y="7800"/>
                    </a:moveTo>
                    <a:lnTo>
                      <a:pt x="555" y="7800"/>
                    </a:lnTo>
                    <a:cubicBezTo>
                      <a:pt x="562" y="7800"/>
                      <a:pt x="567" y="7806"/>
                      <a:pt x="567" y="7812"/>
                    </a:cubicBezTo>
                    <a:cubicBezTo>
                      <a:pt x="567" y="7819"/>
                      <a:pt x="562" y="7825"/>
                      <a:pt x="555" y="7825"/>
                    </a:cubicBezTo>
                    <a:lnTo>
                      <a:pt x="555" y="7825"/>
                    </a:lnTo>
                    <a:cubicBezTo>
                      <a:pt x="548" y="7825"/>
                      <a:pt x="542" y="7819"/>
                      <a:pt x="542" y="7812"/>
                    </a:cubicBezTo>
                    <a:cubicBezTo>
                      <a:pt x="542" y="7806"/>
                      <a:pt x="548" y="7800"/>
                      <a:pt x="555" y="7800"/>
                    </a:cubicBezTo>
                    <a:close/>
                    <a:moveTo>
                      <a:pt x="605" y="7800"/>
                    </a:moveTo>
                    <a:lnTo>
                      <a:pt x="605" y="7800"/>
                    </a:lnTo>
                    <a:cubicBezTo>
                      <a:pt x="612" y="7800"/>
                      <a:pt x="617" y="7806"/>
                      <a:pt x="617" y="7812"/>
                    </a:cubicBezTo>
                    <a:cubicBezTo>
                      <a:pt x="617" y="7819"/>
                      <a:pt x="612" y="7825"/>
                      <a:pt x="605" y="7825"/>
                    </a:cubicBezTo>
                    <a:lnTo>
                      <a:pt x="605" y="7825"/>
                    </a:lnTo>
                    <a:cubicBezTo>
                      <a:pt x="598" y="7825"/>
                      <a:pt x="592" y="7819"/>
                      <a:pt x="592" y="7812"/>
                    </a:cubicBezTo>
                    <a:cubicBezTo>
                      <a:pt x="592" y="7806"/>
                      <a:pt x="598" y="7800"/>
                      <a:pt x="605" y="7800"/>
                    </a:cubicBezTo>
                    <a:close/>
                    <a:moveTo>
                      <a:pt x="655" y="7800"/>
                    </a:moveTo>
                    <a:lnTo>
                      <a:pt x="655" y="7800"/>
                    </a:lnTo>
                    <a:cubicBezTo>
                      <a:pt x="662" y="7800"/>
                      <a:pt x="667" y="7806"/>
                      <a:pt x="667" y="7812"/>
                    </a:cubicBezTo>
                    <a:cubicBezTo>
                      <a:pt x="667" y="7819"/>
                      <a:pt x="662" y="7825"/>
                      <a:pt x="655" y="7825"/>
                    </a:cubicBezTo>
                    <a:lnTo>
                      <a:pt x="655" y="7825"/>
                    </a:lnTo>
                    <a:cubicBezTo>
                      <a:pt x="648" y="7825"/>
                      <a:pt x="642" y="7819"/>
                      <a:pt x="642" y="7812"/>
                    </a:cubicBezTo>
                    <a:cubicBezTo>
                      <a:pt x="642" y="7806"/>
                      <a:pt x="648" y="7800"/>
                      <a:pt x="655" y="7800"/>
                    </a:cubicBezTo>
                    <a:close/>
                    <a:moveTo>
                      <a:pt x="705" y="7800"/>
                    </a:moveTo>
                    <a:lnTo>
                      <a:pt x="705" y="7800"/>
                    </a:lnTo>
                    <a:cubicBezTo>
                      <a:pt x="712" y="7800"/>
                      <a:pt x="717" y="7806"/>
                      <a:pt x="717" y="7812"/>
                    </a:cubicBezTo>
                    <a:cubicBezTo>
                      <a:pt x="717" y="7819"/>
                      <a:pt x="712" y="7825"/>
                      <a:pt x="705" y="7825"/>
                    </a:cubicBezTo>
                    <a:lnTo>
                      <a:pt x="705" y="7825"/>
                    </a:lnTo>
                    <a:cubicBezTo>
                      <a:pt x="698" y="7825"/>
                      <a:pt x="692" y="7819"/>
                      <a:pt x="692" y="7812"/>
                    </a:cubicBezTo>
                    <a:cubicBezTo>
                      <a:pt x="692" y="7806"/>
                      <a:pt x="698" y="7800"/>
                      <a:pt x="705" y="7800"/>
                    </a:cubicBezTo>
                    <a:close/>
                    <a:moveTo>
                      <a:pt x="755" y="7800"/>
                    </a:moveTo>
                    <a:lnTo>
                      <a:pt x="755" y="7800"/>
                    </a:lnTo>
                    <a:cubicBezTo>
                      <a:pt x="762" y="7800"/>
                      <a:pt x="767" y="7806"/>
                      <a:pt x="767" y="7812"/>
                    </a:cubicBezTo>
                    <a:cubicBezTo>
                      <a:pt x="767" y="7819"/>
                      <a:pt x="762" y="7825"/>
                      <a:pt x="755" y="7825"/>
                    </a:cubicBezTo>
                    <a:lnTo>
                      <a:pt x="755" y="7825"/>
                    </a:lnTo>
                    <a:cubicBezTo>
                      <a:pt x="748" y="7825"/>
                      <a:pt x="742" y="7819"/>
                      <a:pt x="742" y="7812"/>
                    </a:cubicBezTo>
                    <a:cubicBezTo>
                      <a:pt x="742" y="7806"/>
                      <a:pt x="748" y="7800"/>
                      <a:pt x="755" y="7800"/>
                    </a:cubicBezTo>
                    <a:close/>
                    <a:moveTo>
                      <a:pt x="805" y="7800"/>
                    </a:moveTo>
                    <a:lnTo>
                      <a:pt x="805" y="7800"/>
                    </a:lnTo>
                    <a:cubicBezTo>
                      <a:pt x="812" y="7800"/>
                      <a:pt x="817" y="7806"/>
                      <a:pt x="817" y="7812"/>
                    </a:cubicBezTo>
                    <a:cubicBezTo>
                      <a:pt x="817" y="7819"/>
                      <a:pt x="812" y="7825"/>
                      <a:pt x="805" y="7825"/>
                    </a:cubicBezTo>
                    <a:lnTo>
                      <a:pt x="805" y="7825"/>
                    </a:lnTo>
                    <a:cubicBezTo>
                      <a:pt x="798" y="7825"/>
                      <a:pt x="792" y="7819"/>
                      <a:pt x="792" y="7812"/>
                    </a:cubicBezTo>
                    <a:cubicBezTo>
                      <a:pt x="792" y="7806"/>
                      <a:pt x="798" y="7800"/>
                      <a:pt x="805" y="7800"/>
                    </a:cubicBezTo>
                    <a:close/>
                    <a:moveTo>
                      <a:pt x="855" y="7800"/>
                    </a:moveTo>
                    <a:lnTo>
                      <a:pt x="855" y="7800"/>
                    </a:lnTo>
                    <a:cubicBezTo>
                      <a:pt x="862" y="7800"/>
                      <a:pt x="867" y="7806"/>
                      <a:pt x="867" y="7812"/>
                    </a:cubicBezTo>
                    <a:cubicBezTo>
                      <a:pt x="867" y="7819"/>
                      <a:pt x="862" y="7825"/>
                      <a:pt x="855" y="7825"/>
                    </a:cubicBezTo>
                    <a:lnTo>
                      <a:pt x="855" y="7825"/>
                    </a:lnTo>
                    <a:cubicBezTo>
                      <a:pt x="848" y="7825"/>
                      <a:pt x="842" y="7819"/>
                      <a:pt x="842" y="7812"/>
                    </a:cubicBezTo>
                    <a:cubicBezTo>
                      <a:pt x="842" y="7806"/>
                      <a:pt x="848" y="7800"/>
                      <a:pt x="855" y="7800"/>
                    </a:cubicBezTo>
                    <a:close/>
                    <a:moveTo>
                      <a:pt x="905" y="7800"/>
                    </a:moveTo>
                    <a:lnTo>
                      <a:pt x="905" y="7800"/>
                    </a:lnTo>
                    <a:cubicBezTo>
                      <a:pt x="912" y="7800"/>
                      <a:pt x="917" y="7806"/>
                      <a:pt x="917" y="7812"/>
                    </a:cubicBezTo>
                    <a:cubicBezTo>
                      <a:pt x="917" y="7819"/>
                      <a:pt x="912" y="7825"/>
                      <a:pt x="905" y="7825"/>
                    </a:cubicBezTo>
                    <a:lnTo>
                      <a:pt x="905" y="7825"/>
                    </a:lnTo>
                    <a:cubicBezTo>
                      <a:pt x="898" y="7825"/>
                      <a:pt x="892" y="7819"/>
                      <a:pt x="892" y="7812"/>
                    </a:cubicBezTo>
                    <a:cubicBezTo>
                      <a:pt x="892" y="7806"/>
                      <a:pt x="898" y="7800"/>
                      <a:pt x="905" y="7800"/>
                    </a:cubicBezTo>
                    <a:close/>
                    <a:moveTo>
                      <a:pt x="955" y="7800"/>
                    </a:moveTo>
                    <a:lnTo>
                      <a:pt x="955" y="7800"/>
                    </a:lnTo>
                    <a:cubicBezTo>
                      <a:pt x="962" y="7800"/>
                      <a:pt x="967" y="7806"/>
                      <a:pt x="967" y="7812"/>
                    </a:cubicBezTo>
                    <a:cubicBezTo>
                      <a:pt x="967" y="7819"/>
                      <a:pt x="962" y="7825"/>
                      <a:pt x="955" y="7825"/>
                    </a:cubicBezTo>
                    <a:lnTo>
                      <a:pt x="955" y="7825"/>
                    </a:lnTo>
                    <a:cubicBezTo>
                      <a:pt x="948" y="7825"/>
                      <a:pt x="942" y="7819"/>
                      <a:pt x="942" y="7812"/>
                    </a:cubicBezTo>
                    <a:cubicBezTo>
                      <a:pt x="942" y="7806"/>
                      <a:pt x="948" y="7800"/>
                      <a:pt x="955" y="7800"/>
                    </a:cubicBezTo>
                    <a:close/>
                    <a:moveTo>
                      <a:pt x="1005" y="7800"/>
                    </a:moveTo>
                    <a:lnTo>
                      <a:pt x="1005" y="7800"/>
                    </a:lnTo>
                    <a:cubicBezTo>
                      <a:pt x="1012" y="7800"/>
                      <a:pt x="1017" y="7806"/>
                      <a:pt x="1017" y="7812"/>
                    </a:cubicBezTo>
                    <a:cubicBezTo>
                      <a:pt x="1017" y="7819"/>
                      <a:pt x="1012" y="7825"/>
                      <a:pt x="1005" y="7825"/>
                    </a:cubicBezTo>
                    <a:lnTo>
                      <a:pt x="1005" y="7825"/>
                    </a:lnTo>
                    <a:cubicBezTo>
                      <a:pt x="998" y="7825"/>
                      <a:pt x="992" y="7819"/>
                      <a:pt x="992" y="7812"/>
                    </a:cubicBezTo>
                    <a:cubicBezTo>
                      <a:pt x="992" y="7806"/>
                      <a:pt x="998" y="7800"/>
                      <a:pt x="1005" y="7800"/>
                    </a:cubicBezTo>
                    <a:close/>
                    <a:moveTo>
                      <a:pt x="1055" y="7800"/>
                    </a:moveTo>
                    <a:lnTo>
                      <a:pt x="1055" y="7800"/>
                    </a:lnTo>
                    <a:cubicBezTo>
                      <a:pt x="1062" y="7800"/>
                      <a:pt x="1067" y="7806"/>
                      <a:pt x="1067" y="7812"/>
                    </a:cubicBezTo>
                    <a:cubicBezTo>
                      <a:pt x="1067" y="7819"/>
                      <a:pt x="1062" y="7825"/>
                      <a:pt x="1055" y="7825"/>
                    </a:cubicBezTo>
                    <a:lnTo>
                      <a:pt x="1055" y="7825"/>
                    </a:lnTo>
                    <a:cubicBezTo>
                      <a:pt x="1048" y="7825"/>
                      <a:pt x="1042" y="7819"/>
                      <a:pt x="1042" y="7812"/>
                    </a:cubicBezTo>
                    <a:cubicBezTo>
                      <a:pt x="1042" y="7806"/>
                      <a:pt x="1048" y="7800"/>
                      <a:pt x="1055" y="7800"/>
                    </a:cubicBezTo>
                    <a:close/>
                    <a:moveTo>
                      <a:pt x="1105" y="7800"/>
                    </a:moveTo>
                    <a:lnTo>
                      <a:pt x="1105" y="7800"/>
                    </a:lnTo>
                    <a:cubicBezTo>
                      <a:pt x="1112" y="7800"/>
                      <a:pt x="1117" y="7806"/>
                      <a:pt x="1117" y="7812"/>
                    </a:cubicBezTo>
                    <a:cubicBezTo>
                      <a:pt x="1117" y="7819"/>
                      <a:pt x="1112" y="7825"/>
                      <a:pt x="1105" y="7825"/>
                    </a:cubicBezTo>
                    <a:lnTo>
                      <a:pt x="1105" y="7825"/>
                    </a:lnTo>
                    <a:cubicBezTo>
                      <a:pt x="1098" y="7825"/>
                      <a:pt x="1092" y="7819"/>
                      <a:pt x="1092" y="7812"/>
                    </a:cubicBezTo>
                    <a:cubicBezTo>
                      <a:pt x="1092" y="7806"/>
                      <a:pt x="1098" y="7800"/>
                      <a:pt x="1105" y="7800"/>
                    </a:cubicBezTo>
                    <a:close/>
                    <a:moveTo>
                      <a:pt x="1155" y="7800"/>
                    </a:moveTo>
                    <a:lnTo>
                      <a:pt x="1155" y="7800"/>
                    </a:lnTo>
                    <a:cubicBezTo>
                      <a:pt x="1162" y="7800"/>
                      <a:pt x="1167" y="7806"/>
                      <a:pt x="1167" y="7812"/>
                    </a:cubicBezTo>
                    <a:cubicBezTo>
                      <a:pt x="1167" y="7819"/>
                      <a:pt x="1162" y="7825"/>
                      <a:pt x="1155" y="7825"/>
                    </a:cubicBezTo>
                    <a:lnTo>
                      <a:pt x="1155" y="7825"/>
                    </a:lnTo>
                    <a:cubicBezTo>
                      <a:pt x="1148" y="7825"/>
                      <a:pt x="1142" y="7819"/>
                      <a:pt x="1142" y="7812"/>
                    </a:cubicBezTo>
                    <a:cubicBezTo>
                      <a:pt x="1142" y="7806"/>
                      <a:pt x="1148" y="7800"/>
                      <a:pt x="1155" y="7800"/>
                    </a:cubicBezTo>
                    <a:close/>
                    <a:moveTo>
                      <a:pt x="1205" y="7800"/>
                    </a:moveTo>
                    <a:lnTo>
                      <a:pt x="1205" y="7800"/>
                    </a:lnTo>
                    <a:cubicBezTo>
                      <a:pt x="1212" y="7800"/>
                      <a:pt x="1217" y="7806"/>
                      <a:pt x="1217" y="7812"/>
                    </a:cubicBezTo>
                    <a:cubicBezTo>
                      <a:pt x="1217" y="7819"/>
                      <a:pt x="1212" y="7825"/>
                      <a:pt x="1205" y="7825"/>
                    </a:cubicBezTo>
                    <a:lnTo>
                      <a:pt x="1205" y="7825"/>
                    </a:lnTo>
                    <a:cubicBezTo>
                      <a:pt x="1198" y="7825"/>
                      <a:pt x="1192" y="7819"/>
                      <a:pt x="1192" y="7812"/>
                    </a:cubicBezTo>
                    <a:cubicBezTo>
                      <a:pt x="1192" y="7806"/>
                      <a:pt x="1198" y="7800"/>
                      <a:pt x="1205" y="7800"/>
                    </a:cubicBezTo>
                    <a:close/>
                    <a:moveTo>
                      <a:pt x="1255" y="7800"/>
                    </a:moveTo>
                    <a:lnTo>
                      <a:pt x="1255" y="7800"/>
                    </a:lnTo>
                    <a:cubicBezTo>
                      <a:pt x="1262" y="7800"/>
                      <a:pt x="1267" y="7806"/>
                      <a:pt x="1267" y="7812"/>
                    </a:cubicBezTo>
                    <a:cubicBezTo>
                      <a:pt x="1267" y="7819"/>
                      <a:pt x="1262" y="7825"/>
                      <a:pt x="1255" y="7825"/>
                    </a:cubicBezTo>
                    <a:lnTo>
                      <a:pt x="1255" y="7825"/>
                    </a:lnTo>
                    <a:cubicBezTo>
                      <a:pt x="1248" y="7825"/>
                      <a:pt x="1242" y="7819"/>
                      <a:pt x="1242" y="7812"/>
                    </a:cubicBezTo>
                    <a:cubicBezTo>
                      <a:pt x="1242" y="7806"/>
                      <a:pt x="1248" y="7800"/>
                      <a:pt x="1255" y="7800"/>
                    </a:cubicBezTo>
                    <a:close/>
                    <a:moveTo>
                      <a:pt x="1305" y="7800"/>
                    </a:moveTo>
                    <a:lnTo>
                      <a:pt x="1305" y="7800"/>
                    </a:lnTo>
                    <a:cubicBezTo>
                      <a:pt x="1312" y="7800"/>
                      <a:pt x="1317" y="7806"/>
                      <a:pt x="1317" y="7812"/>
                    </a:cubicBezTo>
                    <a:cubicBezTo>
                      <a:pt x="1317" y="7819"/>
                      <a:pt x="1312" y="7825"/>
                      <a:pt x="1305" y="7825"/>
                    </a:cubicBezTo>
                    <a:lnTo>
                      <a:pt x="1305" y="7825"/>
                    </a:lnTo>
                    <a:cubicBezTo>
                      <a:pt x="1298" y="7825"/>
                      <a:pt x="1292" y="7819"/>
                      <a:pt x="1292" y="7812"/>
                    </a:cubicBezTo>
                    <a:cubicBezTo>
                      <a:pt x="1292" y="7806"/>
                      <a:pt x="1298" y="7800"/>
                      <a:pt x="1305" y="7800"/>
                    </a:cubicBezTo>
                    <a:close/>
                    <a:moveTo>
                      <a:pt x="1355" y="7800"/>
                    </a:moveTo>
                    <a:lnTo>
                      <a:pt x="1355" y="7800"/>
                    </a:lnTo>
                    <a:cubicBezTo>
                      <a:pt x="1362" y="7800"/>
                      <a:pt x="1368" y="7806"/>
                      <a:pt x="1368" y="7812"/>
                    </a:cubicBezTo>
                    <a:cubicBezTo>
                      <a:pt x="1368" y="7819"/>
                      <a:pt x="1362" y="7825"/>
                      <a:pt x="1355" y="7825"/>
                    </a:cubicBezTo>
                    <a:lnTo>
                      <a:pt x="1355" y="7825"/>
                    </a:lnTo>
                    <a:cubicBezTo>
                      <a:pt x="1348" y="7825"/>
                      <a:pt x="1343" y="7819"/>
                      <a:pt x="1343" y="7812"/>
                    </a:cubicBezTo>
                    <a:cubicBezTo>
                      <a:pt x="1343" y="7806"/>
                      <a:pt x="1348" y="7800"/>
                      <a:pt x="1355" y="7800"/>
                    </a:cubicBezTo>
                    <a:close/>
                    <a:moveTo>
                      <a:pt x="1390" y="7802"/>
                    </a:moveTo>
                    <a:lnTo>
                      <a:pt x="1390" y="7802"/>
                    </a:lnTo>
                    <a:cubicBezTo>
                      <a:pt x="1393" y="7796"/>
                      <a:pt x="1400" y="7793"/>
                      <a:pt x="1406" y="7795"/>
                    </a:cubicBezTo>
                    <a:cubicBezTo>
                      <a:pt x="1413" y="7798"/>
                      <a:pt x="1416" y="7805"/>
                      <a:pt x="1413" y="7812"/>
                    </a:cubicBezTo>
                    <a:lnTo>
                      <a:pt x="1413" y="7812"/>
                    </a:lnTo>
                    <a:cubicBezTo>
                      <a:pt x="1410" y="7818"/>
                      <a:pt x="1403" y="7821"/>
                      <a:pt x="1397" y="7819"/>
                    </a:cubicBezTo>
                    <a:cubicBezTo>
                      <a:pt x="1390" y="7816"/>
                      <a:pt x="1387" y="7809"/>
                      <a:pt x="1390" y="7802"/>
                    </a:cubicBezTo>
                    <a:close/>
                    <a:moveTo>
                      <a:pt x="1411" y="7757"/>
                    </a:moveTo>
                    <a:lnTo>
                      <a:pt x="1411" y="7757"/>
                    </a:lnTo>
                    <a:cubicBezTo>
                      <a:pt x="1414" y="7750"/>
                      <a:pt x="1421" y="7747"/>
                      <a:pt x="1427" y="7750"/>
                    </a:cubicBezTo>
                    <a:cubicBezTo>
                      <a:pt x="1434" y="7753"/>
                      <a:pt x="1437" y="7760"/>
                      <a:pt x="1434" y="7766"/>
                    </a:cubicBezTo>
                    <a:lnTo>
                      <a:pt x="1434" y="7766"/>
                    </a:lnTo>
                    <a:cubicBezTo>
                      <a:pt x="1432" y="7773"/>
                      <a:pt x="1424" y="7776"/>
                      <a:pt x="1418" y="7773"/>
                    </a:cubicBezTo>
                    <a:cubicBezTo>
                      <a:pt x="1411" y="7771"/>
                      <a:pt x="1408" y="7763"/>
                      <a:pt x="1411" y="7757"/>
                    </a:cubicBezTo>
                    <a:close/>
                    <a:moveTo>
                      <a:pt x="1432" y="7711"/>
                    </a:moveTo>
                    <a:lnTo>
                      <a:pt x="1432" y="7711"/>
                    </a:lnTo>
                    <a:cubicBezTo>
                      <a:pt x="1435" y="7705"/>
                      <a:pt x="1442" y="7702"/>
                      <a:pt x="1449" y="7705"/>
                    </a:cubicBezTo>
                    <a:cubicBezTo>
                      <a:pt x="1455" y="7707"/>
                      <a:pt x="1458" y="7715"/>
                      <a:pt x="1455" y="7721"/>
                    </a:cubicBezTo>
                    <a:lnTo>
                      <a:pt x="1455" y="7721"/>
                    </a:lnTo>
                    <a:cubicBezTo>
                      <a:pt x="1453" y="7727"/>
                      <a:pt x="1445" y="7730"/>
                      <a:pt x="1439" y="7728"/>
                    </a:cubicBezTo>
                    <a:cubicBezTo>
                      <a:pt x="1433" y="7725"/>
                      <a:pt x="1430" y="7718"/>
                      <a:pt x="1432" y="7711"/>
                    </a:cubicBezTo>
                    <a:close/>
                    <a:moveTo>
                      <a:pt x="1453" y="7666"/>
                    </a:moveTo>
                    <a:lnTo>
                      <a:pt x="1453" y="7666"/>
                    </a:lnTo>
                    <a:cubicBezTo>
                      <a:pt x="1456" y="7660"/>
                      <a:pt x="1463" y="7657"/>
                      <a:pt x="1470" y="7659"/>
                    </a:cubicBezTo>
                    <a:cubicBezTo>
                      <a:pt x="1476" y="7662"/>
                      <a:pt x="1479" y="7669"/>
                      <a:pt x="1476" y="7676"/>
                    </a:cubicBezTo>
                    <a:lnTo>
                      <a:pt x="1476" y="7676"/>
                    </a:lnTo>
                    <a:cubicBezTo>
                      <a:pt x="1474" y="7682"/>
                      <a:pt x="1466" y="7685"/>
                      <a:pt x="1460" y="7682"/>
                    </a:cubicBezTo>
                    <a:cubicBezTo>
                      <a:pt x="1454" y="7680"/>
                      <a:pt x="1451" y="7672"/>
                      <a:pt x="1453" y="7666"/>
                    </a:cubicBezTo>
                    <a:close/>
                    <a:moveTo>
                      <a:pt x="1474" y="7621"/>
                    </a:moveTo>
                    <a:lnTo>
                      <a:pt x="1474" y="7621"/>
                    </a:lnTo>
                    <a:cubicBezTo>
                      <a:pt x="1477" y="7614"/>
                      <a:pt x="1484" y="7611"/>
                      <a:pt x="1491" y="7614"/>
                    </a:cubicBezTo>
                    <a:cubicBezTo>
                      <a:pt x="1497" y="7617"/>
                      <a:pt x="1500" y="7624"/>
                      <a:pt x="1497" y="7630"/>
                    </a:cubicBezTo>
                    <a:lnTo>
                      <a:pt x="1497" y="7630"/>
                    </a:lnTo>
                    <a:cubicBezTo>
                      <a:pt x="1495" y="7637"/>
                      <a:pt x="1487" y="7640"/>
                      <a:pt x="1481" y="7637"/>
                    </a:cubicBezTo>
                    <a:cubicBezTo>
                      <a:pt x="1475" y="7634"/>
                      <a:pt x="1472" y="7627"/>
                      <a:pt x="1474" y="7621"/>
                    </a:cubicBezTo>
                    <a:close/>
                    <a:moveTo>
                      <a:pt x="1495" y="7575"/>
                    </a:moveTo>
                    <a:lnTo>
                      <a:pt x="1495" y="7575"/>
                    </a:lnTo>
                    <a:cubicBezTo>
                      <a:pt x="1498" y="7569"/>
                      <a:pt x="1505" y="7566"/>
                      <a:pt x="1512" y="7569"/>
                    </a:cubicBezTo>
                    <a:cubicBezTo>
                      <a:pt x="1518" y="7571"/>
                      <a:pt x="1521" y="7579"/>
                      <a:pt x="1519" y="7585"/>
                    </a:cubicBezTo>
                    <a:lnTo>
                      <a:pt x="1518" y="7585"/>
                    </a:lnTo>
                    <a:cubicBezTo>
                      <a:pt x="1516" y="7591"/>
                      <a:pt x="1509" y="7594"/>
                      <a:pt x="1502" y="7592"/>
                    </a:cubicBezTo>
                    <a:cubicBezTo>
                      <a:pt x="1496" y="7589"/>
                      <a:pt x="1493" y="7582"/>
                      <a:pt x="1495" y="7575"/>
                    </a:cubicBezTo>
                    <a:close/>
                    <a:moveTo>
                      <a:pt x="1517" y="7530"/>
                    </a:moveTo>
                    <a:lnTo>
                      <a:pt x="1517" y="7530"/>
                    </a:lnTo>
                    <a:cubicBezTo>
                      <a:pt x="1519" y="7524"/>
                      <a:pt x="1526" y="7521"/>
                      <a:pt x="1533" y="7523"/>
                    </a:cubicBezTo>
                    <a:cubicBezTo>
                      <a:pt x="1539" y="7526"/>
                      <a:pt x="1542" y="7533"/>
                      <a:pt x="1540" y="7540"/>
                    </a:cubicBezTo>
                    <a:lnTo>
                      <a:pt x="1540" y="7540"/>
                    </a:lnTo>
                    <a:cubicBezTo>
                      <a:pt x="1537" y="7546"/>
                      <a:pt x="1530" y="7549"/>
                      <a:pt x="1523" y="7546"/>
                    </a:cubicBezTo>
                    <a:cubicBezTo>
                      <a:pt x="1517" y="7544"/>
                      <a:pt x="1514" y="7536"/>
                      <a:pt x="1517" y="7530"/>
                    </a:cubicBezTo>
                    <a:close/>
                    <a:moveTo>
                      <a:pt x="1538" y="7485"/>
                    </a:moveTo>
                    <a:lnTo>
                      <a:pt x="1538" y="7485"/>
                    </a:lnTo>
                    <a:cubicBezTo>
                      <a:pt x="1540" y="7478"/>
                      <a:pt x="1548" y="7475"/>
                      <a:pt x="1554" y="7478"/>
                    </a:cubicBezTo>
                    <a:cubicBezTo>
                      <a:pt x="1560" y="7481"/>
                      <a:pt x="1563" y="7488"/>
                      <a:pt x="1561" y="7494"/>
                    </a:cubicBezTo>
                    <a:lnTo>
                      <a:pt x="1561" y="7494"/>
                    </a:lnTo>
                    <a:cubicBezTo>
                      <a:pt x="1558" y="7501"/>
                      <a:pt x="1551" y="7504"/>
                      <a:pt x="1544" y="7501"/>
                    </a:cubicBezTo>
                    <a:cubicBezTo>
                      <a:pt x="1538" y="7498"/>
                      <a:pt x="1535" y="7491"/>
                      <a:pt x="1538" y="7485"/>
                    </a:cubicBezTo>
                    <a:close/>
                    <a:moveTo>
                      <a:pt x="1559" y="7439"/>
                    </a:moveTo>
                    <a:lnTo>
                      <a:pt x="1559" y="7439"/>
                    </a:lnTo>
                    <a:cubicBezTo>
                      <a:pt x="1561" y="7433"/>
                      <a:pt x="1569" y="7430"/>
                      <a:pt x="1575" y="7433"/>
                    </a:cubicBezTo>
                    <a:cubicBezTo>
                      <a:pt x="1581" y="7435"/>
                      <a:pt x="1584" y="7442"/>
                      <a:pt x="1582" y="7449"/>
                    </a:cubicBezTo>
                    <a:lnTo>
                      <a:pt x="1582" y="7449"/>
                    </a:lnTo>
                    <a:cubicBezTo>
                      <a:pt x="1579" y="7455"/>
                      <a:pt x="1572" y="7458"/>
                      <a:pt x="1565" y="7456"/>
                    </a:cubicBezTo>
                    <a:cubicBezTo>
                      <a:pt x="1559" y="7453"/>
                      <a:pt x="1556" y="7446"/>
                      <a:pt x="1559" y="7439"/>
                    </a:cubicBezTo>
                    <a:close/>
                    <a:moveTo>
                      <a:pt x="1580" y="7394"/>
                    </a:moveTo>
                    <a:lnTo>
                      <a:pt x="1580" y="7394"/>
                    </a:lnTo>
                    <a:cubicBezTo>
                      <a:pt x="1582" y="7388"/>
                      <a:pt x="1590" y="7385"/>
                      <a:pt x="1596" y="7387"/>
                    </a:cubicBezTo>
                    <a:cubicBezTo>
                      <a:pt x="1602" y="7390"/>
                      <a:pt x="1605" y="7397"/>
                      <a:pt x="1603" y="7404"/>
                    </a:cubicBezTo>
                    <a:lnTo>
                      <a:pt x="1603" y="7404"/>
                    </a:lnTo>
                    <a:cubicBezTo>
                      <a:pt x="1600" y="7410"/>
                      <a:pt x="1593" y="7413"/>
                      <a:pt x="1586" y="7410"/>
                    </a:cubicBezTo>
                    <a:cubicBezTo>
                      <a:pt x="1580" y="7408"/>
                      <a:pt x="1577" y="7400"/>
                      <a:pt x="1580" y="7394"/>
                    </a:cubicBezTo>
                    <a:close/>
                    <a:moveTo>
                      <a:pt x="1601" y="7349"/>
                    </a:moveTo>
                    <a:lnTo>
                      <a:pt x="1601" y="7349"/>
                    </a:lnTo>
                    <a:cubicBezTo>
                      <a:pt x="1603" y="7342"/>
                      <a:pt x="1611" y="7339"/>
                      <a:pt x="1617" y="7342"/>
                    </a:cubicBezTo>
                    <a:cubicBezTo>
                      <a:pt x="1624" y="7344"/>
                      <a:pt x="1627" y="7352"/>
                      <a:pt x="1624" y="7358"/>
                    </a:cubicBezTo>
                    <a:lnTo>
                      <a:pt x="1624" y="7358"/>
                    </a:lnTo>
                    <a:cubicBezTo>
                      <a:pt x="1621" y="7365"/>
                      <a:pt x="1614" y="7368"/>
                      <a:pt x="1608" y="7365"/>
                    </a:cubicBezTo>
                    <a:cubicBezTo>
                      <a:pt x="1601" y="7362"/>
                      <a:pt x="1598" y="7355"/>
                      <a:pt x="1601" y="7349"/>
                    </a:cubicBezTo>
                    <a:close/>
                    <a:moveTo>
                      <a:pt x="1622" y="7303"/>
                    </a:moveTo>
                    <a:lnTo>
                      <a:pt x="1622" y="7303"/>
                    </a:lnTo>
                    <a:cubicBezTo>
                      <a:pt x="1625" y="7297"/>
                      <a:pt x="1632" y="7294"/>
                      <a:pt x="1638" y="7296"/>
                    </a:cubicBezTo>
                    <a:cubicBezTo>
                      <a:pt x="1645" y="7299"/>
                      <a:pt x="1648" y="7306"/>
                      <a:pt x="1645" y="7313"/>
                    </a:cubicBezTo>
                    <a:lnTo>
                      <a:pt x="1645" y="7313"/>
                    </a:lnTo>
                    <a:cubicBezTo>
                      <a:pt x="1642" y="7319"/>
                      <a:pt x="1635" y="7322"/>
                      <a:pt x="1629" y="7320"/>
                    </a:cubicBezTo>
                    <a:cubicBezTo>
                      <a:pt x="1622" y="7317"/>
                      <a:pt x="1619" y="7310"/>
                      <a:pt x="1622" y="7303"/>
                    </a:cubicBezTo>
                    <a:close/>
                    <a:moveTo>
                      <a:pt x="1643" y="7258"/>
                    </a:moveTo>
                    <a:lnTo>
                      <a:pt x="1643" y="7258"/>
                    </a:lnTo>
                    <a:cubicBezTo>
                      <a:pt x="1646" y="7251"/>
                      <a:pt x="1653" y="7248"/>
                      <a:pt x="1659" y="7251"/>
                    </a:cubicBezTo>
                    <a:cubicBezTo>
                      <a:pt x="1666" y="7254"/>
                      <a:pt x="1669" y="7261"/>
                      <a:pt x="1666" y="7267"/>
                    </a:cubicBezTo>
                    <a:lnTo>
                      <a:pt x="1666" y="7267"/>
                    </a:lnTo>
                    <a:cubicBezTo>
                      <a:pt x="1663" y="7274"/>
                      <a:pt x="1656" y="7277"/>
                      <a:pt x="1650" y="7274"/>
                    </a:cubicBezTo>
                    <a:cubicBezTo>
                      <a:pt x="1643" y="7272"/>
                      <a:pt x="1640" y="7264"/>
                      <a:pt x="1643" y="7258"/>
                    </a:cubicBezTo>
                    <a:close/>
                    <a:moveTo>
                      <a:pt x="1664" y="7212"/>
                    </a:moveTo>
                    <a:lnTo>
                      <a:pt x="1664" y="7212"/>
                    </a:lnTo>
                    <a:cubicBezTo>
                      <a:pt x="1667" y="7206"/>
                      <a:pt x="1674" y="7203"/>
                      <a:pt x="1680" y="7206"/>
                    </a:cubicBezTo>
                    <a:cubicBezTo>
                      <a:pt x="1687" y="7208"/>
                      <a:pt x="1690" y="7216"/>
                      <a:pt x="1687" y="7222"/>
                    </a:cubicBezTo>
                    <a:lnTo>
                      <a:pt x="1687" y="7222"/>
                    </a:lnTo>
                    <a:cubicBezTo>
                      <a:pt x="1684" y="7228"/>
                      <a:pt x="1677" y="7231"/>
                      <a:pt x="1671" y="7229"/>
                    </a:cubicBezTo>
                    <a:cubicBezTo>
                      <a:pt x="1664" y="7226"/>
                      <a:pt x="1661" y="7219"/>
                      <a:pt x="1664" y="7212"/>
                    </a:cubicBezTo>
                    <a:close/>
                    <a:moveTo>
                      <a:pt x="1685" y="7167"/>
                    </a:moveTo>
                    <a:lnTo>
                      <a:pt x="1685" y="7167"/>
                    </a:lnTo>
                    <a:cubicBezTo>
                      <a:pt x="1688" y="7161"/>
                      <a:pt x="1695" y="7158"/>
                      <a:pt x="1702" y="7160"/>
                    </a:cubicBezTo>
                    <a:cubicBezTo>
                      <a:pt x="1708" y="7163"/>
                      <a:pt x="1711" y="7170"/>
                      <a:pt x="1708" y="7177"/>
                    </a:cubicBezTo>
                    <a:lnTo>
                      <a:pt x="1708" y="7177"/>
                    </a:lnTo>
                    <a:cubicBezTo>
                      <a:pt x="1706" y="7183"/>
                      <a:pt x="1698" y="7186"/>
                      <a:pt x="1692" y="7183"/>
                    </a:cubicBezTo>
                    <a:cubicBezTo>
                      <a:pt x="1686" y="7181"/>
                      <a:pt x="1683" y="7173"/>
                      <a:pt x="1685" y="7167"/>
                    </a:cubicBezTo>
                    <a:close/>
                    <a:moveTo>
                      <a:pt x="1706" y="7122"/>
                    </a:moveTo>
                    <a:lnTo>
                      <a:pt x="1706" y="7122"/>
                    </a:lnTo>
                    <a:cubicBezTo>
                      <a:pt x="1709" y="7115"/>
                      <a:pt x="1716" y="7112"/>
                      <a:pt x="1723" y="7115"/>
                    </a:cubicBezTo>
                    <a:cubicBezTo>
                      <a:pt x="1729" y="7118"/>
                      <a:pt x="1732" y="7125"/>
                      <a:pt x="1729" y="7131"/>
                    </a:cubicBezTo>
                    <a:lnTo>
                      <a:pt x="1729" y="7131"/>
                    </a:lnTo>
                    <a:cubicBezTo>
                      <a:pt x="1727" y="7138"/>
                      <a:pt x="1719" y="7141"/>
                      <a:pt x="1713" y="7138"/>
                    </a:cubicBezTo>
                    <a:cubicBezTo>
                      <a:pt x="1707" y="7135"/>
                      <a:pt x="1704" y="7128"/>
                      <a:pt x="1706" y="7122"/>
                    </a:cubicBezTo>
                    <a:close/>
                    <a:moveTo>
                      <a:pt x="1727" y="7076"/>
                    </a:moveTo>
                    <a:lnTo>
                      <a:pt x="1727" y="7076"/>
                    </a:lnTo>
                    <a:cubicBezTo>
                      <a:pt x="1730" y="7070"/>
                      <a:pt x="1737" y="7067"/>
                      <a:pt x="1744" y="7070"/>
                    </a:cubicBezTo>
                    <a:cubicBezTo>
                      <a:pt x="1750" y="7072"/>
                      <a:pt x="1753" y="7080"/>
                      <a:pt x="1750" y="7086"/>
                    </a:cubicBezTo>
                    <a:lnTo>
                      <a:pt x="1750" y="7086"/>
                    </a:lnTo>
                    <a:cubicBezTo>
                      <a:pt x="1748" y="7092"/>
                      <a:pt x="1740" y="7095"/>
                      <a:pt x="1734" y="7093"/>
                    </a:cubicBezTo>
                    <a:cubicBezTo>
                      <a:pt x="1728" y="7090"/>
                      <a:pt x="1725" y="7083"/>
                      <a:pt x="1727" y="7076"/>
                    </a:cubicBezTo>
                    <a:close/>
                    <a:moveTo>
                      <a:pt x="1748" y="7031"/>
                    </a:moveTo>
                    <a:lnTo>
                      <a:pt x="1748" y="7031"/>
                    </a:lnTo>
                    <a:cubicBezTo>
                      <a:pt x="1751" y="7025"/>
                      <a:pt x="1758" y="7022"/>
                      <a:pt x="1765" y="7024"/>
                    </a:cubicBezTo>
                    <a:cubicBezTo>
                      <a:pt x="1771" y="7027"/>
                      <a:pt x="1774" y="7034"/>
                      <a:pt x="1771" y="7041"/>
                    </a:cubicBezTo>
                    <a:lnTo>
                      <a:pt x="1771" y="7041"/>
                    </a:lnTo>
                    <a:cubicBezTo>
                      <a:pt x="1769" y="7047"/>
                      <a:pt x="1762" y="7050"/>
                      <a:pt x="1755" y="7047"/>
                    </a:cubicBezTo>
                    <a:cubicBezTo>
                      <a:pt x="1749" y="7045"/>
                      <a:pt x="1746" y="7037"/>
                      <a:pt x="1748" y="7031"/>
                    </a:cubicBezTo>
                    <a:close/>
                    <a:moveTo>
                      <a:pt x="1769" y="6986"/>
                    </a:moveTo>
                    <a:lnTo>
                      <a:pt x="1769" y="6986"/>
                    </a:lnTo>
                    <a:cubicBezTo>
                      <a:pt x="1772" y="6979"/>
                      <a:pt x="1779" y="6976"/>
                      <a:pt x="1786" y="6979"/>
                    </a:cubicBezTo>
                    <a:cubicBezTo>
                      <a:pt x="1792" y="6982"/>
                      <a:pt x="1795" y="6989"/>
                      <a:pt x="1793" y="6995"/>
                    </a:cubicBezTo>
                    <a:lnTo>
                      <a:pt x="1793" y="6995"/>
                    </a:lnTo>
                    <a:cubicBezTo>
                      <a:pt x="1790" y="7002"/>
                      <a:pt x="1783" y="7005"/>
                      <a:pt x="1776" y="7002"/>
                    </a:cubicBezTo>
                    <a:cubicBezTo>
                      <a:pt x="1770" y="6999"/>
                      <a:pt x="1767" y="6992"/>
                      <a:pt x="1769" y="6986"/>
                    </a:cubicBezTo>
                    <a:close/>
                    <a:moveTo>
                      <a:pt x="1791" y="6940"/>
                    </a:moveTo>
                    <a:lnTo>
                      <a:pt x="1791" y="6940"/>
                    </a:lnTo>
                    <a:cubicBezTo>
                      <a:pt x="1793" y="6934"/>
                      <a:pt x="1801" y="6931"/>
                      <a:pt x="1807" y="6933"/>
                    </a:cubicBezTo>
                    <a:cubicBezTo>
                      <a:pt x="1813" y="6936"/>
                      <a:pt x="1816" y="6943"/>
                      <a:pt x="1814" y="6950"/>
                    </a:cubicBezTo>
                    <a:lnTo>
                      <a:pt x="1814" y="6950"/>
                    </a:lnTo>
                    <a:cubicBezTo>
                      <a:pt x="1811" y="6956"/>
                      <a:pt x="1804" y="6959"/>
                      <a:pt x="1797" y="6957"/>
                    </a:cubicBezTo>
                    <a:cubicBezTo>
                      <a:pt x="1791" y="6954"/>
                      <a:pt x="1788" y="6947"/>
                      <a:pt x="1791" y="6940"/>
                    </a:cubicBezTo>
                    <a:close/>
                    <a:moveTo>
                      <a:pt x="1812" y="6895"/>
                    </a:moveTo>
                    <a:lnTo>
                      <a:pt x="1812" y="6895"/>
                    </a:lnTo>
                    <a:cubicBezTo>
                      <a:pt x="1814" y="6888"/>
                      <a:pt x="1822" y="6885"/>
                      <a:pt x="1828" y="6888"/>
                    </a:cubicBezTo>
                    <a:cubicBezTo>
                      <a:pt x="1834" y="6891"/>
                      <a:pt x="1837" y="6898"/>
                      <a:pt x="1835" y="6904"/>
                    </a:cubicBezTo>
                    <a:lnTo>
                      <a:pt x="1835" y="6904"/>
                    </a:lnTo>
                    <a:cubicBezTo>
                      <a:pt x="1832" y="6911"/>
                      <a:pt x="1825" y="6914"/>
                      <a:pt x="1818" y="6911"/>
                    </a:cubicBezTo>
                    <a:cubicBezTo>
                      <a:pt x="1812" y="6909"/>
                      <a:pt x="1809" y="6901"/>
                      <a:pt x="1812" y="6895"/>
                    </a:cubicBezTo>
                    <a:close/>
                    <a:moveTo>
                      <a:pt x="1833" y="6850"/>
                    </a:moveTo>
                    <a:lnTo>
                      <a:pt x="1833" y="6849"/>
                    </a:lnTo>
                    <a:cubicBezTo>
                      <a:pt x="1835" y="6843"/>
                      <a:pt x="1843" y="6840"/>
                      <a:pt x="1849" y="6843"/>
                    </a:cubicBezTo>
                    <a:cubicBezTo>
                      <a:pt x="1855" y="6845"/>
                      <a:pt x="1858" y="6853"/>
                      <a:pt x="1856" y="6859"/>
                    </a:cubicBezTo>
                    <a:lnTo>
                      <a:pt x="1856" y="6859"/>
                    </a:lnTo>
                    <a:cubicBezTo>
                      <a:pt x="1853" y="6866"/>
                      <a:pt x="1846" y="6869"/>
                      <a:pt x="1839" y="6866"/>
                    </a:cubicBezTo>
                    <a:cubicBezTo>
                      <a:pt x="1833" y="6863"/>
                      <a:pt x="1830" y="6856"/>
                      <a:pt x="1833" y="6850"/>
                    </a:cubicBezTo>
                    <a:close/>
                    <a:moveTo>
                      <a:pt x="1854" y="6804"/>
                    </a:moveTo>
                    <a:lnTo>
                      <a:pt x="1854" y="6804"/>
                    </a:lnTo>
                    <a:cubicBezTo>
                      <a:pt x="1856" y="6798"/>
                      <a:pt x="1864" y="6795"/>
                      <a:pt x="1870" y="6797"/>
                    </a:cubicBezTo>
                    <a:cubicBezTo>
                      <a:pt x="1877" y="6800"/>
                      <a:pt x="1880" y="6807"/>
                      <a:pt x="1877" y="6814"/>
                    </a:cubicBezTo>
                    <a:lnTo>
                      <a:pt x="1877" y="6814"/>
                    </a:lnTo>
                    <a:cubicBezTo>
                      <a:pt x="1874" y="6820"/>
                      <a:pt x="1867" y="6823"/>
                      <a:pt x="1861" y="6820"/>
                    </a:cubicBezTo>
                    <a:cubicBezTo>
                      <a:pt x="1854" y="6818"/>
                      <a:pt x="1851" y="6811"/>
                      <a:pt x="1854" y="6804"/>
                    </a:cubicBezTo>
                    <a:close/>
                    <a:moveTo>
                      <a:pt x="1875" y="6759"/>
                    </a:moveTo>
                    <a:lnTo>
                      <a:pt x="1875" y="6759"/>
                    </a:lnTo>
                    <a:cubicBezTo>
                      <a:pt x="1878" y="6752"/>
                      <a:pt x="1885" y="6749"/>
                      <a:pt x="1891" y="6752"/>
                    </a:cubicBezTo>
                    <a:cubicBezTo>
                      <a:pt x="1898" y="6755"/>
                      <a:pt x="1901" y="6762"/>
                      <a:pt x="1898" y="6768"/>
                    </a:cubicBezTo>
                    <a:lnTo>
                      <a:pt x="1898" y="6768"/>
                    </a:lnTo>
                    <a:cubicBezTo>
                      <a:pt x="1895" y="6775"/>
                      <a:pt x="1888" y="6778"/>
                      <a:pt x="1882" y="6775"/>
                    </a:cubicBezTo>
                    <a:cubicBezTo>
                      <a:pt x="1875" y="6772"/>
                      <a:pt x="1872" y="6765"/>
                      <a:pt x="1875" y="6759"/>
                    </a:cubicBezTo>
                    <a:close/>
                    <a:moveTo>
                      <a:pt x="1896" y="6713"/>
                    </a:moveTo>
                    <a:lnTo>
                      <a:pt x="1896" y="6713"/>
                    </a:lnTo>
                    <a:cubicBezTo>
                      <a:pt x="1899" y="6707"/>
                      <a:pt x="1906" y="6704"/>
                      <a:pt x="1912" y="6707"/>
                    </a:cubicBezTo>
                    <a:cubicBezTo>
                      <a:pt x="1919" y="6709"/>
                      <a:pt x="1922" y="6717"/>
                      <a:pt x="1919" y="6723"/>
                    </a:cubicBezTo>
                    <a:lnTo>
                      <a:pt x="1919" y="6723"/>
                    </a:lnTo>
                    <a:cubicBezTo>
                      <a:pt x="1916" y="6729"/>
                      <a:pt x="1909" y="6732"/>
                      <a:pt x="1903" y="6730"/>
                    </a:cubicBezTo>
                    <a:cubicBezTo>
                      <a:pt x="1896" y="6727"/>
                      <a:pt x="1893" y="6720"/>
                      <a:pt x="1896" y="6713"/>
                    </a:cubicBezTo>
                    <a:close/>
                    <a:moveTo>
                      <a:pt x="1917" y="6668"/>
                    </a:moveTo>
                    <a:lnTo>
                      <a:pt x="1917" y="6668"/>
                    </a:lnTo>
                    <a:cubicBezTo>
                      <a:pt x="1920" y="6662"/>
                      <a:pt x="1927" y="6659"/>
                      <a:pt x="1933" y="6661"/>
                    </a:cubicBezTo>
                    <a:cubicBezTo>
                      <a:pt x="1940" y="6664"/>
                      <a:pt x="1943" y="6671"/>
                      <a:pt x="1940" y="6678"/>
                    </a:cubicBezTo>
                    <a:lnTo>
                      <a:pt x="1940" y="6678"/>
                    </a:lnTo>
                    <a:cubicBezTo>
                      <a:pt x="1937" y="6684"/>
                      <a:pt x="1930" y="6687"/>
                      <a:pt x="1924" y="6684"/>
                    </a:cubicBezTo>
                    <a:cubicBezTo>
                      <a:pt x="1917" y="6682"/>
                      <a:pt x="1914" y="6674"/>
                      <a:pt x="1917" y="6668"/>
                    </a:cubicBezTo>
                    <a:close/>
                    <a:moveTo>
                      <a:pt x="1938" y="6623"/>
                    </a:moveTo>
                    <a:lnTo>
                      <a:pt x="1938" y="6623"/>
                    </a:lnTo>
                    <a:cubicBezTo>
                      <a:pt x="1941" y="6616"/>
                      <a:pt x="1948" y="6613"/>
                      <a:pt x="1954" y="6616"/>
                    </a:cubicBezTo>
                    <a:cubicBezTo>
                      <a:pt x="1961" y="6619"/>
                      <a:pt x="1964" y="6626"/>
                      <a:pt x="1961" y="6632"/>
                    </a:cubicBezTo>
                    <a:lnTo>
                      <a:pt x="1961" y="6632"/>
                    </a:lnTo>
                    <a:cubicBezTo>
                      <a:pt x="1959" y="6639"/>
                      <a:pt x="1951" y="6642"/>
                      <a:pt x="1945" y="6639"/>
                    </a:cubicBezTo>
                    <a:cubicBezTo>
                      <a:pt x="1939" y="6636"/>
                      <a:pt x="1935" y="6629"/>
                      <a:pt x="1938" y="6623"/>
                    </a:cubicBezTo>
                    <a:close/>
                    <a:moveTo>
                      <a:pt x="1959" y="6577"/>
                    </a:moveTo>
                    <a:lnTo>
                      <a:pt x="1959" y="6577"/>
                    </a:lnTo>
                    <a:cubicBezTo>
                      <a:pt x="1962" y="6571"/>
                      <a:pt x="1969" y="6568"/>
                      <a:pt x="1976" y="6571"/>
                    </a:cubicBezTo>
                    <a:cubicBezTo>
                      <a:pt x="1982" y="6573"/>
                      <a:pt x="1985" y="6581"/>
                      <a:pt x="1982" y="6587"/>
                    </a:cubicBezTo>
                    <a:lnTo>
                      <a:pt x="1982" y="6587"/>
                    </a:lnTo>
                    <a:cubicBezTo>
                      <a:pt x="1980" y="6593"/>
                      <a:pt x="1972" y="6596"/>
                      <a:pt x="1966" y="6594"/>
                    </a:cubicBezTo>
                    <a:cubicBezTo>
                      <a:pt x="1960" y="6591"/>
                      <a:pt x="1957" y="6584"/>
                      <a:pt x="1959" y="6577"/>
                    </a:cubicBezTo>
                    <a:close/>
                    <a:moveTo>
                      <a:pt x="1980" y="6532"/>
                    </a:moveTo>
                    <a:lnTo>
                      <a:pt x="1980" y="6532"/>
                    </a:lnTo>
                    <a:cubicBezTo>
                      <a:pt x="1983" y="6526"/>
                      <a:pt x="1990" y="6523"/>
                      <a:pt x="1997" y="6525"/>
                    </a:cubicBezTo>
                    <a:cubicBezTo>
                      <a:pt x="2003" y="6528"/>
                      <a:pt x="2006" y="6535"/>
                      <a:pt x="2003" y="6542"/>
                    </a:cubicBezTo>
                    <a:lnTo>
                      <a:pt x="2003" y="6542"/>
                    </a:lnTo>
                    <a:cubicBezTo>
                      <a:pt x="2001" y="6548"/>
                      <a:pt x="1993" y="6551"/>
                      <a:pt x="1987" y="6548"/>
                    </a:cubicBezTo>
                    <a:cubicBezTo>
                      <a:pt x="1981" y="6546"/>
                      <a:pt x="1978" y="6538"/>
                      <a:pt x="1980" y="6532"/>
                    </a:cubicBezTo>
                    <a:close/>
                    <a:moveTo>
                      <a:pt x="2001" y="6487"/>
                    </a:moveTo>
                    <a:lnTo>
                      <a:pt x="2001" y="6487"/>
                    </a:lnTo>
                    <a:cubicBezTo>
                      <a:pt x="2004" y="6480"/>
                      <a:pt x="2011" y="6477"/>
                      <a:pt x="2018" y="6480"/>
                    </a:cubicBezTo>
                    <a:cubicBezTo>
                      <a:pt x="2024" y="6482"/>
                      <a:pt x="2027" y="6490"/>
                      <a:pt x="2024" y="6496"/>
                    </a:cubicBezTo>
                    <a:lnTo>
                      <a:pt x="2024" y="6496"/>
                    </a:lnTo>
                    <a:cubicBezTo>
                      <a:pt x="2022" y="6503"/>
                      <a:pt x="2014" y="6506"/>
                      <a:pt x="2008" y="6503"/>
                    </a:cubicBezTo>
                    <a:cubicBezTo>
                      <a:pt x="2002" y="6500"/>
                      <a:pt x="1999" y="6493"/>
                      <a:pt x="2001" y="6487"/>
                    </a:cubicBezTo>
                    <a:close/>
                    <a:moveTo>
                      <a:pt x="2022" y="6441"/>
                    </a:moveTo>
                    <a:lnTo>
                      <a:pt x="2022" y="6441"/>
                    </a:lnTo>
                    <a:cubicBezTo>
                      <a:pt x="2025" y="6435"/>
                      <a:pt x="2032" y="6432"/>
                      <a:pt x="2039" y="6434"/>
                    </a:cubicBezTo>
                    <a:cubicBezTo>
                      <a:pt x="2045" y="6437"/>
                      <a:pt x="2048" y="6444"/>
                      <a:pt x="2046" y="6451"/>
                    </a:cubicBezTo>
                    <a:lnTo>
                      <a:pt x="2046" y="6451"/>
                    </a:lnTo>
                    <a:cubicBezTo>
                      <a:pt x="2043" y="6457"/>
                      <a:pt x="2036" y="6460"/>
                      <a:pt x="2029" y="6458"/>
                    </a:cubicBezTo>
                    <a:cubicBezTo>
                      <a:pt x="2023" y="6455"/>
                      <a:pt x="2020" y="6448"/>
                      <a:pt x="2022" y="6441"/>
                    </a:cubicBezTo>
                    <a:close/>
                    <a:moveTo>
                      <a:pt x="2044" y="6396"/>
                    </a:moveTo>
                    <a:lnTo>
                      <a:pt x="2044" y="6396"/>
                    </a:lnTo>
                    <a:cubicBezTo>
                      <a:pt x="2046" y="6389"/>
                      <a:pt x="2054" y="6386"/>
                      <a:pt x="2060" y="6389"/>
                    </a:cubicBezTo>
                    <a:cubicBezTo>
                      <a:pt x="2066" y="6392"/>
                      <a:pt x="2069" y="6399"/>
                      <a:pt x="2067" y="6405"/>
                    </a:cubicBezTo>
                    <a:lnTo>
                      <a:pt x="2067" y="6405"/>
                    </a:lnTo>
                    <a:cubicBezTo>
                      <a:pt x="2064" y="6412"/>
                      <a:pt x="2057" y="6415"/>
                      <a:pt x="2050" y="6412"/>
                    </a:cubicBezTo>
                    <a:cubicBezTo>
                      <a:pt x="2044" y="6410"/>
                      <a:pt x="2041" y="6402"/>
                      <a:pt x="2044" y="6396"/>
                    </a:cubicBezTo>
                    <a:close/>
                    <a:moveTo>
                      <a:pt x="2065" y="6350"/>
                    </a:moveTo>
                    <a:lnTo>
                      <a:pt x="2065" y="6350"/>
                    </a:lnTo>
                    <a:cubicBezTo>
                      <a:pt x="2067" y="6344"/>
                      <a:pt x="2075" y="6341"/>
                      <a:pt x="2081" y="6344"/>
                    </a:cubicBezTo>
                    <a:cubicBezTo>
                      <a:pt x="2087" y="6346"/>
                      <a:pt x="2090" y="6354"/>
                      <a:pt x="2088" y="6360"/>
                    </a:cubicBezTo>
                    <a:lnTo>
                      <a:pt x="2088" y="6360"/>
                    </a:lnTo>
                    <a:cubicBezTo>
                      <a:pt x="2085" y="6366"/>
                      <a:pt x="2078" y="6369"/>
                      <a:pt x="2071" y="6367"/>
                    </a:cubicBezTo>
                    <a:cubicBezTo>
                      <a:pt x="2065" y="6364"/>
                      <a:pt x="2062" y="6357"/>
                      <a:pt x="2065" y="6350"/>
                    </a:cubicBezTo>
                    <a:close/>
                    <a:moveTo>
                      <a:pt x="2086" y="6305"/>
                    </a:moveTo>
                    <a:lnTo>
                      <a:pt x="2086" y="6305"/>
                    </a:lnTo>
                    <a:cubicBezTo>
                      <a:pt x="2088" y="6299"/>
                      <a:pt x="2096" y="6296"/>
                      <a:pt x="2102" y="6298"/>
                    </a:cubicBezTo>
                    <a:cubicBezTo>
                      <a:pt x="2108" y="6301"/>
                      <a:pt x="2111" y="6308"/>
                      <a:pt x="2109" y="6315"/>
                    </a:cubicBezTo>
                    <a:lnTo>
                      <a:pt x="2109" y="6315"/>
                    </a:lnTo>
                    <a:cubicBezTo>
                      <a:pt x="2106" y="6321"/>
                      <a:pt x="2099" y="6324"/>
                      <a:pt x="2092" y="6321"/>
                    </a:cubicBezTo>
                    <a:cubicBezTo>
                      <a:pt x="2086" y="6319"/>
                      <a:pt x="2083" y="6311"/>
                      <a:pt x="2086" y="6305"/>
                    </a:cubicBezTo>
                    <a:close/>
                    <a:moveTo>
                      <a:pt x="2107" y="6260"/>
                    </a:moveTo>
                    <a:lnTo>
                      <a:pt x="2107" y="6260"/>
                    </a:lnTo>
                    <a:cubicBezTo>
                      <a:pt x="2109" y="6253"/>
                      <a:pt x="2117" y="6250"/>
                      <a:pt x="2123" y="6253"/>
                    </a:cubicBezTo>
                    <a:cubicBezTo>
                      <a:pt x="2130" y="6256"/>
                      <a:pt x="2133" y="6263"/>
                      <a:pt x="2130" y="6269"/>
                    </a:cubicBezTo>
                    <a:lnTo>
                      <a:pt x="2130" y="6269"/>
                    </a:lnTo>
                    <a:cubicBezTo>
                      <a:pt x="2127" y="6276"/>
                      <a:pt x="2120" y="6279"/>
                      <a:pt x="2114" y="6276"/>
                    </a:cubicBezTo>
                    <a:cubicBezTo>
                      <a:pt x="2107" y="6273"/>
                      <a:pt x="2104" y="6266"/>
                      <a:pt x="2107" y="6260"/>
                    </a:cubicBezTo>
                    <a:close/>
                    <a:moveTo>
                      <a:pt x="2128" y="6214"/>
                    </a:moveTo>
                    <a:lnTo>
                      <a:pt x="2128" y="6214"/>
                    </a:lnTo>
                    <a:cubicBezTo>
                      <a:pt x="2131" y="6208"/>
                      <a:pt x="2138" y="6205"/>
                      <a:pt x="2144" y="6208"/>
                    </a:cubicBezTo>
                    <a:cubicBezTo>
                      <a:pt x="2151" y="6210"/>
                      <a:pt x="2154" y="6218"/>
                      <a:pt x="2151" y="6224"/>
                    </a:cubicBezTo>
                    <a:lnTo>
                      <a:pt x="2151" y="6224"/>
                    </a:lnTo>
                    <a:cubicBezTo>
                      <a:pt x="2148" y="6230"/>
                      <a:pt x="2141" y="6233"/>
                      <a:pt x="2135" y="6231"/>
                    </a:cubicBezTo>
                    <a:cubicBezTo>
                      <a:pt x="2128" y="6228"/>
                      <a:pt x="2125" y="6221"/>
                      <a:pt x="2128" y="6214"/>
                    </a:cubicBezTo>
                    <a:close/>
                    <a:moveTo>
                      <a:pt x="2149" y="6169"/>
                    </a:moveTo>
                    <a:lnTo>
                      <a:pt x="2149" y="6169"/>
                    </a:lnTo>
                    <a:cubicBezTo>
                      <a:pt x="2152" y="6163"/>
                      <a:pt x="2159" y="6160"/>
                      <a:pt x="2165" y="6162"/>
                    </a:cubicBezTo>
                    <a:cubicBezTo>
                      <a:pt x="2172" y="6165"/>
                      <a:pt x="2175" y="6172"/>
                      <a:pt x="2172" y="6179"/>
                    </a:cubicBezTo>
                    <a:lnTo>
                      <a:pt x="2172" y="6179"/>
                    </a:lnTo>
                    <a:cubicBezTo>
                      <a:pt x="2169" y="6185"/>
                      <a:pt x="2162" y="6188"/>
                      <a:pt x="2156" y="6185"/>
                    </a:cubicBezTo>
                    <a:cubicBezTo>
                      <a:pt x="2149" y="6183"/>
                      <a:pt x="2146" y="6175"/>
                      <a:pt x="2149" y="6169"/>
                    </a:cubicBezTo>
                    <a:close/>
                    <a:moveTo>
                      <a:pt x="2170" y="6124"/>
                    </a:moveTo>
                    <a:lnTo>
                      <a:pt x="2170" y="6124"/>
                    </a:lnTo>
                    <a:cubicBezTo>
                      <a:pt x="2173" y="6117"/>
                      <a:pt x="2180" y="6114"/>
                      <a:pt x="2186" y="6117"/>
                    </a:cubicBezTo>
                    <a:cubicBezTo>
                      <a:pt x="2193" y="6120"/>
                      <a:pt x="2196" y="6127"/>
                      <a:pt x="2193" y="6133"/>
                    </a:cubicBezTo>
                    <a:lnTo>
                      <a:pt x="2193" y="6133"/>
                    </a:lnTo>
                    <a:cubicBezTo>
                      <a:pt x="2190" y="6140"/>
                      <a:pt x="2183" y="6143"/>
                      <a:pt x="2177" y="6140"/>
                    </a:cubicBezTo>
                    <a:cubicBezTo>
                      <a:pt x="2170" y="6137"/>
                      <a:pt x="2167" y="6130"/>
                      <a:pt x="2170" y="6124"/>
                    </a:cubicBezTo>
                    <a:close/>
                    <a:moveTo>
                      <a:pt x="2191" y="6078"/>
                    </a:moveTo>
                    <a:lnTo>
                      <a:pt x="2191" y="6078"/>
                    </a:lnTo>
                    <a:cubicBezTo>
                      <a:pt x="2194" y="6072"/>
                      <a:pt x="2201" y="6069"/>
                      <a:pt x="2207" y="6072"/>
                    </a:cubicBezTo>
                    <a:cubicBezTo>
                      <a:pt x="2214" y="6074"/>
                      <a:pt x="2217" y="6082"/>
                      <a:pt x="2214" y="6088"/>
                    </a:cubicBezTo>
                    <a:lnTo>
                      <a:pt x="2214" y="6088"/>
                    </a:lnTo>
                    <a:cubicBezTo>
                      <a:pt x="2212" y="6094"/>
                      <a:pt x="2204" y="6097"/>
                      <a:pt x="2198" y="6095"/>
                    </a:cubicBezTo>
                    <a:cubicBezTo>
                      <a:pt x="2191" y="6092"/>
                      <a:pt x="2188" y="6085"/>
                      <a:pt x="2191" y="6078"/>
                    </a:cubicBezTo>
                    <a:close/>
                    <a:moveTo>
                      <a:pt x="2212" y="6033"/>
                    </a:moveTo>
                    <a:lnTo>
                      <a:pt x="2212" y="6033"/>
                    </a:lnTo>
                    <a:cubicBezTo>
                      <a:pt x="2215" y="6027"/>
                      <a:pt x="2222" y="6024"/>
                      <a:pt x="2229" y="6026"/>
                    </a:cubicBezTo>
                    <a:cubicBezTo>
                      <a:pt x="2235" y="6029"/>
                      <a:pt x="2238" y="6036"/>
                      <a:pt x="2235" y="6043"/>
                    </a:cubicBezTo>
                    <a:lnTo>
                      <a:pt x="2235" y="6043"/>
                    </a:lnTo>
                    <a:cubicBezTo>
                      <a:pt x="2233" y="6049"/>
                      <a:pt x="2225" y="6052"/>
                      <a:pt x="2219" y="6049"/>
                    </a:cubicBezTo>
                    <a:cubicBezTo>
                      <a:pt x="2213" y="6047"/>
                      <a:pt x="2210" y="6039"/>
                      <a:pt x="2212" y="6033"/>
                    </a:cubicBezTo>
                    <a:close/>
                    <a:moveTo>
                      <a:pt x="2233" y="5988"/>
                    </a:moveTo>
                    <a:lnTo>
                      <a:pt x="2233" y="5988"/>
                    </a:lnTo>
                    <a:cubicBezTo>
                      <a:pt x="2236" y="5981"/>
                      <a:pt x="2243" y="5978"/>
                      <a:pt x="2250" y="5981"/>
                    </a:cubicBezTo>
                    <a:cubicBezTo>
                      <a:pt x="2256" y="5983"/>
                      <a:pt x="2259" y="5991"/>
                      <a:pt x="2256" y="5997"/>
                    </a:cubicBezTo>
                    <a:lnTo>
                      <a:pt x="2256" y="5997"/>
                    </a:lnTo>
                    <a:cubicBezTo>
                      <a:pt x="2254" y="6004"/>
                      <a:pt x="2246" y="6007"/>
                      <a:pt x="2240" y="6004"/>
                    </a:cubicBezTo>
                    <a:cubicBezTo>
                      <a:pt x="2234" y="6001"/>
                      <a:pt x="2231" y="5994"/>
                      <a:pt x="2233" y="5988"/>
                    </a:cubicBezTo>
                    <a:close/>
                    <a:moveTo>
                      <a:pt x="2254" y="5942"/>
                    </a:moveTo>
                    <a:lnTo>
                      <a:pt x="2254" y="5942"/>
                    </a:lnTo>
                    <a:cubicBezTo>
                      <a:pt x="2257" y="5936"/>
                      <a:pt x="2264" y="5933"/>
                      <a:pt x="2271" y="5935"/>
                    </a:cubicBezTo>
                    <a:cubicBezTo>
                      <a:pt x="2277" y="5938"/>
                      <a:pt x="2280" y="5945"/>
                      <a:pt x="2277" y="5952"/>
                    </a:cubicBezTo>
                    <a:lnTo>
                      <a:pt x="2277" y="5952"/>
                    </a:lnTo>
                    <a:cubicBezTo>
                      <a:pt x="2275" y="5958"/>
                      <a:pt x="2267" y="5961"/>
                      <a:pt x="2261" y="5959"/>
                    </a:cubicBezTo>
                    <a:cubicBezTo>
                      <a:pt x="2255" y="5956"/>
                      <a:pt x="2252" y="5949"/>
                      <a:pt x="2254" y="5942"/>
                    </a:cubicBezTo>
                    <a:close/>
                    <a:moveTo>
                      <a:pt x="2275" y="5897"/>
                    </a:moveTo>
                    <a:lnTo>
                      <a:pt x="2275" y="5897"/>
                    </a:lnTo>
                    <a:cubicBezTo>
                      <a:pt x="2278" y="5890"/>
                      <a:pt x="2285" y="5887"/>
                      <a:pt x="2292" y="5890"/>
                    </a:cubicBezTo>
                    <a:cubicBezTo>
                      <a:pt x="2298" y="5893"/>
                      <a:pt x="2301" y="5900"/>
                      <a:pt x="2299" y="5906"/>
                    </a:cubicBezTo>
                    <a:lnTo>
                      <a:pt x="2299" y="5906"/>
                    </a:lnTo>
                    <a:cubicBezTo>
                      <a:pt x="2296" y="5913"/>
                      <a:pt x="2289" y="5916"/>
                      <a:pt x="2282" y="5913"/>
                    </a:cubicBezTo>
                    <a:cubicBezTo>
                      <a:pt x="2276" y="5911"/>
                      <a:pt x="2273" y="5903"/>
                      <a:pt x="2275" y="5897"/>
                    </a:cubicBezTo>
                    <a:close/>
                    <a:moveTo>
                      <a:pt x="2297" y="5851"/>
                    </a:moveTo>
                    <a:lnTo>
                      <a:pt x="2297" y="5851"/>
                    </a:lnTo>
                    <a:cubicBezTo>
                      <a:pt x="2299" y="5845"/>
                      <a:pt x="2307" y="5842"/>
                      <a:pt x="2313" y="5845"/>
                    </a:cubicBezTo>
                    <a:cubicBezTo>
                      <a:pt x="2319" y="5847"/>
                      <a:pt x="2322" y="5855"/>
                      <a:pt x="2320" y="5861"/>
                    </a:cubicBezTo>
                    <a:lnTo>
                      <a:pt x="2320" y="5861"/>
                    </a:lnTo>
                    <a:cubicBezTo>
                      <a:pt x="2317" y="5867"/>
                      <a:pt x="2310" y="5870"/>
                      <a:pt x="2303" y="5868"/>
                    </a:cubicBezTo>
                    <a:cubicBezTo>
                      <a:pt x="2297" y="5865"/>
                      <a:pt x="2294" y="5858"/>
                      <a:pt x="2297" y="5851"/>
                    </a:cubicBezTo>
                    <a:close/>
                    <a:moveTo>
                      <a:pt x="2318" y="5806"/>
                    </a:moveTo>
                    <a:lnTo>
                      <a:pt x="2318" y="5806"/>
                    </a:lnTo>
                    <a:cubicBezTo>
                      <a:pt x="2320" y="5800"/>
                      <a:pt x="2328" y="5797"/>
                      <a:pt x="2334" y="5799"/>
                    </a:cubicBezTo>
                    <a:cubicBezTo>
                      <a:pt x="2340" y="5802"/>
                      <a:pt x="2343" y="5809"/>
                      <a:pt x="2341" y="5816"/>
                    </a:cubicBezTo>
                    <a:lnTo>
                      <a:pt x="2341" y="5816"/>
                    </a:lnTo>
                    <a:cubicBezTo>
                      <a:pt x="2338" y="5822"/>
                      <a:pt x="2331" y="5825"/>
                      <a:pt x="2324" y="5822"/>
                    </a:cubicBezTo>
                    <a:cubicBezTo>
                      <a:pt x="2318" y="5820"/>
                      <a:pt x="2315" y="5812"/>
                      <a:pt x="2318" y="5806"/>
                    </a:cubicBezTo>
                    <a:close/>
                    <a:moveTo>
                      <a:pt x="2339" y="5761"/>
                    </a:moveTo>
                    <a:lnTo>
                      <a:pt x="2339" y="5761"/>
                    </a:lnTo>
                    <a:cubicBezTo>
                      <a:pt x="2341" y="5754"/>
                      <a:pt x="2349" y="5751"/>
                      <a:pt x="2355" y="5754"/>
                    </a:cubicBezTo>
                    <a:cubicBezTo>
                      <a:pt x="2361" y="5757"/>
                      <a:pt x="2364" y="5764"/>
                      <a:pt x="2362" y="5770"/>
                    </a:cubicBezTo>
                    <a:lnTo>
                      <a:pt x="2362" y="5770"/>
                    </a:lnTo>
                    <a:cubicBezTo>
                      <a:pt x="2359" y="5777"/>
                      <a:pt x="2352" y="5780"/>
                      <a:pt x="2345" y="5777"/>
                    </a:cubicBezTo>
                    <a:cubicBezTo>
                      <a:pt x="2339" y="5774"/>
                      <a:pt x="2336" y="5767"/>
                      <a:pt x="2339" y="5761"/>
                    </a:cubicBezTo>
                    <a:close/>
                    <a:moveTo>
                      <a:pt x="2360" y="5715"/>
                    </a:moveTo>
                    <a:lnTo>
                      <a:pt x="2360" y="5715"/>
                    </a:lnTo>
                    <a:cubicBezTo>
                      <a:pt x="2362" y="5709"/>
                      <a:pt x="2370" y="5706"/>
                      <a:pt x="2376" y="5709"/>
                    </a:cubicBezTo>
                    <a:cubicBezTo>
                      <a:pt x="2383" y="5711"/>
                      <a:pt x="2386" y="5719"/>
                      <a:pt x="2383" y="5725"/>
                    </a:cubicBezTo>
                    <a:lnTo>
                      <a:pt x="2383" y="5725"/>
                    </a:lnTo>
                    <a:cubicBezTo>
                      <a:pt x="2380" y="5731"/>
                      <a:pt x="2373" y="5734"/>
                      <a:pt x="2367" y="5732"/>
                    </a:cubicBezTo>
                    <a:cubicBezTo>
                      <a:pt x="2360" y="5729"/>
                      <a:pt x="2357" y="5722"/>
                      <a:pt x="2360" y="5715"/>
                    </a:cubicBezTo>
                    <a:close/>
                    <a:moveTo>
                      <a:pt x="2381" y="5670"/>
                    </a:moveTo>
                    <a:lnTo>
                      <a:pt x="2381" y="5670"/>
                    </a:lnTo>
                    <a:cubicBezTo>
                      <a:pt x="2384" y="5664"/>
                      <a:pt x="2391" y="5661"/>
                      <a:pt x="2397" y="5663"/>
                    </a:cubicBezTo>
                    <a:cubicBezTo>
                      <a:pt x="2404" y="5666"/>
                      <a:pt x="2407" y="5673"/>
                      <a:pt x="2404" y="5680"/>
                    </a:cubicBezTo>
                    <a:lnTo>
                      <a:pt x="2404" y="5680"/>
                    </a:lnTo>
                    <a:cubicBezTo>
                      <a:pt x="2401" y="5686"/>
                      <a:pt x="2394" y="5689"/>
                      <a:pt x="2388" y="5686"/>
                    </a:cubicBezTo>
                    <a:cubicBezTo>
                      <a:pt x="2381" y="5684"/>
                      <a:pt x="2378" y="5676"/>
                      <a:pt x="2381" y="5670"/>
                    </a:cubicBezTo>
                    <a:close/>
                    <a:moveTo>
                      <a:pt x="2402" y="5625"/>
                    </a:moveTo>
                    <a:lnTo>
                      <a:pt x="2402" y="5625"/>
                    </a:lnTo>
                    <a:cubicBezTo>
                      <a:pt x="2405" y="5618"/>
                      <a:pt x="2412" y="5615"/>
                      <a:pt x="2418" y="5618"/>
                    </a:cubicBezTo>
                    <a:cubicBezTo>
                      <a:pt x="2425" y="5621"/>
                      <a:pt x="2428" y="5628"/>
                      <a:pt x="2425" y="5634"/>
                    </a:cubicBezTo>
                    <a:lnTo>
                      <a:pt x="2425" y="5634"/>
                    </a:lnTo>
                    <a:cubicBezTo>
                      <a:pt x="2422" y="5641"/>
                      <a:pt x="2415" y="5644"/>
                      <a:pt x="2409" y="5641"/>
                    </a:cubicBezTo>
                    <a:cubicBezTo>
                      <a:pt x="2402" y="5638"/>
                      <a:pt x="2399" y="5631"/>
                      <a:pt x="2402" y="5625"/>
                    </a:cubicBezTo>
                    <a:close/>
                    <a:moveTo>
                      <a:pt x="2423" y="5579"/>
                    </a:moveTo>
                    <a:lnTo>
                      <a:pt x="2423" y="5579"/>
                    </a:lnTo>
                    <a:cubicBezTo>
                      <a:pt x="2426" y="5573"/>
                      <a:pt x="2433" y="5570"/>
                      <a:pt x="2439" y="5573"/>
                    </a:cubicBezTo>
                    <a:cubicBezTo>
                      <a:pt x="2446" y="5575"/>
                      <a:pt x="2449" y="5582"/>
                      <a:pt x="2446" y="5589"/>
                    </a:cubicBezTo>
                    <a:lnTo>
                      <a:pt x="2446" y="5589"/>
                    </a:lnTo>
                    <a:cubicBezTo>
                      <a:pt x="2443" y="5595"/>
                      <a:pt x="2436" y="5598"/>
                      <a:pt x="2430" y="5596"/>
                    </a:cubicBezTo>
                    <a:cubicBezTo>
                      <a:pt x="2423" y="5593"/>
                      <a:pt x="2420" y="5586"/>
                      <a:pt x="2423" y="5579"/>
                    </a:cubicBezTo>
                    <a:close/>
                    <a:moveTo>
                      <a:pt x="2444" y="5534"/>
                    </a:moveTo>
                    <a:lnTo>
                      <a:pt x="2444" y="5534"/>
                    </a:lnTo>
                    <a:cubicBezTo>
                      <a:pt x="2447" y="5527"/>
                      <a:pt x="2454" y="5524"/>
                      <a:pt x="2460" y="5527"/>
                    </a:cubicBezTo>
                    <a:cubicBezTo>
                      <a:pt x="2467" y="5530"/>
                      <a:pt x="2470" y="5537"/>
                      <a:pt x="2467" y="5543"/>
                    </a:cubicBezTo>
                    <a:lnTo>
                      <a:pt x="2467" y="5544"/>
                    </a:lnTo>
                    <a:cubicBezTo>
                      <a:pt x="2465" y="5550"/>
                      <a:pt x="2457" y="5553"/>
                      <a:pt x="2451" y="5550"/>
                    </a:cubicBezTo>
                    <a:cubicBezTo>
                      <a:pt x="2444" y="5548"/>
                      <a:pt x="2441" y="5540"/>
                      <a:pt x="2444" y="5534"/>
                    </a:cubicBezTo>
                    <a:close/>
                    <a:moveTo>
                      <a:pt x="2465" y="5489"/>
                    </a:moveTo>
                    <a:lnTo>
                      <a:pt x="2465" y="5489"/>
                    </a:lnTo>
                    <a:cubicBezTo>
                      <a:pt x="2468" y="5482"/>
                      <a:pt x="2475" y="5479"/>
                      <a:pt x="2482" y="5482"/>
                    </a:cubicBezTo>
                    <a:cubicBezTo>
                      <a:pt x="2488" y="5484"/>
                      <a:pt x="2491" y="5492"/>
                      <a:pt x="2488" y="5498"/>
                    </a:cubicBezTo>
                    <a:lnTo>
                      <a:pt x="2488" y="5498"/>
                    </a:lnTo>
                    <a:cubicBezTo>
                      <a:pt x="2486" y="5505"/>
                      <a:pt x="2478" y="5508"/>
                      <a:pt x="2472" y="5505"/>
                    </a:cubicBezTo>
                    <a:cubicBezTo>
                      <a:pt x="2466" y="5502"/>
                      <a:pt x="2463" y="5495"/>
                      <a:pt x="2465" y="5489"/>
                    </a:cubicBezTo>
                    <a:close/>
                    <a:moveTo>
                      <a:pt x="2486" y="5443"/>
                    </a:moveTo>
                    <a:lnTo>
                      <a:pt x="2486" y="5443"/>
                    </a:lnTo>
                    <a:cubicBezTo>
                      <a:pt x="2489" y="5437"/>
                      <a:pt x="2496" y="5434"/>
                      <a:pt x="2503" y="5436"/>
                    </a:cubicBezTo>
                    <a:cubicBezTo>
                      <a:pt x="2509" y="5439"/>
                      <a:pt x="2512" y="5446"/>
                      <a:pt x="2509" y="5453"/>
                    </a:cubicBezTo>
                    <a:lnTo>
                      <a:pt x="2509" y="5453"/>
                    </a:lnTo>
                    <a:cubicBezTo>
                      <a:pt x="2507" y="5459"/>
                      <a:pt x="2499" y="5462"/>
                      <a:pt x="2493" y="5460"/>
                    </a:cubicBezTo>
                    <a:cubicBezTo>
                      <a:pt x="2487" y="5457"/>
                      <a:pt x="2484" y="5450"/>
                      <a:pt x="2486" y="5443"/>
                    </a:cubicBezTo>
                    <a:close/>
                    <a:moveTo>
                      <a:pt x="2507" y="5398"/>
                    </a:moveTo>
                    <a:lnTo>
                      <a:pt x="2507" y="5398"/>
                    </a:lnTo>
                    <a:cubicBezTo>
                      <a:pt x="2510" y="5391"/>
                      <a:pt x="2517" y="5388"/>
                      <a:pt x="2524" y="5391"/>
                    </a:cubicBezTo>
                    <a:cubicBezTo>
                      <a:pt x="2530" y="5394"/>
                      <a:pt x="2533" y="5401"/>
                      <a:pt x="2530" y="5407"/>
                    </a:cubicBezTo>
                    <a:lnTo>
                      <a:pt x="2530" y="5407"/>
                    </a:lnTo>
                    <a:cubicBezTo>
                      <a:pt x="2528" y="5414"/>
                      <a:pt x="2520" y="5417"/>
                      <a:pt x="2514" y="5414"/>
                    </a:cubicBezTo>
                    <a:cubicBezTo>
                      <a:pt x="2508" y="5411"/>
                      <a:pt x="2505" y="5404"/>
                      <a:pt x="2507" y="5398"/>
                    </a:cubicBezTo>
                    <a:close/>
                    <a:moveTo>
                      <a:pt x="2528" y="5352"/>
                    </a:moveTo>
                    <a:lnTo>
                      <a:pt x="2528" y="5352"/>
                    </a:lnTo>
                    <a:cubicBezTo>
                      <a:pt x="2531" y="5346"/>
                      <a:pt x="2538" y="5343"/>
                      <a:pt x="2545" y="5346"/>
                    </a:cubicBezTo>
                    <a:cubicBezTo>
                      <a:pt x="2551" y="5348"/>
                      <a:pt x="2554" y="5356"/>
                      <a:pt x="2552" y="5362"/>
                    </a:cubicBezTo>
                    <a:lnTo>
                      <a:pt x="2552" y="5362"/>
                    </a:lnTo>
                    <a:cubicBezTo>
                      <a:pt x="2549" y="5368"/>
                      <a:pt x="2542" y="5371"/>
                      <a:pt x="2535" y="5369"/>
                    </a:cubicBezTo>
                    <a:cubicBezTo>
                      <a:pt x="2529" y="5366"/>
                      <a:pt x="2526" y="5359"/>
                      <a:pt x="2528" y="5352"/>
                    </a:cubicBezTo>
                    <a:close/>
                    <a:moveTo>
                      <a:pt x="2550" y="5307"/>
                    </a:moveTo>
                    <a:lnTo>
                      <a:pt x="2550" y="5307"/>
                    </a:lnTo>
                    <a:cubicBezTo>
                      <a:pt x="2552" y="5301"/>
                      <a:pt x="2560" y="5298"/>
                      <a:pt x="2566" y="5300"/>
                    </a:cubicBezTo>
                    <a:cubicBezTo>
                      <a:pt x="2572" y="5303"/>
                      <a:pt x="2575" y="5310"/>
                      <a:pt x="2573" y="5317"/>
                    </a:cubicBezTo>
                    <a:lnTo>
                      <a:pt x="2573" y="5317"/>
                    </a:lnTo>
                    <a:cubicBezTo>
                      <a:pt x="2570" y="5323"/>
                      <a:pt x="2563" y="5326"/>
                      <a:pt x="2556" y="5323"/>
                    </a:cubicBezTo>
                    <a:cubicBezTo>
                      <a:pt x="2550" y="5321"/>
                      <a:pt x="2547" y="5313"/>
                      <a:pt x="2550" y="5307"/>
                    </a:cubicBezTo>
                    <a:close/>
                    <a:moveTo>
                      <a:pt x="2571" y="5262"/>
                    </a:moveTo>
                    <a:lnTo>
                      <a:pt x="2571" y="5262"/>
                    </a:lnTo>
                    <a:cubicBezTo>
                      <a:pt x="2573" y="5255"/>
                      <a:pt x="2581" y="5252"/>
                      <a:pt x="2587" y="5255"/>
                    </a:cubicBezTo>
                    <a:cubicBezTo>
                      <a:pt x="2593" y="5258"/>
                      <a:pt x="2596" y="5265"/>
                      <a:pt x="2594" y="5271"/>
                    </a:cubicBezTo>
                    <a:lnTo>
                      <a:pt x="2594" y="5271"/>
                    </a:lnTo>
                    <a:cubicBezTo>
                      <a:pt x="2591" y="5278"/>
                      <a:pt x="2584" y="5281"/>
                      <a:pt x="2577" y="5278"/>
                    </a:cubicBezTo>
                    <a:cubicBezTo>
                      <a:pt x="2571" y="5275"/>
                      <a:pt x="2568" y="5268"/>
                      <a:pt x="2571" y="5262"/>
                    </a:cubicBezTo>
                    <a:close/>
                    <a:moveTo>
                      <a:pt x="2592" y="5216"/>
                    </a:moveTo>
                    <a:lnTo>
                      <a:pt x="2592" y="5216"/>
                    </a:lnTo>
                    <a:cubicBezTo>
                      <a:pt x="2594" y="5210"/>
                      <a:pt x="2602" y="5207"/>
                      <a:pt x="2608" y="5210"/>
                    </a:cubicBezTo>
                    <a:cubicBezTo>
                      <a:pt x="2614" y="5212"/>
                      <a:pt x="2617" y="5220"/>
                      <a:pt x="2615" y="5226"/>
                    </a:cubicBezTo>
                    <a:lnTo>
                      <a:pt x="2615" y="5226"/>
                    </a:lnTo>
                    <a:cubicBezTo>
                      <a:pt x="2612" y="5232"/>
                      <a:pt x="2605" y="5235"/>
                      <a:pt x="2598" y="5233"/>
                    </a:cubicBezTo>
                    <a:cubicBezTo>
                      <a:pt x="2592" y="5230"/>
                      <a:pt x="2589" y="5223"/>
                      <a:pt x="2592" y="5216"/>
                    </a:cubicBezTo>
                    <a:close/>
                    <a:moveTo>
                      <a:pt x="2613" y="5171"/>
                    </a:moveTo>
                    <a:lnTo>
                      <a:pt x="2613" y="5171"/>
                    </a:lnTo>
                    <a:cubicBezTo>
                      <a:pt x="2615" y="5165"/>
                      <a:pt x="2623" y="5162"/>
                      <a:pt x="2629" y="5164"/>
                    </a:cubicBezTo>
                    <a:cubicBezTo>
                      <a:pt x="2635" y="5167"/>
                      <a:pt x="2639" y="5174"/>
                      <a:pt x="2636" y="5181"/>
                    </a:cubicBezTo>
                    <a:lnTo>
                      <a:pt x="2636" y="5181"/>
                    </a:lnTo>
                    <a:cubicBezTo>
                      <a:pt x="2633" y="5187"/>
                      <a:pt x="2626" y="5190"/>
                      <a:pt x="2619" y="5187"/>
                    </a:cubicBezTo>
                    <a:cubicBezTo>
                      <a:pt x="2613" y="5185"/>
                      <a:pt x="2610" y="5177"/>
                      <a:pt x="2613" y="5171"/>
                    </a:cubicBezTo>
                    <a:close/>
                    <a:moveTo>
                      <a:pt x="2634" y="5126"/>
                    </a:moveTo>
                    <a:lnTo>
                      <a:pt x="2634" y="5126"/>
                    </a:lnTo>
                    <a:cubicBezTo>
                      <a:pt x="2637" y="5119"/>
                      <a:pt x="2644" y="5116"/>
                      <a:pt x="2650" y="5119"/>
                    </a:cubicBezTo>
                    <a:cubicBezTo>
                      <a:pt x="2657" y="5122"/>
                      <a:pt x="2660" y="5129"/>
                      <a:pt x="2657" y="5135"/>
                    </a:cubicBezTo>
                    <a:lnTo>
                      <a:pt x="2657" y="5135"/>
                    </a:lnTo>
                    <a:cubicBezTo>
                      <a:pt x="2654" y="5142"/>
                      <a:pt x="2647" y="5145"/>
                      <a:pt x="2641" y="5142"/>
                    </a:cubicBezTo>
                    <a:cubicBezTo>
                      <a:pt x="2634" y="5139"/>
                      <a:pt x="2631" y="5132"/>
                      <a:pt x="2634" y="5126"/>
                    </a:cubicBezTo>
                    <a:close/>
                    <a:moveTo>
                      <a:pt x="2655" y="5080"/>
                    </a:moveTo>
                    <a:lnTo>
                      <a:pt x="2655" y="5080"/>
                    </a:lnTo>
                    <a:cubicBezTo>
                      <a:pt x="2658" y="5074"/>
                      <a:pt x="2665" y="5071"/>
                      <a:pt x="2671" y="5073"/>
                    </a:cubicBezTo>
                    <a:cubicBezTo>
                      <a:pt x="2678" y="5076"/>
                      <a:pt x="2681" y="5083"/>
                      <a:pt x="2678" y="5090"/>
                    </a:cubicBezTo>
                    <a:lnTo>
                      <a:pt x="2678" y="5090"/>
                    </a:lnTo>
                    <a:cubicBezTo>
                      <a:pt x="2675" y="5096"/>
                      <a:pt x="2668" y="5099"/>
                      <a:pt x="2662" y="5097"/>
                    </a:cubicBezTo>
                    <a:cubicBezTo>
                      <a:pt x="2655" y="5094"/>
                      <a:pt x="2652" y="5087"/>
                      <a:pt x="2655" y="5080"/>
                    </a:cubicBezTo>
                    <a:close/>
                    <a:moveTo>
                      <a:pt x="2676" y="5035"/>
                    </a:moveTo>
                    <a:lnTo>
                      <a:pt x="2676" y="5035"/>
                    </a:lnTo>
                    <a:cubicBezTo>
                      <a:pt x="2679" y="5028"/>
                      <a:pt x="2686" y="5025"/>
                      <a:pt x="2692" y="5028"/>
                    </a:cubicBezTo>
                    <a:cubicBezTo>
                      <a:pt x="2699" y="5031"/>
                      <a:pt x="2702" y="5038"/>
                      <a:pt x="2699" y="5044"/>
                    </a:cubicBezTo>
                    <a:lnTo>
                      <a:pt x="2699" y="5044"/>
                    </a:lnTo>
                    <a:cubicBezTo>
                      <a:pt x="2696" y="5051"/>
                      <a:pt x="2689" y="5054"/>
                      <a:pt x="2683" y="5051"/>
                    </a:cubicBezTo>
                    <a:cubicBezTo>
                      <a:pt x="2676" y="5049"/>
                      <a:pt x="2673" y="5041"/>
                      <a:pt x="2676" y="5035"/>
                    </a:cubicBezTo>
                    <a:close/>
                    <a:moveTo>
                      <a:pt x="2697" y="4990"/>
                    </a:moveTo>
                    <a:lnTo>
                      <a:pt x="2697" y="4989"/>
                    </a:lnTo>
                    <a:cubicBezTo>
                      <a:pt x="2700" y="4983"/>
                      <a:pt x="2707" y="4980"/>
                      <a:pt x="2713" y="4983"/>
                    </a:cubicBezTo>
                    <a:cubicBezTo>
                      <a:pt x="2720" y="4985"/>
                      <a:pt x="2723" y="4993"/>
                      <a:pt x="2720" y="4999"/>
                    </a:cubicBezTo>
                    <a:lnTo>
                      <a:pt x="2720" y="4999"/>
                    </a:lnTo>
                    <a:cubicBezTo>
                      <a:pt x="2718" y="5005"/>
                      <a:pt x="2710" y="5009"/>
                      <a:pt x="2704" y="5006"/>
                    </a:cubicBezTo>
                    <a:cubicBezTo>
                      <a:pt x="2697" y="5003"/>
                      <a:pt x="2694" y="4996"/>
                      <a:pt x="2697" y="4990"/>
                    </a:cubicBezTo>
                    <a:close/>
                    <a:moveTo>
                      <a:pt x="2718" y="4944"/>
                    </a:moveTo>
                    <a:lnTo>
                      <a:pt x="2718" y="4944"/>
                    </a:lnTo>
                    <a:cubicBezTo>
                      <a:pt x="2721" y="4938"/>
                      <a:pt x="2728" y="4935"/>
                      <a:pt x="2735" y="4937"/>
                    </a:cubicBezTo>
                    <a:cubicBezTo>
                      <a:pt x="2741" y="4940"/>
                      <a:pt x="2744" y="4947"/>
                      <a:pt x="2741" y="4954"/>
                    </a:cubicBezTo>
                    <a:lnTo>
                      <a:pt x="2741" y="4954"/>
                    </a:lnTo>
                    <a:cubicBezTo>
                      <a:pt x="2739" y="4960"/>
                      <a:pt x="2731" y="4963"/>
                      <a:pt x="2725" y="4960"/>
                    </a:cubicBezTo>
                    <a:cubicBezTo>
                      <a:pt x="2719" y="4958"/>
                      <a:pt x="2716" y="4951"/>
                      <a:pt x="2718" y="4944"/>
                    </a:cubicBezTo>
                    <a:close/>
                    <a:moveTo>
                      <a:pt x="2739" y="4899"/>
                    </a:moveTo>
                    <a:lnTo>
                      <a:pt x="2739" y="4899"/>
                    </a:lnTo>
                    <a:cubicBezTo>
                      <a:pt x="2742" y="4892"/>
                      <a:pt x="2749" y="4889"/>
                      <a:pt x="2756" y="4892"/>
                    </a:cubicBezTo>
                    <a:cubicBezTo>
                      <a:pt x="2762" y="4895"/>
                      <a:pt x="2765" y="4902"/>
                      <a:pt x="2762" y="4908"/>
                    </a:cubicBezTo>
                    <a:lnTo>
                      <a:pt x="2762" y="4908"/>
                    </a:lnTo>
                    <a:cubicBezTo>
                      <a:pt x="2760" y="4915"/>
                      <a:pt x="2752" y="4918"/>
                      <a:pt x="2746" y="4915"/>
                    </a:cubicBezTo>
                    <a:cubicBezTo>
                      <a:pt x="2740" y="4912"/>
                      <a:pt x="2737" y="4905"/>
                      <a:pt x="2739" y="4899"/>
                    </a:cubicBezTo>
                    <a:close/>
                    <a:moveTo>
                      <a:pt x="2760" y="4853"/>
                    </a:moveTo>
                    <a:lnTo>
                      <a:pt x="2760" y="4853"/>
                    </a:lnTo>
                    <a:cubicBezTo>
                      <a:pt x="2763" y="4847"/>
                      <a:pt x="2770" y="4844"/>
                      <a:pt x="2777" y="4847"/>
                    </a:cubicBezTo>
                    <a:cubicBezTo>
                      <a:pt x="2783" y="4849"/>
                      <a:pt x="2786" y="4857"/>
                      <a:pt x="2783" y="4863"/>
                    </a:cubicBezTo>
                    <a:lnTo>
                      <a:pt x="2783" y="4863"/>
                    </a:lnTo>
                    <a:cubicBezTo>
                      <a:pt x="2781" y="4869"/>
                      <a:pt x="2773" y="4872"/>
                      <a:pt x="2767" y="4870"/>
                    </a:cubicBezTo>
                    <a:cubicBezTo>
                      <a:pt x="2761" y="4867"/>
                      <a:pt x="2758" y="4860"/>
                      <a:pt x="2760" y="4853"/>
                    </a:cubicBezTo>
                    <a:close/>
                    <a:moveTo>
                      <a:pt x="2781" y="4808"/>
                    </a:moveTo>
                    <a:lnTo>
                      <a:pt x="2781" y="4808"/>
                    </a:lnTo>
                    <a:cubicBezTo>
                      <a:pt x="2784" y="4802"/>
                      <a:pt x="2791" y="4799"/>
                      <a:pt x="2798" y="4801"/>
                    </a:cubicBezTo>
                    <a:cubicBezTo>
                      <a:pt x="2804" y="4804"/>
                      <a:pt x="2807" y="4811"/>
                      <a:pt x="2805" y="4818"/>
                    </a:cubicBezTo>
                    <a:lnTo>
                      <a:pt x="2805" y="4818"/>
                    </a:lnTo>
                    <a:cubicBezTo>
                      <a:pt x="2802" y="4824"/>
                      <a:pt x="2795" y="4827"/>
                      <a:pt x="2788" y="4824"/>
                    </a:cubicBezTo>
                    <a:cubicBezTo>
                      <a:pt x="2782" y="4822"/>
                      <a:pt x="2779" y="4814"/>
                      <a:pt x="2781" y="4808"/>
                    </a:cubicBezTo>
                    <a:close/>
                    <a:moveTo>
                      <a:pt x="2803" y="4763"/>
                    </a:moveTo>
                    <a:lnTo>
                      <a:pt x="2803" y="4763"/>
                    </a:lnTo>
                    <a:cubicBezTo>
                      <a:pt x="2805" y="4756"/>
                      <a:pt x="2812" y="4753"/>
                      <a:pt x="2819" y="4756"/>
                    </a:cubicBezTo>
                    <a:cubicBezTo>
                      <a:pt x="2825" y="4759"/>
                      <a:pt x="2828" y="4766"/>
                      <a:pt x="2826" y="4772"/>
                    </a:cubicBezTo>
                    <a:lnTo>
                      <a:pt x="2826" y="4772"/>
                    </a:lnTo>
                    <a:cubicBezTo>
                      <a:pt x="2823" y="4779"/>
                      <a:pt x="2816" y="4782"/>
                      <a:pt x="2809" y="4779"/>
                    </a:cubicBezTo>
                    <a:cubicBezTo>
                      <a:pt x="2803" y="4776"/>
                      <a:pt x="2800" y="4769"/>
                      <a:pt x="2803" y="4763"/>
                    </a:cubicBezTo>
                    <a:close/>
                    <a:moveTo>
                      <a:pt x="2824" y="4717"/>
                    </a:moveTo>
                    <a:lnTo>
                      <a:pt x="2824" y="4717"/>
                    </a:lnTo>
                    <a:cubicBezTo>
                      <a:pt x="2826" y="4711"/>
                      <a:pt x="2834" y="4708"/>
                      <a:pt x="2840" y="4711"/>
                    </a:cubicBezTo>
                    <a:cubicBezTo>
                      <a:pt x="2846" y="4713"/>
                      <a:pt x="2849" y="4721"/>
                      <a:pt x="2847" y="4727"/>
                    </a:cubicBezTo>
                    <a:lnTo>
                      <a:pt x="2847" y="4727"/>
                    </a:lnTo>
                    <a:cubicBezTo>
                      <a:pt x="2844" y="4733"/>
                      <a:pt x="2837" y="4736"/>
                      <a:pt x="2830" y="4734"/>
                    </a:cubicBezTo>
                    <a:cubicBezTo>
                      <a:pt x="2824" y="4731"/>
                      <a:pt x="2821" y="4724"/>
                      <a:pt x="2824" y="4717"/>
                    </a:cubicBezTo>
                    <a:close/>
                    <a:moveTo>
                      <a:pt x="2845" y="4672"/>
                    </a:moveTo>
                    <a:lnTo>
                      <a:pt x="2845" y="4672"/>
                    </a:lnTo>
                    <a:cubicBezTo>
                      <a:pt x="2847" y="4666"/>
                      <a:pt x="2855" y="4663"/>
                      <a:pt x="2861" y="4665"/>
                    </a:cubicBezTo>
                    <a:cubicBezTo>
                      <a:pt x="2867" y="4668"/>
                      <a:pt x="2870" y="4675"/>
                      <a:pt x="2868" y="4682"/>
                    </a:cubicBezTo>
                    <a:lnTo>
                      <a:pt x="2868" y="4682"/>
                    </a:lnTo>
                    <a:cubicBezTo>
                      <a:pt x="2865" y="4688"/>
                      <a:pt x="2858" y="4691"/>
                      <a:pt x="2851" y="4688"/>
                    </a:cubicBezTo>
                    <a:cubicBezTo>
                      <a:pt x="2845" y="4686"/>
                      <a:pt x="2842" y="4678"/>
                      <a:pt x="2845" y="4672"/>
                    </a:cubicBezTo>
                    <a:close/>
                    <a:moveTo>
                      <a:pt x="2866" y="4627"/>
                    </a:moveTo>
                    <a:lnTo>
                      <a:pt x="2866" y="4627"/>
                    </a:lnTo>
                    <a:cubicBezTo>
                      <a:pt x="2868" y="4620"/>
                      <a:pt x="2876" y="4617"/>
                      <a:pt x="2882" y="4620"/>
                    </a:cubicBezTo>
                    <a:cubicBezTo>
                      <a:pt x="2888" y="4622"/>
                      <a:pt x="2892" y="4630"/>
                      <a:pt x="2889" y="4636"/>
                    </a:cubicBezTo>
                    <a:lnTo>
                      <a:pt x="2889" y="4636"/>
                    </a:lnTo>
                    <a:cubicBezTo>
                      <a:pt x="2886" y="4643"/>
                      <a:pt x="2879" y="4646"/>
                      <a:pt x="2872" y="4643"/>
                    </a:cubicBezTo>
                    <a:cubicBezTo>
                      <a:pt x="2866" y="4640"/>
                      <a:pt x="2863" y="4633"/>
                      <a:pt x="2866" y="4627"/>
                    </a:cubicBezTo>
                    <a:close/>
                    <a:moveTo>
                      <a:pt x="2887" y="4581"/>
                    </a:moveTo>
                    <a:lnTo>
                      <a:pt x="2887" y="4581"/>
                    </a:lnTo>
                    <a:cubicBezTo>
                      <a:pt x="2890" y="4575"/>
                      <a:pt x="2897" y="4572"/>
                      <a:pt x="2903" y="4574"/>
                    </a:cubicBezTo>
                    <a:cubicBezTo>
                      <a:pt x="2910" y="4577"/>
                      <a:pt x="2913" y="4584"/>
                      <a:pt x="2910" y="4591"/>
                    </a:cubicBezTo>
                    <a:lnTo>
                      <a:pt x="2910" y="4591"/>
                    </a:lnTo>
                    <a:cubicBezTo>
                      <a:pt x="2907" y="4597"/>
                      <a:pt x="2900" y="4600"/>
                      <a:pt x="2894" y="4598"/>
                    </a:cubicBezTo>
                    <a:cubicBezTo>
                      <a:pt x="2887" y="4595"/>
                      <a:pt x="2884" y="4588"/>
                      <a:pt x="2887" y="4581"/>
                    </a:cubicBezTo>
                    <a:close/>
                    <a:moveTo>
                      <a:pt x="2908" y="4536"/>
                    </a:moveTo>
                    <a:lnTo>
                      <a:pt x="2908" y="4536"/>
                    </a:lnTo>
                    <a:cubicBezTo>
                      <a:pt x="2911" y="4529"/>
                      <a:pt x="2918" y="4526"/>
                      <a:pt x="2924" y="4529"/>
                    </a:cubicBezTo>
                    <a:cubicBezTo>
                      <a:pt x="2931" y="4532"/>
                      <a:pt x="2934" y="4539"/>
                      <a:pt x="2931" y="4545"/>
                    </a:cubicBezTo>
                    <a:lnTo>
                      <a:pt x="2931" y="4545"/>
                    </a:lnTo>
                    <a:cubicBezTo>
                      <a:pt x="2928" y="4552"/>
                      <a:pt x="2921" y="4555"/>
                      <a:pt x="2915" y="4552"/>
                    </a:cubicBezTo>
                    <a:cubicBezTo>
                      <a:pt x="2908" y="4550"/>
                      <a:pt x="2905" y="4542"/>
                      <a:pt x="2908" y="4536"/>
                    </a:cubicBezTo>
                    <a:close/>
                    <a:moveTo>
                      <a:pt x="2929" y="4490"/>
                    </a:moveTo>
                    <a:lnTo>
                      <a:pt x="2929" y="4490"/>
                    </a:lnTo>
                    <a:cubicBezTo>
                      <a:pt x="2932" y="4484"/>
                      <a:pt x="2939" y="4481"/>
                      <a:pt x="2945" y="4484"/>
                    </a:cubicBezTo>
                    <a:cubicBezTo>
                      <a:pt x="2952" y="4486"/>
                      <a:pt x="2955" y="4494"/>
                      <a:pt x="2952" y="4500"/>
                    </a:cubicBezTo>
                    <a:lnTo>
                      <a:pt x="2952" y="4500"/>
                    </a:lnTo>
                    <a:cubicBezTo>
                      <a:pt x="2949" y="4506"/>
                      <a:pt x="2942" y="4509"/>
                      <a:pt x="2936" y="4507"/>
                    </a:cubicBezTo>
                    <a:cubicBezTo>
                      <a:pt x="2929" y="4504"/>
                      <a:pt x="2926" y="4497"/>
                      <a:pt x="2929" y="4490"/>
                    </a:cubicBezTo>
                    <a:close/>
                    <a:moveTo>
                      <a:pt x="2950" y="4445"/>
                    </a:moveTo>
                    <a:lnTo>
                      <a:pt x="2950" y="4445"/>
                    </a:lnTo>
                    <a:cubicBezTo>
                      <a:pt x="2953" y="4439"/>
                      <a:pt x="2960" y="4436"/>
                      <a:pt x="2966" y="4438"/>
                    </a:cubicBezTo>
                    <a:cubicBezTo>
                      <a:pt x="2973" y="4441"/>
                      <a:pt x="2976" y="4448"/>
                      <a:pt x="2973" y="4455"/>
                    </a:cubicBezTo>
                    <a:lnTo>
                      <a:pt x="2973" y="4455"/>
                    </a:lnTo>
                    <a:cubicBezTo>
                      <a:pt x="2971" y="4461"/>
                      <a:pt x="2963" y="4464"/>
                      <a:pt x="2957" y="4461"/>
                    </a:cubicBezTo>
                    <a:cubicBezTo>
                      <a:pt x="2950" y="4459"/>
                      <a:pt x="2947" y="4452"/>
                      <a:pt x="2950" y="4445"/>
                    </a:cubicBezTo>
                    <a:close/>
                    <a:moveTo>
                      <a:pt x="2971" y="4400"/>
                    </a:moveTo>
                    <a:lnTo>
                      <a:pt x="2971" y="4400"/>
                    </a:lnTo>
                    <a:cubicBezTo>
                      <a:pt x="2974" y="4393"/>
                      <a:pt x="2981" y="4390"/>
                      <a:pt x="2988" y="4393"/>
                    </a:cubicBezTo>
                    <a:cubicBezTo>
                      <a:pt x="2994" y="4396"/>
                      <a:pt x="2997" y="4403"/>
                      <a:pt x="2994" y="4409"/>
                    </a:cubicBezTo>
                    <a:lnTo>
                      <a:pt x="2994" y="4409"/>
                    </a:lnTo>
                    <a:cubicBezTo>
                      <a:pt x="2992" y="4416"/>
                      <a:pt x="2984" y="4419"/>
                      <a:pt x="2978" y="4416"/>
                    </a:cubicBezTo>
                    <a:cubicBezTo>
                      <a:pt x="2972" y="4413"/>
                      <a:pt x="2969" y="4406"/>
                      <a:pt x="2971" y="4400"/>
                    </a:cubicBezTo>
                    <a:close/>
                    <a:moveTo>
                      <a:pt x="2992" y="4354"/>
                    </a:moveTo>
                    <a:lnTo>
                      <a:pt x="2992" y="4354"/>
                    </a:lnTo>
                    <a:cubicBezTo>
                      <a:pt x="2995" y="4348"/>
                      <a:pt x="3002" y="4345"/>
                      <a:pt x="3009" y="4348"/>
                    </a:cubicBezTo>
                    <a:cubicBezTo>
                      <a:pt x="3015" y="4350"/>
                      <a:pt x="3018" y="4358"/>
                      <a:pt x="3015" y="4364"/>
                    </a:cubicBezTo>
                    <a:lnTo>
                      <a:pt x="3015" y="4364"/>
                    </a:lnTo>
                    <a:cubicBezTo>
                      <a:pt x="3013" y="4370"/>
                      <a:pt x="3005" y="4373"/>
                      <a:pt x="2999" y="4371"/>
                    </a:cubicBezTo>
                    <a:cubicBezTo>
                      <a:pt x="2993" y="4368"/>
                      <a:pt x="2990" y="4361"/>
                      <a:pt x="2992" y="4354"/>
                    </a:cubicBezTo>
                    <a:close/>
                    <a:moveTo>
                      <a:pt x="3013" y="4309"/>
                    </a:moveTo>
                    <a:lnTo>
                      <a:pt x="3013" y="4309"/>
                    </a:lnTo>
                    <a:cubicBezTo>
                      <a:pt x="3016" y="4303"/>
                      <a:pt x="3023" y="4300"/>
                      <a:pt x="3030" y="4302"/>
                    </a:cubicBezTo>
                    <a:cubicBezTo>
                      <a:pt x="3036" y="4305"/>
                      <a:pt x="3039" y="4312"/>
                      <a:pt x="3036" y="4319"/>
                    </a:cubicBezTo>
                    <a:lnTo>
                      <a:pt x="3036" y="4319"/>
                    </a:lnTo>
                    <a:cubicBezTo>
                      <a:pt x="3034" y="4325"/>
                      <a:pt x="3026" y="4328"/>
                      <a:pt x="3020" y="4325"/>
                    </a:cubicBezTo>
                    <a:cubicBezTo>
                      <a:pt x="3014" y="4323"/>
                      <a:pt x="3011" y="4315"/>
                      <a:pt x="3013" y="4309"/>
                    </a:cubicBezTo>
                    <a:close/>
                    <a:moveTo>
                      <a:pt x="3034" y="4264"/>
                    </a:moveTo>
                    <a:lnTo>
                      <a:pt x="3034" y="4264"/>
                    </a:lnTo>
                    <a:cubicBezTo>
                      <a:pt x="3037" y="4257"/>
                      <a:pt x="3044" y="4254"/>
                      <a:pt x="3051" y="4257"/>
                    </a:cubicBezTo>
                    <a:cubicBezTo>
                      <a:pt x="3057" y="4260"/>
                      <a:pt x="3060" y="4267"/>
                      <a:pt x="3058" y="4273"/>
                    </a:cubicBezTo>
                    <a:lnTo>
                      <a:pt x="3058" y="4273"/>
                    </a:lnTo>
                    <a:cubicBezTo>
                      <a:pt x="3055" y="4280"/>
                      <a:pt x="3048" y="4283"/>
                      <a:pt x="3041" y="4280"/>
                    </a:cubicBezTo>
                    <a:cubicBezTo>
                      <a:pt x="3035" y="4277"/>
                      <a:pt x="3032" y="4270"/>
                      <a:pt x="3034" y="4264"/>
                    </a:cubicBezTo>
                    <a:close/>
                    <a:moveTo>
                      <a:pt x="3056" y="4218"/>
                    </a:moveTo>
                    <a:lnTo>
                      <a:pt x="3056" y="4218"/>
                    </a:lnTo>
                    <a:cubicBezTo>
                      <a:pt x="3058" y="4212"/>
                      <a:pt x="3066" y="4209"/>
                      <a:pt x="3072" y="4212"/>
                    </a:cubicBezTo>
                    <a:cubicBezTo>
                      <a:pt x="3078" y="4214"/>
                      <a:pt x="3081" y="4222"/>
                      <a:pt x="3079" y="4228"/>
                    </a:cubicBezTo>
                    <a:lnTo>
                      <a:pt x="3079" y="4228"/>
                    </a:lnTo>
                    <a:cubicBezTo>
                      <a:pt x="3076" y="4234"/>
                      <a:pt x="3069" y="4237"/>
                      <a:pt x="3062" y="4235"/>
                    </a:cubicBezTo>
                    <a:cubicBezTo>
                      <a:pt x="3056" y="4232"/>
                      <a:pt x="3053" y="4225"/>
                      <a:pt x="3056" y="4218"/>
                    </a:cubicBezTo>
                    <a:close/>
                    <a:moveTo>
                      <a:pt x="3077" y="4173"/>
                    </a:moveTo>
                    <a:lnTo>
                      <a:pt x="3077" y="4173"/>
                    </a:lnTo>
                    <a:cubicBezTo>
                      <a:pt x="3079" y="4167"/>
                      <a:pt x="3087" y="4164"/>
                      <a:pt x="3093" y="4166"/>
                    </a:cubicBezTo>
                    <a:cubicBezTo>
                      <a:pt x="3099" y="4169"/>
                      <a:pt x="3102" y="4176"/>
                      <a:pt x="3100" y="4183"/>
                    </a:cubicBezTo>
                    <a:lnTo>
                      <a:pt x="3100" y="4183"/>
                    </a:lnTo>
                    <a:cubicBezTo>
                      <a:pt x="3097" y="4189"/>
                      <a:pt x="3090" y="4192"/>
                      <a:pt x="3083" y="4189"/>
                    </a:cubicBezTo>
                    <a:cubicBezTo>
                      <a:pt x="3077" y="4187"/>
                      <a:pt x="3074" y="4179"/>
                      <a:pt x="3077" y="4173"/>
                    </a:cubicBezTo>
                    <a:close/>
                    <a:moveTo>
                      <a:pt x="3098" y="4128"/>
                    </a:moveTo>
                    <a:lnTo>
                      <a:pt x="3098" y="4128"/>
                    </a:lnTo>
                    <a:cubicBezTo>
                      <a:pt x="3100" y="4121"/>
                      <a:pt x="3108" y="4118"/>
                      <a:pt x="3114" y="4121"/>
                    </a:cubicBezTo>
                    <a:cubicBezTo>
                      <a:pt x="3120" y="4123"/>
                      <a:pt x="3123" y="4131"/>
                      <a:pt x="3121" y="4137"/>
                    </a:cubicBezTo>
                    <a:lnTo>
                      <a:pt x="3121" y="4137"/>
                    </a:lnTo>
                    <a:cubicBezTo>
                      <a:pt x="3118" y="4144"/>
                      <a:pt x="3111" y="4147"/>
                      <a:pt x="3104" y="4144"/>
                    </a:cubicBezTo>
                    <a:cubicBezTo>
                      <a:pt x="3098" y="4141"/>
                      <a:pt x="3095" y="4134"/>
                      <a:pt x="3098" y="4128"/>
                    </a:cubicBezTo>
                    <a:close/>
                    <a:moveTo>
                      <a:pt x="3119" y="4082"/>
                    </a:moveTo>
                    <a:lnTo>
                      <a:pt x="3119" y="4082"/>
                    </a:lnTo>
                    <a:cubicBezTo>
                      <a:pt x="3121" y="4076"/>
                      <a:pt x="3129" y="4073"/>
                      <a:pt x="3135" y="4075"/>
                    </a:cubicBezTo>
                    <a:cubicBezTo>
                      <a:pt x="3142" y="4078"/>
                      <a:pt x="3145" y="4085"/>
                      <a:pt x="3142" y="4092"/>
                    </a:cubicBezTo>
                    <a:lnTo>
                      <a:pt x="3142" y="4092"/>
                    </a:lnTo>
                    <a:cubicBezTo>
                      <a:pt x="3139" y="4098"/>
                      <a:pt x="3132" y="4101"/>
                      <a:pt x="3126" y="4099"/>
                    </a:cubicBezTo>
                    <a:cubicBezTo>
                      <a:pt x="3119" y="4096"/>
                      <a:pt x="3116" y="4089"/>
                      <a:pt x="3119" y="4082"/>
                    </a:cubicBezTo>
                    <a:close/>
                    <a:moveTo>
                      <a:pt x="3140" y="4037"/>
                    </a:moveTo>
                    <a:lnTo>
                      <a:pt x="3140" y="4037"/>
                    </a:lnTo>
                    <a:cubicBezTo>
                      <a:pt x="3143" y="4030"/>
                      <a:pt x="3150" y="4027"/>
                      <a:pt x="3156" y="4030"/>
                    </a:cubicBezTo>
                    <a:cubicBezTo>
                      <a:pt x="3163" y="4033"/>
                      <a:pt x="3166" y="4040"/>
                      <a:pt x="3163" y="4046"/>
                    </a:cubicBezTo>
                    <a:lnTo>
                      <a:pt x="3163" y="4046"/>
                    </a:lnTo>
                    <a:cubicBezTo>
                      <a:pt x="3160" y="4053"/>
                      <a:pt x="3153" y="4056"/>
                      <a:pt x="3147" y="4053"/>
                    </a:cubicBezTo>
                    <a:cubicBezTo>
                      <a:pt x="3140" y="4051"/>
                      <a:pt x="3137" y="4043"/>
                      <a:pt x="3140" y="4037"/>
                    </a:cubicBezTo>
                    <a:close/>
                    <a:moveTo>
                      <a:pt x="3161" y="3991"/>
                    </a:moveTo>
                    <a:lnTo>
                      <a:pt x="3161" y="3991"/>
                    </a:lnTo>
                    <a:cubicBezTo>
                      <a:pt x="3164" y="3985"/>
                      <a:pt x="3171" y="3982"/>
                      <a:pt x="3177" y="3985"/>
                    </a:cubicBezTo>
                    <a:cubicBezTo>
                      <a:pt x="3184" y="3987"/>
                      <a:pt x="3187" y="3995"/>
                      <a:pt x="3184" y="4001"/>
                    </a:cubicBezTo>
                    <a:lnTo>
                      <a:pt x="3184" y="4001"/>
                    </a:lnTo>
                    <a:cubicBezTo>
                      <a:pt x="3181" y="4007"/>
                      <a:pt x="3174" y="4010"/>
                      <a:pt x="3168" y="4008"/>
                    </a:cubicBezTo>
                    <a:cubicBezTo>
                      <a:pt x="3161" y="4005"/>
                      <a:pt x="3158" y="3998"/>
                      <a:pt x="3161" y="3991"/>
                    </a:cubicBezTo>
                    <a:close/>
                    <a:moveTo>
                      <a:pt x="3182" y="3946"/>
                    </a:moveTo>
                    <a:lnTo>
                      <a:pt x="3182" y="3946"/>
                    </a:lnTo>
                    <a:cubicBezTo>
                      <a:pt x="3185" y="3940"/>
                      <a:pt x="3192" y="3937"/>
                      <a:pt x="3198" y="3939"/>
                    </a:cubicBezTo>
                    <a:cubicBezTo>
                      <a:pt x="3205" y="3942"/>
                      <a:pt x="3208" y="3949"/>
                      <a:pt x="3205" y="3956"/>
                    </a:cubicBezTo>
                    <a:lnTo>
                      <a:pt x="3205" y="3956"/>
                    </a:lnTo>
                    <a:cubicBezTo>
                      <a:pt x="3202" y="3962"/>
                      <a:pt x="3195" y="3965"/>
                      <a:pt x="3189" y="3962"/>
                    </a:cubicBezTo>
                    <a:cubicBezTo>
                      <a:pt x="3182" y="3960"/>
                      <a:pt x="3179" y="3953"/>
                      <a:pt x="3182" y="394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000000"/>
                </a:solidFill>
                <a:prstDash val="solid"/>
                <a:bevel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4" name="Rectangle 32"/>
          <p:cNvSpPr>
            <a:spLocks noChangeArrowheads="1"/>
          </p:cNvSpPr>
          <p:nvPr/>
        </p:nvSpPr>
        <p:spPr bwMode="auto">
          <a:xfrm>
            <a:off x="1032409" y="3009900"/>
            <a:ext cx="946669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rgbClr val="000000"/>
                </a:solidFill>
              </a:rPr>
              <a:t>Base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</a:rPr>
              <a:t>Ingredients</a:t>
            </a:r>
            <a:endParaRPr lang="en-US" sz="1600" b="1" dirty="0"/>
          </a:p>
        </p:txBody>
      </p:sp>
      <p:sp>
        <p:nvSpPr>
          <p:cNvPr id="35" name="Rectangle 33"/>
          <p:cNvSpPr>
            <a:spLocks noChangeArrowheads="1"/>
          </p:cNvSpPr>
          <p:nvPr/>
        </p:nvSpPr>
        <p:spPr bwMode="auto">
          <a:xfrm>
            <a:off x="1371600" y="3467100"/>
            <a:ext cx="887413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>
            <a:spAutoFit/>
          </a:bodyPr>
          <a:lstStyle/>
          <a:p>
            <a:pPr>
              <a:buFontTx/>
              <a:buChar char="-"/>
            </a:pPr>
            <a:r>
              <a:rPr lang="en-US" sz="1400">
                <a:solidFill>
                  <a:srgbClr val="000000"/>
                </a:solidFill>
              </a:rPr>
              <a:t>Beef,</a:t>
            </a:r>
          </a:p>
          <a:p>
            <a:r>
              <a:rPr lang="en-US" sz="1400">
                <a:solidFill>
                  <a:srgbClr val="000000"/>
                </a:solidFill>
              </a:rPr>
              <a:t>Sauce, etc.</a:t>
            </a:r>
            <a:endParaRPr lang="en-US" sz="1400"/>
          </a:p>
        </p:txBody>
      </p:sp>
      <p:sp>
        <p:nvSpPr>
          <p:cNvPr id="36" name="Rectangle 34"/>
          <p:cNvSpPr>
            <a:spLocks noChangeArrowheads="1"/>
          </p:cNvSpPr>
          <p:nvPr/>
        </p:nvSpPr>
        <p:spPr bwMode="auto">
          <a:xfrm>
            <a:off x="1371600" y="3924300"/>
            <a:ext cx="92392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>
            <a:spAutoFit/>
          </a:bodyPr>
          <a:lstStyle/>
          <a:p>
            <a:pPr algn="ctr">
              <a:buFontTx/>
              <a:buChar char="-"/>
            </a:pPr>
            <a:r>
              <a:rPr lang="en-US" sz="1400" dirty="0">
                <a:solidFill>
                  <a:srgbClr val="000000"/>
                </a:solidFill>
              </a:rPr>
              <a:t>From Food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</a:rPr>
              <a:t>Distributor</a:t>
            </a:r>
            <a:endParaRPr lang="en-US" sz="1400" dirty="0"/>
          </a:p>
        </p:txBody>
      </p:sp>
      <p:sp>
        <p:nvSpPr>
          <p:cNvPr id="44" name="Rectangle 47"/>
          <p:cNvSpPr>
            <a:spLocks noChangeArrowheads="1"/>
          </p:cNvSpPr>
          <p:nvPr/>
        </p:nvSpPr>
        <p:spPr bwMode="auto">
          <a:xfrm rot="17640000">
            <a:off x="7749382" y="5006181"/>
            <a:ext cx="6111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>
            <a:spAutoFit/>
          </a:bodyPr>
          <a:lstStyle/>
          <a:p>
            <a:r>
              <a:rPr lang="en-US" sz="1600" b="1">
                <a:solidFill>
                  <a:srgbClr val="000000"/>
                </a:solidFill>
              </a:rPr>
              <a:t>GM 25</a:t>
            </a:r>
            <a:endParaRPr lang="en-US"/>
          </a:p>
        </p:txBody>
      </p:sp>
      <p:sp>
        <p:nvSpPr>
          <p:cNvPr id="45" name="Rectangle 49"/>
          <p:cNvSpPr>
            <a:spLocks noChangeArrowheads="1"/>
          </p:cNvSpPr>
          <p:nvPr/>
        </p:nvSpPr>
        <p:spPr bwMode="auto">
          <a:xfrm rot="17640000">
            <a:off x="8081963" y="4494212"/>
            <a:ext cx="406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>
            <a:spAutoFit/>
          </a:bodyPr>
          <a:lstStyle/>
          <a:p>
            <a:r>
              <a:rPr lang="en-US" sz="1600" b="1">
                <a:solidFill>
                  <a:srgbClr val="000000"/>
                </a:solidFill>
              </a:rPr>
              <a:t>30%</a:t>
            </a:r>
            <a:endParaRPr lang="en-US"/>
          </a:p>
        </p:txBody>
      </p:sp>
      <p:sp>
        <p:nvSpPr>
          <p:cNvPr id="46" name="Rectangle 50"/>
          <p:cNvSpPr>
            <a:spLocks noChangeArrowheads="1"/>
          </p:cNvSpPr>
          <p:nvPr/>
        </p:nvSpPr>
        <p:spPr bwMode="auto">
          <a:xfrm rot="17520000">
            <a:off x="2221707" y="5082381"/>
            <a:ext cx="6111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>
            <a:spAutoFit/>
          </a:bodyPr>
          <a:lstStyle/>
          <a:p>
            <a:r>
              <a:rPr lang="en-US" sz="1600" b="1">
                <a:solidFill>
                  <a:srgbClr val="000000"/>
                </a:solidFill>
              </a:rPr>
              <a:t>GM 10</a:t>
            </a:r>
            <a:endParaRPr lang="en-US"/>
          </a:p>
        </p:txBody>
      </p:sp>
      <p:sp>
        <p:nvSpPr>
          <p:cNvPr id="47" name="Rectangle 52"/>
          <p:cNvSpPr>
            <a:spLocks noChangeArrowheads="1"/>
          </p:cNvSpPr>
          <p:nvPr/>
        </p:nvSpPr>
        <p:spPr bwMode="auto">
          <a:xfrm rot="17520000">
            <a:off x="2540001" y="4560887"/>
            <a:ext cx="406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>
            <a:spAutoFit/>
          </a:bodyPr>
          <a:lstStyle/>
          <a:p>
            <a:r>
              <a:rPr lang="en-US" sz="1600" b="1">
                <a:solidFill>
                  <a:srgbClr val="000000"/>
                </a:solidFill>
              </a:rPr>
              <a:t>25%</a:t>
            </a:r>
            <a:endParaRPr lang="en-US"/>
          </a:p>
        </p:txBody>
      </p:sp>
      <p:sp>
        <p:nvSpPr>
          <p:cNvPr id="48" name="Rectangle 53"/>
          <p:cNvSpPr>
            <a:spLocks noChangeArrowheads="1"/>
          </p:cNvSpPr>
          <p:nvPr/>
        </p:nvSpPr>
        <p:spPr bwMode="auto">
          <a:xfrm rot="17640000">
            <a:off x="5930107" y="5085556"/>
            <a:ext cx="6111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>
            <a:spAutoFit/>
          </a:bodyPr>
          <a:lstStyle/>
          <a:p>
            <a:r>
              <a:rPr lang="en-US" sz="1600" b="1">
                <a:solidFill>
                  <a:srgbClr val="000000"/>
                </a:solidFill>
              </a:rPr>
              <a:t>GM 15</a:t>
            </a:r>
            <a:endParaRPr lang="en-US"/>
          </a:p>
        </p:txBody>
      </p:sp>
      <p:sp>
        <p:nvSpPr>
          <p:cNvPr id="49" name="Rectangle 55"/>
          <p:cNvSpPr>
            <a:spLocks noChangeArrowheads="1"/>
          </p:cNvSpPr>
          <p:nvPr/>
        </p:nvSpPr>
        <p:spPr bwMode="auto">
          <a:xfrm rot="17640000">
            <a:off x="6269038" y="4575175"/>
            <a:ext cx="406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>
            <a:spAutoFit/>
          </a:bodyPr>
          <a:lstStyle/>
          <a:p>
            <a:r>
              <a:rPr lang="en-US" sz="1600" b="1">
                <a:solidFill>
                  <a:srgbClr val="000000"/>
                </a:solidFill>
              </a:rPr>
              <a:t>35%</a:t>
            </a:r>
            <a:endParaRPr lang="en-US"/>
          </a:p>
        </p:txBody>
      </p:sp>
      <p:sp>
        <p:nvSpPr>
          <p:cNvPr id="50" name="Rectangle 56"/>
          <p:cNvSpPr>
            <a:spLocks noChangeArrowheads="1"/>
          </p:cNvSpPr>
          <p:nvPr/>
        </p:nvSpPr>
        <p:spPr bwMode="auto">
          <a:xfrm rot="17700000">
            <a:off x="4055269" y="4998244"/>
            <a:ext cx="6111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>
            <a:spAutoFit/>
          </a:bodyPr>
          <a:lstStyle/>
          <a:p>
            <a:r>
              <a:rPr lang="en-US" sz="1600" b="1">
                <a:solidFill>
                  <a:srgbClr val="000000"/>
                </a:solidFill>
              </a:rPr>
              <a:t>GM 20</a:t>
            </a:r>
            <a:endParaRPr lang="en-US"/>
          </a:p>
        </p:txBody>
      </p:sp>
      <p:sp>
        <p:nvSpPr>
          <p:cNvPr id="51" name="Rectangle 58"/>
          <p:cNvSpPr>
            <a:spLocks noChangeArrowheads="1"/>
          </p:cNvSpPr>
          <p:nvPr/>
        </p:nvSpPr>
        <p:spPr bwMode="auto">
          <a:xfrm rot="17700000">
            <a:off x="4403726" y="4492625"/>
            <a:ext cx="406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>
            <a:spAutoFit/>
          </a:bodyPr>
          <a:lstStyle/>
          <a:p>
            <a:r>
              <a:rPr lang="en-US" sz="1600" b="1">
                <a:solidFill>
                  <a:srgbClr val="000000"/>
                </a:solidFill>
              </a:rPr>
              <a:t>30%</a:t>
            </a:r>
            <a:endParaRPr lang="en-US"/>
          </a:p>
        </p:txBody>
      </p:sp>
      <p:sp>
        <p:nvSpPr>
          <p:cNvPr id="52" name="Rectangle 59"/>
          <p:cNvSpPr>
            <a:spLocks noChangeArrowheads="1"/>
          </p:cNvSpPr>
          <p:nvPr/>
        </p:nvSpPr>
        <p:spPr bwMode="auto">
          <a:xfrm>
            <a:off x="3067050" y="3252788"/>
            <a:ext cx="847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rgbClr val="000000"/>
                </a:solidFill>
              </a:rPr>
              <a:t>Gourmet</a:t>
            </a:r>
          </a:p>
          <a:p>
            <a:pPr algn="ctr"/>
            <a:r>
              <a:rPr lang="en-US" sz="1600" b="1" dirty="0" smtClean="0">
                <a:solidFill>
                  <a:srgbClr val="000000"/>
                </a:solidFill>
              </a:rPr>
              <a:t>Stew</a:t>
            </a:r>
            <a:endParaRPr lang="en-US" sz="1600" b="1" dirty="0">
              <a:solidFill>
                <a:srgbClr val="000000"/>
              </a:solidFill>
            </a:endParaRPr>
          </a:p>
        </p:txBody>
      </p:sp>
      <p:sp>
        <p:nvSpPr>
          <p:cNvPr id="53" name="Rectangle 60"/>
          <p:cNvSpPr>
            <a:spLocks noChangeArrowheads="1"/>
          </p:cNvSpPr>
          <p:nvPr/>
        </p:nvSpPr>
        <p:spPr bwMode="auto">
          <a:xfrm>
            <a:off x="4814888" y="3238500"/>
            <a:ext cx="11525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600" b="1">
                <a:solidFill>
                  <a:srgbClr val="000000"/>
                </a:solidFill>
              </a:rPr>
              <a:t>Food</a:t>
            </a:r>
          </a:p>
          <a:p>
            <a:pPr algn="ctr"/>
            <a:r>
              <a:rPr lang="en-US" sz="1600" b="1">
                <a:solidFill>
                  <a:srgbClr val="000000"/>
                </a:solidFill>
              </a:rPr>
              <a:t>Distributors</a:t>
            </a:r>
            <a:endParaRPr lang="en-US" b="1"/>
          </a:p>
        </p:txBody>
      </p:sp>
      <p:sp>
        <p:nvSpPr>
          <p:cNvPr id="54" name="Rectangle 61"/>
          <p:cNvSpPr>
            <a:spLocks noChangeArrowheads="1"/>
          </p:cNvSpPr>
          <p:nvPr/>
        </p:nvSpPr>
        <p:spPr bwMode="auto">
          <a:xfrm>
            <a:off x="6896100" y="3238500"/>
            <a:ext cx="77946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</a:rPr>
              <a:t>Grocery</a:t>
            </a:r>
          </a:p>
          <a:p>
            <a:r>
              <a:rPr lang="en-US" sz="1600" b="1" dirty="0">
                <a:solidFill>
                  <a:srgbClr val="000000"/>
                </a:solidFill>
              </a:rPr>
              <a:t>Stores</a:t>
            </a:r>
            <a:endParaRPr lang="en-US" b="1" dirty="0"/>
          </a:p>
        </p:txBody>
      </p:sp>
      <p:sp>
        <p:nvSpPr>
          <p:cNvPr id="107" name="Rectangle 36"/>
          <p:cNvSpPr>
            <a:spLocks noChangeArrowheads="1"/>
          </p:cNvSpPr>
          <p:nvPr/>
        </p:nvSpPr>
        <p:spPr bwMode="auto">
          <a:xfrm rot="17640000" flipH="1">
            <a:off x="2741478" y="4709445"/>
            <a:ext cx="4571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</a:rPr>
              <a:t>-</a:t>
            </a:r>
            <a:endParaRPr lang="en-US" dirty="0"/>
          </a:p>
        </p:txBody>
      </p:sp>
      <p:sp>
        <p:nvSpPr>
          <p:cNvPr id="110" name="Rectangle 57"/>
          <p:cNvSpPr>
            <a:spLocks noChangeArrowheads="1"/>
          </p:cNvSpPr>
          <p:nvPr/>
        </p:nvSpPr>
        <p:spPr bwMode="auto">
          <a:xfrm rot="17700000">
            <a:off x="4472781" y="4706144"/>
            <a:ext cx="682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</a:rPr>
              <a:t>-</a:t>
            </a:r>
            <a:endParaRPr lang="en-US" dirty="0"/>
          </a:p>
        </p:txBody>
      </p:sp>
      <p:sp>
        <p:nvSpPr>
          <p:cNvPr id="112" name="Rectangle 57"/>
          <p:cNvSpPr>
            <a:spLocks noChangeArrowheads="1"/>
          </p:cNvSpPr>
          <p:nvPr/>
        </p:nvSpPr>
        <p:spPr bwMode="auto">
          <a:xfrm rot="17700000">
            <a:off x="6323180" y="4803321"/>
            <a:ext cx="682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</a:rPr>
              <a:t>-</a:t>
            </a:r>
            <a:endParaRPr lang="en-US" dirty="0"/>
          </a:p>
        </p:txBody>
      </p:sp>
      <p:sp>
        <p:nvSpPr>
          <p:cNvPr id="114" name="Rectangle 57"/>
          <p:cNvSpPr>
            <a:spLocks noChangeArrowheads="1"/>
          </p:cNvSpPr>
          <p:nvPr/>
        </p:nvSpPr>
        <p:spPr bwMode="auto">
          <a:xfrm rot="17700000">
            <a:off x="8145423" y="4720487"/>
            <a:ext cx="682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</a:rPr>
              <a:t>-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1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599910" y="13411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Find “Stealth</a:t>
            </a:r>
            <a:r>
              <a:rPr lang="en-US" dirty="0"/>
              <a:t>”</a:t>
            </a:r>
            <a:r>
              <a:rPr lang="en-US" dirty="0" smtClean="0"/>
              <a:t> Competitors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97388994"/>
              </p:ext>
            </p:extLst>
          </p:nvPr>
        </p:nvGraphicFramePr>
        <p:xfrm>
          <a:off x="783125" y="1696897"/>
          <a:ext cx="7666305" cy="4583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1120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40" name="Rectangle 4"/>
          <p:cNvSpPr>
            <a:spLocks noGrp="1" noChangeArrowheads="1"/>
          </p:cNvSpPr>
          <p:nvPr>
            <p:ph type="title"/>
          </p:nvPr>
        </p:nvSpPr>
        <p:spPr>
          <a:xfrm>
            <a:off x="595250" y="155052"/>
            <a:ext cx="8229600" cy="1143000"/>
          </a:xfrm>
        </p:spPr>
        <p:txBody>
          <a:bodyPr/>
          <a:lstStyle/>
          <a:p>
            <a:r>
              <a:rPr lang="en-US" dirty="0"/>
              <a:t>Opportunity</a:t>
            </a:r>
            <a:r>
              <a:rPr lang="en-US" dirty="0" smtClean="0"/>
              <a:t> Checklist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16738" name="Rectangle 2"/>
          <p:cNvSpPr>
            <a:spLocks noChangeArrowheads="1"/>
          </p:cNvSpPr>
          <p:nvPr/>
        </p:nvSpPr>
        <p:spPr bwMode="auto">
          <a:xfrm>
            <a:off x="533400" y="3962400"/>
            <a:ext cx="7772400" cy="76200"/>
          </a:xfrm>
          <a:prstGeom prst="rect">
            <a:avLst/>
          </a:prstGeom>
          <a:solidFill>
            <a:srgbClr val="6CC368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16739" name="Rectangle 3"/>
          <p:cNvSpPr>
            <a:spLocks noChangeArrowheads="1"/>
          </p:cNvSpPr>
          <p:nvPr/>
        </p:nvSpPr>
        <p:spPr bwMode="auto">
          <a:xfrm>
            <a:off x="533400" y="2870202"/>
            <a:ext cx="7924800" cy="762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16741" name="Rectangle 5"/>
          <p:cNvSpPr>
            <a:spLocks noChangeArrowheads="1"/>
          </p:cNvSpPr>
          <p:nvPr/>
        </p:nvSpPr>
        <p:spPr bwMode="auto">
          <a:xfrm>
            <a:off x="0" y="-4048125"/>
            <a:ext cx="9144000" cy="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742" name="Rectangle 6"/>
          <p:cNvSpPr>
            <a:spLocks noChangeArrowheads="1"/>
          </p:cNvSpPr>
          <p:nvPr/>
        </p:nvSpPr>
        <p:spPr bwMode="auto">
          <a:xfrm>
            <a:off x="457200" y="2523070"/>
            <a:ext cx="1447800" cy="778934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algn="ctr"/>
            <a:r>
              <a:rPr lang="en-US" sz="1950" b="1" dirty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16743" name="Rectangle 7"/>
          <p:cNvSpPr>
            <a:spLocks noChangeArrowheads="1"/>
          </p:cNvSpPr>
          <p:nvPr/>
        </p:nvSpPr>
        <p:spPr bwMode="auto">
          <a:xfrm>
            <a:off x="457200" y="3649134"/>
            <a:ext cx="1447800" cy="668867"/>
          </a:xfrm>
          <a:prstGeom prst="rect">
            <a:avLst/>
          </a:prstGeom>
          <a:solidFill>
            <a:srgbClr val="6CC368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algn="ctr"/>
            <a:r>
              <a:rPr lang="en-US" sz="1950" b="1" dirty="0">
                <a:solidFill>
                  <a:srgbClr val="FFFFFF"/>
                </a:solidFill>
              </a:rPr>
              <a:t>Trends</a:t>
            </a:r>
          </a:p>
        </p:txBody>
      </p:sp>
      <p:sp>
        <p:nvSpPr>
          <p:cNvPr id="116744" name="Rectangle 8"/>
          <p:cNvSpPr>
            <a:spLocks noChangeArrowheads="1"/>
          </p:cNvSpPr>
          <p:nvPr/>
        </p:nvSpPr>
        <p:spPr bwMode="auto">
          <a:xfrm>
            <a:off x="2133600" y="3649134"/>
            <a:ext cx="1447800" cy="668867"/>
          </a:xfrm>
          <a:prstGeom prst="rect">
            <a:avLst/>
          </a:prstGeom>
          <a:solidFill>
            <a:srgbClr val="6CC368"/>
          </a:solidFill>
          <a:ln w="9525" algn="ctr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algn="ctr"/>
            <a:r>
              <a:rPr lang="en-US" sz="1950" b="1" dirty="0">
                <a:solidFill>
                  <a:srgbClr val="FFFFFF"/>
                </a:solidFill>
              </a:rPr>
              <a:t>Market size</a:t>
            </a:r>
          </a:p>
        </p:txBody>
      </p:sp>
      <p:sp>
        <p:nvSpPr>
          <p:cNvPr id="116745" name="Rectangle 9"/>
          <p:cNvSpPr>
            <a:spLocks noChangeArrowheads="1"/>
          </p:cNvSpPr>
          <p:nvPr/>
        </p:nvSpPr>
        <p:spPr bwMode="auto">
          <a:xfrm>
            <a:off x="5469467" y="3615269"/>
            <a:ext cx="1447800" cy="753532"/>
          </a:xfrm>
          <a:prstGeom prst="rect">
            <a:avLst/>
          </a:prstGeom>
          <a:solidFill>
            <a:srgbClr val="6CC368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algn="ctr"/>
            <a:r>
              <a:rPr lang="en-US" sz="1950" b="1" dirty="0">
                <a:solidFill>
                  <a:srgbClr val="FFFFFF"/>
                </a:solidFill>
              </a:rPr>
              <a:t>Market</a:t>
            </a:r>
          </a:p>
          <a:p>
            <a:pPr algn="ctr"/>
            <a:r>
              <a:rPr lang="en-US" sz="1950" b="1" dirty="0">
                <a:solidFill>
                  <a:srgbClr val="FFFFFF"/>
                </a:solidFill>
              </a:rPr>
              <a:t>Growth</a:t>
            </a:r>
          </a:p>
        </p:txBody>
      </p:sp>
      <p:sp>
        <p:nvSpPr>
          <p:cNvPr id="116746" name="Rectangle 10"/>
          <p:cNvSpPr>
            <a:spLocks noChangeArrowheads="1"/>
          </p:cNvSpPr>
          <p:nvPr/>
        </p:nvSpPr>
        <p:spPr bwMode="auto">
          <a:xfrm>
            <a:off x="3810000" y="3581400"/>
            <a:ext cx="1447800" cy="838200"/>
          </a:xfrm>
          <a:prstGeom prst="rect">
            <a:avLst/>
          </a:prstGeom>
          <a:solidFill>
            <a:srgbClr val="6CC368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algn="ctr"/>
            <a:r>
              <a:rPr lang="en-US" sz="1950" b="1" dirty="0" smtClean="0">
                <a:solidFill>
                  <a:srgbClr val="FFFFFF"/>
                </a:solidFill>
              </a:rPr>
              <a:t>Price, Rate,</a:t>
            </a:r>
          </a:p>
          <a:p>
            <a:pPr algn="ctr"/>
            <a:r>
              <a:rPr lang="en-US" sz="1950" b="1" dirty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116747" name="Rectangle 11"/>
          <p:cNvSpPr>
            <a:spLocks noChangeArrowheads="1"/>
          </p:cNvSpPr>
          <p:nvPr/>
        </p:nvSpPr>
        <p:spPr bwMode="auto">
          <a:xfrm>
            <a:off x="7162800" y="3649134"/>
            <a:ext cx="1447800" cy="668867"/>
          </a:xfrm>
          <a:prstGeom prst="rect">
            <a:avLst/>
          </a:prstGeom>
          <a:solidFill>
            <a:srgbClr val="6CC368"/>
          </a:solidFill>
          <a:ln w="9525" algn="ctr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algn="ctr"/>
            <a:r>
              <a:rPr lang="en-US" sz="1950" b="1" dirty="0">
                <a:solidFill>
                  <a:srgbClr val="FFFFFF"/>
                </a:solidFill>
              </a:rPr>
              <a:t>Distribution</a:t>
            </a:r>
          </a:p>
        </p:txBody>
      </p:sp>
      <p:sp>
        <p:nvSpPr>
          <p:cNvPr id="116748" name="Rectangle 12"/>
          <p:cNvSpPr>
            <a:spLocks noChangeArrowheads="1"/>
          </p:cNvSpPr>
          <p:nvPr/>
        </p:nvSpPr>
        <p:spPr bwMode="auto">
          <a:xfrm>
            <a:off x="2133600" y="2523070"/>
            <a:ext cx="1447800" cy="778934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algn="ctr"/>
            <a:r>
              <a:rPr lang="en-US" sz="1950" b="1" dirty="0">
                <a:solidFill>
                  <a:srgbClr val="FFFFFF"/>
                </a:solidFill>
              </a:rPr>
              <a:t>Competition</a:t>
            </a:r>
          </a:p>
        </p:txBody>
      </p:sp>
      <p:sp>
        <p:nvSpPr>
          <p:cNvPr id="116749" name="Rectangle 13"/>
          <p:cNvSpPr>
            <a:spLocks noChangeArrowheads="1"/>
          </p:cNvSpPr>
          <p:nvPr/>
        </p:nvSpPr>
        <p:spPr bwMode="auto">
          <a:xfrm>
            <a:off x="3843867" y="4732870"/>
            <a:ext cx="1447800" cy="693547"/>
          </a:xfrm>
          <a:prstGeom prst="rect">
            <a:avLst/>
          </a:prstGeom>
          <a:solidFill>
            <a:srgbClr val="DFB253"/>
          </a:solidFill>
          <a:ln w="9525" algn="ctr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algn="ctr"/>
            <a:r>
              <a:rPr lang="en-US" sz="1950" b="1" dirty="0">
                <a:solidFill>
                  <a:schemeClr val="bg1"/>
                </a:solidFill>
              </a:rPr>
              <a:t>Key Success</a:t>
            </a:r>
          </a:p>
          <a:p>
            <a:pPr algn="ctr"/>
            <a:r>
              <a:rPr lang="en-US" sz="1950" b="1" dirty="0">
                <a:solidFill>
                  <a:schemeClr val="bg1"/>
                </a:solidFill>
              </a:rPr>
              <a:t> Factors</a:t>
            </a:r>
          </a:p>
        </p:txBody>
      </p:sp>
      <p:sp>
        <p:nvSpPr>
          <p:cNvPr id="116750" name="Rectangle 14"/>
          <p:cNvSpPr>
            <a:spLocks noChangeArrowheads="1"/>
          </p:cNvSpPr>
          <p:nvPr/>
        </p:nvSpPr>
        <p:spPr bwMode="auto">
          <a:xfrm>
            <a:off x="3810000" y="2523070"/>
            <a:ext cx="1447800" cy="778934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algn="ctr"/>
            <a:r>
              <a:rPr lang="en-US" sz="1950" b="1" dirty="0">
                <a:solidFill>
                  <a:srgbClr val="FFFFFF"/>
                </a:solidFill>
              </a:rPr>
              <a:t>Vendors</a:t>
            </a:r>
          </a:p>
        </p:txBody>
      </p:sp>
      <p:sp>
        <p:nvSpPr>
          <p:cNvPr id="116751" name="Rectangle 15"/>
          <p:cNvSpPr>
            <a:spLocks noChangeArrowheads="1"/>
          </p:cNvSpPr>
          <p:nvPr/>
        </p:nvSpPr>
        <p:spPr bwMode="auto">
          <a:xfrm>
            <a:off x="5486400" y="2523070"/>
            <a:ext cx="1447800" cy="778934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algn="ctr"/>
            <a:r>
              <a:rPr lang="en-US" sz="1950" b="1" dirty="0">
                <a:solidFill>
                  <a:srgbClr val="FFFFFF"/>
                </a:solidFill>
              </a:rPr>
              <a:t>Government</a:t>
            </a:r>
          </a:p>
        </p:txBody>
      </p:sp>
      <p:sp>
        <p:nvSpPr>
          <p:cNvPr id="116752" name="Rectangle 16"/>
          <p:cNvSpPr>
            <a:spLocks noChangeArrowheads="1"/>
          </p:cNvSpPr>
          <p:nvPr/>
        </p:nvSpPr>
        <p:spPr bwMode="auto">
          <a:xfrm>
            <a:off x="7162800" y="2523070"/>
            <a:ext cx="1447800" cy="778934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algn="ctr"/>
            <a:r>
              <a:rPr lang="en-US" sz="1950" b="1" dirty="0">
                <a:solidFill>
                  <a:srgbClr val="FFFFFF"/>
                </a:solidFill>
              </a:rPr>
              <a:t>Global</a:t>
            </a:r>
          </a:p>
          <a:p>
            <a:pPr algn="ctr"/>
            <a:r>
              <a:rPr lang="en-US" sz="1950" b="1" dirty="0">
                <a:solidFill>
                  <a:srgbClr val="FFFFFF"/>
                </a:solidFill>
              </a:rPr>
              <a:t>Environment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4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dirty="0" smtClean="0"/>
              <a:t>Recap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12648" y="1600200"/>
            <a:ext cx="8153400" cy="4377267"/>
          </a:xfrm>
        </p:spPr>
        <p:txBody>
          <a:bodyPr>
            <a:normAutofit fontScale="92500"/>
          </a:bodyPr>
          <a:lstStyle/>
          <a:p>
            <a:pPr>
              <a:buFont typeface="Wingdings" charset="2"/>
              <a:buChar char="q"/>
            </a:pPr>
            <a:r>
              <a:rPr lang="en-US" dirty="0" smtClean="0"/>
              <a:t>All opportunities start with an idea</a:t>
            </a:r>
          </a:p>
          <a:p>
            <a:pPr>
              <a:buFont typeface="Wingdings" charset="2"/>
              <a:buChar char="q"/>
            </a:pPr>
            <a:r>
              <a:rPr lang="en-US" dirty="0" smtClean="0"/>
              <a:t>There should be an established and growing market</a:t>
            </a:r>
          </a:p>
          <a:p>
            <a:pPr>
              <a:buFont typeface="Wingdings" charset="2"/>
              <a:buChar char="q"/>
            </a:pPr>
            <a:r>
              <a:rPr lang="en-US" dirty="0" smtClean="0"/>
              <a:t>Entrepreneur should have passion for the idea and know the customer</a:t>
            </a:r>
          </a:p>
          <a:p>
            <a:pPr>
              <a:buFont typeface="Wingdings" charset="2"/>
              <a:buChar char="q"/>
            </a:pPr>
            <a:r>
              <a:rPr lang="en-US" dirty="0" smtClean="0"/>
              <a:t>Reach customer better than the competition can</a:t>
            </a:r>
          </a:p>
          <a:p>
            <a:pPr>
              <a:buFont typeface="Wingdings" charset="2"/>
              <a:buChar char="q"/>
            </a:pPr>
            <a:r>
              <a:rPr lang="en-US" dirty="0" smtClean="0"/>
              <a:t>Four favorable elements: customer, competitors, suppliers and government</a:t>
            </a:r>
          </a:p>
          <a:p>
            <a:pPr>
              <a:buFont typeface="Wingdings" charset="2"/>
              <a:buChar char="q"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80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888</TotalTime>
  <Words>567</Words>
  <Application>Microsoft Office PowerPoint</Application>
  <PresentationFormat>On-screen Show (4:3)</PresentationFormat>
  <Paragraphs>195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Visualizing Opportunity</vt:lpstr>
      <vt:lpstr>Idea-to-Opportunity Transition</vt:lpstr>
      <vt:lpstr>See Yourself</vt:lpstr>
      <vt:lpstr>Idea Multiplication:  IDEO Technique</vt:lpstr>
      <vt:lpstr>The Opportunity Space</vt:lpstr>
      <vt:lpstr>The Customer</vt:lpstr>
      <vt:lpstr>Macro Trends: Last 50 years</vt:lpstr>
      <vt:lpstr>S-Curve</vt:lpstr>
      <vt:lpstr>Setting Prices</vt:lpstr>
      <vt:lpstr>The Value Chain: Reaching Customers</vt:lpstr>
      <vt:lpstr>Find “Stealth” Competitors</vt:lpstr>
      <vt:lpstr>Opportunity Checklist</vt:lpstr>
      <vt:lpstr>Recap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</dc:creator>
  <cp:lastModifiedBy>Dallas, Amanda - Hoboken</cp:lastModifiedBy>
  <cp:revision>25</cp:revision>
  <dcterms:created xsi:type="dcterms:W3CDTF">2013-10-12T04:14:45Z</dcterms:created>
  <dcterms:modified xsi:type="dcterms:W3CDTF">2015-03-02T21:21:02Z</dcterms:modified>
</cp:coreProperties>
</file>