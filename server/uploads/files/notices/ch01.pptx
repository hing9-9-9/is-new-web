
<file path=[Content_Types].xml><?xml version="1.0" encoding="utf-8"?>
<Types xmlns="http://schemas.openxmlformats.org/package/2006/content-types">
  <Default Extension="emf" ContentType="image/x-emf"/>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media/image2.jpg" ContentType="image/png"/>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2">
  <p:sldMasterIdLst>
    <p:sldMasterId id="2147483755" r:id="rId1"/>
  </p:sldMasterIdLst>
  <p:notesMasterIdLst>
    <p:notesMasterId r:id="rId16"/>
  </p:notesMasterIdLst>
  <p:handoutMasterIdLst>
    <p:handoutMasterId r:id="rId17"/>
  </p:handoutMasterIdLst>
  <p:sldIdLst>
    <p:sldId id="256" r:id="rId2"/>
    <p:sldId id="257" r:id="rId3"/>
    <p:sldId id="260" r:id="rId4"/>
    <p:sldId id="266" r:id="rId5"/>
    <p:sldId id="287" r:id="rId6"/>
    <p:sldId id="288" r:id="rId7"/>
    <p:sldId id="290" r:id="rId8"/>
    <p:sldId id="263" r:id="rId9"/>
    <p:sldId id="273" r:id="rId10"/>
    <p:sldId id="274" r:id="rId11"/>
    <p:sldId id="275" r:id="rId12"/>
    <p:sldId id="284" r:id="rId13"/>
    <p:sldId id="285" r:id="rId14"/>
    <p:sldId id="286" r:id="rId1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Henry" initials="HM" lastIdx="2" clrIdx="0"/>
  <p:cmAuthor id="1" name="Zacharakis" initials="AZ" lastIdx="1"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6643"/>
    <a:srgbClr val="23732D"/>
    <a:srgbClr val="FFFF66"/>
    <a:srgbClr val="75D58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649" autoAdjust="0"/>
    <p:restoredTop sz="94660"/>
  </p:normalViewPr>
  <p:slideViewPr>
    <p:cSldViewPr>
      <p:cViewPr>
        <p:scale>
          <a:sx n="33" d="100"/>
          <a:sy n="33" d="100"/>
        </p:scale>
        <p:origin x="-2556" y="-888"/>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commentAuthors" Target="commentAuthors.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EAEE230-0F20-4A9E-814F-69CECBBE0655}" type="doc">
      <dgm:prSet loTypeId="urn:microsoft.com/office/officeart/2005/8/layout/chevron1" loCatId="process" qsTypeId="urn:microsoft.com/office/officeart/2005/8/quickstyle/simple1" qsCatId="simple" csTypeId="urn:microsoft.com/office/officeart/2005/8/colors/accent1_2" csCatId="accent1" phldr="1"/>
      <dgm:spPr/>
    </dgm:pt>
    <dgm:pt modelId="{F8660BE9-3694-4220-9A8C-C182F529E75F}">
      <dgm:prSet phldrT="[Text]" custT="1"/>
      <dgm:spPr>
        <a:solidFill>
          <a:schemeClr val="bg1">
            <a:lumMod val="50000"/>
          </a:schemeClr>
        </a:solidFill>
      </dgm:spPr>
      <dgm:t>
        <a:bodyPr/>
        <a:lstStyle/>
        <a:p>
          <a:r>
            <a:rPr lang="en-US" sz="2400" dirty="0" smtClean="0"/>
            <a:t>81% survive</a:t>
          </a:r>
          <a:endParaRPr lang="en-US" sz="2400" dirty="0"/>
        </a:p>
      </dgm:t>
    </dgm:pt>
    <dgm:pt modelId="{334BF106-5103-4254-9791-5DC482AFF099}" type="parTrans" cxnId="{91C40B24-2668-4188-B7A9-AA5BB59E544D}">
      <dgm:prSet/>
      <dgm:spPr/>
      <dgm:t>
        <a:bodyPr/>
        <a:lstStyle/>
        <a:p>
          <a:endParaRPr lang="en-US"/>
        </a:p>
      </dgm:t>
    </dgm:pt>
    <dgm:pt modelId="{1126FDCB-8153-4D3C-96E9-AC563571E747}" type="sibTrans" cxnId="{91C40B24-2668-4188-B7A9-AA5BB59E544D}">
      <dgm:prSet/>
      <dgm:spPr/>
      <dgm:t>
        <a:bodyPr/>
        <a:lstStyle/>
        <a:p>
          <a:endParaRPr lang="en-US"/>
        </a:p>
      </dgm:t>
    </dgm:pt>
    <dgm:pt modelId="{A738EC92-459C-4DED-A248-9F7FB639B4CC}">
      <dgm:prSet phldrT="[Text]" custT="1"/>
      <dgm:spPr>
        <a:solidFill>
          <a:schemeClr val="bg1">
            <a:lumMod val="50000"/>
          </a:schemeClr>
        </a:solidFill>
      </dgm:spPr>
      <dgm:t>
        <a:bodyPr/>
        <a:lstStyle/>
        <a:p>
          <a:r>
            <a:rPr lang="en-US" sz="2400" dirty="0" smtClean="0"/>
            <a:t>65% survive</a:t>
          </a:r>
          <a:endParaRPr lang="en-US" sz="2400" dirty="0"/>
        </a:p>
      </dgm:t>
    </dgm:pt>
    <dgm:pt modelId="{5C143DDD-3E56-4131-AD18-9C8F50A1F107}" type="parTrans" cxnId="{9FA16FB3-2616-42A0-910A-C44794D4A842}">
      <dgm:prSet/>
      <dgm:spPr/>
      <dgm:t>
        <a:bodyPr/>
        <a:lstStyle/>
        <a:p>
          <a:endParaRPr lang="en-US"/>
        </a:p>
      </dgm:t>
    </dgm:pt>
    <dgm:pt modelId="{5675B4AC-B131-473F-9F7F-E529B1E3F55D}" type="sibTrans" cxnId="{9FA16FB3-2616-42A0-910A-C44794D4A842}">
      <dgm:prSet/>
      <dgm:spPr/>
      <dgm:t>
        <a:bodyPr/>
        <a:lstStyle/>
        <a:p>
          <a:endParaRPr lang="en-US"/>
        </a:p>
      </dgm:t>
    </dgm:pt>
    <dgm:pt modelId="{A1F169D4-D358-435A-AF9E-E88EC22657D7}">
      <dgm:prSet phldrT="[Text]" custT="1"/>
      <dgm:spPr>
        <a:solidFill>
          <a:schemeClr val="bg1">
            <a:lumMod val="50000"/>
          </a:schemeClr>
        </a:solidFill>
      </dgm:spPr>
      <dgm:t>
        <a:bodyPr/>
        <a:lstStyle/>
        <a:p>
          <a:r>
            <a:rPr lang="en-US" sz="2400" dirty="0" smtClean="0"/>
            <a:t>40% survive</a:t>
          </a:r>
          <a:endParaRPr lang="en-US" sz="2400" dirty="0"/>
        </a:p>
      </dgm:t>
    </dgm:pt>
    <dgm:pt modelId="{56C0F1DE-DEE4-44F1-8600-393233102BDD}" type="parTrans" cxnId="{B4358844-1415-4DE1-882A-88D3E21763F7}">
      <dgm:prSet/>
      <dgm:spPr/>
      <dgm:t>
        <a:bodyPr/>
        <a:lstStyle/>
        <a:p>
          <a:endParaRPr lang="en-US"/>
        </a:p>
      </dgm:t>
    </dgm:pt>
    <dgm:pt modelId="{37E7088F-8656-496D-BC5B-50153797A802}" type="sibTrans" cxnId="{B4358844-1415-4DE1-882A-88D3E21763F7}">
      <dgm:prSet/>
      <dgm:spPr/>
      <dgm:t>
        <a:bodyPr/>
        <a:lstStyle/>
        <a:p>
          <a:endParaRPr lang="en-US"/>
        </a:p>
      </dgm:t>
    </dgm:pt>
    <dgm:pt modelId="{1984EC6F-40E0-4B75-840C-A6C56CE0FFC6}">
      <dgm:prSet phldrT="[Text]" custT="1"/>
      <dgm:spPr>
        <a:solidFill>
          <a:schemeClr val="bg1">
            <a:lumMod val="50000"/>
          </a:schemeClr>
        </a:solidFill>
      </dgm:spPr>
      <dgm:t>
        <a:bodyPr/>
        <a:lstStyle/>
        <a:p>
          <a:r>
            <a:rPr lang="en-US" sz="2400" dirty="0" smtClean="0"/>
            <a:t>25% survive</a:t>
          </a:r>
          <a:endParaRPr lang="en-US" sz="2400" dirty="0"/>
        </a:p>
      </dgm:t>
    </dgm:pt>
    <dgm:pt modelId="{95181744-F0E1-4C25-BCCD-1C8BC8581588}" type="parTrans" cxnId="{32CF8708-2808-4262-B921-0A00AFA2919B}">
      <dgm:prSet/>
      <dgm:spPr/>
      <dgm:t>
        <a:bodyPr/>
        <a:lstStyle/>
        <a:p>
          <a:endParaRPr lang="en-US"/>
        </a:p>
      </dgm:t>
    </dgm:pt>
    <dgm:pt modelId="{286FDDDF-24AA-4CDE-9035-FF8F1679DCA0}" type="sibTrans" cxnId="{32CF8708-2808-4262-B921-0A00AFA2919B}">
      <dgm:prSet/>
      <dgm:spPr/>
      <dgm:t>
        <a:bodyPr/>
        <a:lstStyle/>
        <a:p>
          <a:endParaRPr lang="en-US"/>
        </a:p>
      </dgm:t>
    </dgm:pt>
    <dgm:pt modelId="{BD2DF218-9923-43D4-8ECB-C379A4889FD1}" type="pres">
      <dgm:prSet presAssocID="{FEAEE230-0F20-4A9E-814F-69CECBBE0655}" presName="Name0" presStyleCnt="0">
        <dgm:presLayoutVars>
          <dgm:dir/>
          <dgm:animLvl val="lvl"/>
          <dgm:resizeHandles val="exact"/>
        </dgm:presLayoutVars>
      </dgm:prSet>
      <dgm:spPr/>
    </dgm:pt>
    <dgm:pt modelId="{2B3C17D3-CF48-41D7-BA67-E32274EF4909}" type="pres">
      <dgm:prSet presAssocID="{F8660BE9-3694-4220-9A8C-C182F529E75F}" presName="parTxOnly" presStyleLbl="node1" presStyleIdx="0" presStyleCnt="4" custScaleX="92613">
        <dgm:presLayoutVars>
          <dgm:chMax val="0"/>
          <dgm:chPref val="0"/>
          <dgm:bulletEnabled val="1"/>
        </dgm:presLayoutVars>
      </dgm:prSet>
      <dgm:spPr/>
      <dgm:t>
        <a:bodyPr/>
        <a:lstStyle/>
        <a:p>
          <a:endParaRPr lang="en-US"/>
        </a:p>
      </dgm:t>
    </dgm:pt>
    <dgm:pt modelId="{4960EC5C-9B66-47B1-B087-3521881F1E41}" type="pres">
      <dgm:prSet presAssocID="{1126FDCB-8153-4D3C-96E9-AC563571E747}" presName="parTxOnlySpace" presStyleCnt="0"/>
      <dgm:spPr/>
    </dgm:pt>
    <dgm:pt modelId="{B790A3F4-5050-4B6D-9E12-29BABB632F44}" type="pres">
      <dgm:prSet presAssocID="{A738EC92-459C-4DED-A248-9F7FB639B4CC}" presName="parTxOnly" presStyleLbl="node1" presStyleIdx="1" presStyleCnt="4" custScaleX="92613">
        <dgm:presLayoutVars>
          <dgm:chMax val="0"/>
          <dgm:chPref val="0"/>
          <dgm:bulletEnabled val="1"/>
        </dgm:presLayoutVars>
      </dgm:prSet>
      <dgm:spPr/>
      <dgm:t>
        <a:bodyPr/>
        <a:lstStyle/>
        <a:p>
          <a:endParaRPr lang="en-US"/>
        </a:p>
      </dgm:t>
    </dgm:pt>
    <dgm:pt modelId="{BAE24D16-085A-48AF-AC9F-296A6EFCE236}" type="pres">
      <dgm:prSet presAssocID="{5675B4AC-B131-473F-9F7F-E529B1E3F55D}" presName="parTxOnlySpace" presStyleCnt="0"/>
      <dgm:spPr/>
    </dgm:pt>
    <dgm:pt modelId="{C9249909-5351-41BE-906B-4520AAD3B448}" type="pres">
      <dgm:prSet presAssocID="{A1F169D4-D358-435A-AF9E-E88EC22657D7}" presName="parTxOnly" presStyleLbl="node1" presStyleIdx="2" presStyleCnt="4" custScaleX="92613">
        <dgm:presLayoutVars>
          <dgm:chMax val="0"/>
          <dgm:chPref val="0"/>
          <dgm:bulletEnabled val="1"/>
        </dgm:presLayoutVars>
      </dgm:prSet>
      <dgm:spPr/>
      <dgm:t>
        <a:bodyPr/>
        <a:lstStyle/>
        <a:p>
          <a:endParaRPr lang="en-US"/>
        </a:p>
      </dgm:t>
    </dgm:pt>
    <dgm:pt modelId="{C7F5BC17-4063-495F-8923-1DC6B325CC36}" type="pres">
      <dgm:prSet presAssocID="{37E7088F-8656-496D-BC5B-50153797A802}" presName="parTxOnlySpace" presStyleCnt="0"/>
      <dgm:spPr/>
    </dgm:pt>
    <dgm:pt modelId="{05DC7E2C-325B-4F26-9EEC-C084795F8718}" type="pres">
      <dgm:prSet presAssocID="{1984EC6F-40E0-4B75-840C-A6C56CE0FFC6}" presName="parTxOnly" presStyleLbl="node1" presStyleIdx="3" presStyleCnt="4" custScaleX="92613">
        <dgm:presLayoutVars>
          <dgm:chMax val="0"/>
          <dgm:chPref val="0"/>
          <dgm:bulletEnabled val="1"/>
        </dgm:presLayoutVars>
      </dgm:prSet>
      <dgm:spPr/>
      <dgm:t>
        <a:bodyPr/>
        <a:lstStyle/>
        <a:p>
          <a:endParaRPr lang="en-US"/>
        </a:p>
      </dgm:t>
    </dgm:pt>
  </dgm:ptLst>
  <dgm:cxnLst>
    <dgm:cxn modelId="{E2B5C579-E1FF-4FE2-95C6-1E47FE6E2185}" type="presOf" srcId="{FEAEE230-0F20-4A9E-814F-69CECBBE0655}" destId="{BD2DF218-9923-43D4-8ECB-C379A4889FD1}" srcOrd="0" destOrd="0" presId="urn:microsoft.com/office/officeart/2005/8/layout/chevron1"/>
    <dgm:cxn modelId="{DFA00939-05A1-4A37-A4B0-788EFA684A3B}" type="presOf" srcId="{A1F169D4-D358-435A-AF9E-E88EC22657D7}" destId="{C9249909-5351-41BE-906B-4520AAD3B448}" srcOrd="0" destOrd="0" presId="urn:microsoft.com/office/officeart/2005/8/layout/chevron1"/>
    <dgm:cxn modelId="{44DB510D-8D11-4449-AAA9-886FF6EA61C5}" type="presOf" srcId="{F8660BE9-3694-4220-9A8C-C182F529E75F}" destId="{2B3C17D3-CF48-41D7-BA67-E32274EF4909}" srcOrd="0" destOrd="0" presId="urn:microsoft.com/office/officeart/2005/8/layout/chevron1"/>
    <dgm:cxn modelId="{91C40B24-2668-4188-B7A9-AA5BB59E544D}" srcId="{FEAEE230-0F20-4A9E-814F-69CECBBE0655}" destId="{F8660BE9-3694-4220-9A8C-C182F529E75F}" srcOrd="0" destOrd="0" parTransId="{334BF106-5103-4254-9791-5DC482AFF099}" sibTransId="{1126FDCB-8153-4D3C-96E9-AC563571E747}"/>
    <dgm:cxn modelId="{35016733-49FE-4641-9407-BD5F640FC65A}" type="presOf" srcId="{A738EC92-459C-4DED-A248-9F7FB639B4CC}" destId="{B790A3F4-5050-4B6D-9E12-29BABB632F44}" srcOrd="0" destOrd="0" presId="urn:microsoft.com/office/officeart/2005/8/layout/chevron1"/>
    <dgm:cxn modelId="{9FA16FB3-2616-42A0-910A-C44794D4A842}" srcId="{FEAEE230-0F20-4A9E-814F-69CECBBE0655}" destId="{A738EC92-459C-4DED-A248-9F7FB639B4CC}" srcOrd="1" destOrd="0" parTransId="{5C143DDD-3E56-4131-AD18-9C8F50A1F107}" sibTransId="{5675B4AC-B131-473F-9F7F-E529B1E3F55D}"/>
    <dgm:cxn modelId="{B4358844-1415-4DE1-882A-88D3E21763F7}" srcId="{FEAEE230-0F20-4A9E-814F-69CECBBE0655}" destId="{A1F169D4-D358-435A-AF9E-E88EC22657D7}" srcOrd="2" destOrd="0" parTransId="{56C0F1DE-DEE4-44F1-8600-393233102BDD}" sibTransId="{37E7088F-8656-496D-BC5B-50153797A802}"/>
    <dgm:cxn modelId="{2328ED1C-0E35-47E2-AE24-9AEFB23D9ED4}" type="presOf" srcId="{1984EC6F-40E0-4B75-840C-A6C56CE0FFC6}" destId="{05DC7E2C-325B-4F26-9EEC-C084795F8718}" srcOrd="0" destOrd="0" presId="urn:microsoft.com/office/officeart/2005/8/layout/chevron1"/>
    <dgm:cxn modelId="{32CF8708-2808-4262-B921-0A00AFA2919B}" srcId="{FEAEE230-0F20-4A9E-814F-69CECBBE0655}" destId="{1984EC6F-40E0-4B75-840C-A6C56CE0FFC6}" srcOrd="3" destOrd="0" parTransId="{95181744-F0E1-4C25-BCCD-1C8BC8581588}" sibTransId="{286FDDDF-24AA-4CDE-9035-FF8F1679DCA0}"/>
    <dgm:cxn modelId="{87574274-5BE3-4A8C-92CF-AFDFA2789862}" type="presParOf" srcId="{BD2DF218-9923-43D4-8ECB-C379A4889FD1}" destId="{2B3C17D3-CF48-41D7-BA67-E32274EF4909}" srcOrd="0" destOrd="0" presId="urn:microsoft.com/office/officeart/2005/8/layout/chevron1"/>
    <dgm:cxn modelId="{EC50CFB1-17FE-4E46-A688-89A3678525FB}" type="presParOf" srcId="{BD2DF218-9923-43D4-8ECB-C379A4889FD1}" destId="{4960EC5C-9B66-47B1-B087-3521881F1E41}" srcOrd="1" destOrd="0" presId="urn:microsoft.com/office/officeart/2005/8/layout/chevron1"/>
    <dgm:cxn modelId="{45651092-BB12-443C-AAC0-6F35225F59A6}" type="presParOf" srcId="{BD2DF218-9923-43D4-8ECB-C379A4889FD1}" destId="{B790A3F4-5050-4B6D-9E12-29BABB632F44}" srcOrd="2" destOrd="0" presId="urn:microsoft.com/office/officeart/2005/8/layout/chevron1"/>
    <dgm:cxn modelId="{91AAB783-4754-4910-A857-C02562D1E985}" type="presParOf" srcId="{BD2DF218-9923-43D4-8ECB-C379A4889FD1}" destId="{BAE24D16-085A-48AF-AC9F-296A6EFCE236}" srcOrd="3" destOrd="0" presId="urn:microsoft.com/office/officeart/2005/8/layout/chevron1"/>
    <dgm:cxn modelId="{525239C7-EB41-4F56-A975-861472C6C03E}" type="presParOf" srcId="{BD2DF218-9923-43D4-8ECB-C379A4889FD1}" destId="{C9249909-5351-41BE-906B-4520AAD3B448}" srcOrd="4" destOrd="0" presId="urn:microsoft.com/office/officeart/2005/8/layout/chevron1"/>
    <dgm:cxn modelId="{BF1C3EA3-3230-4E00-8CDB-E2C85B4DC856}" type="presParOf" srcId="{BD2DF218-9923-43D4-8ECB-C379A4889FD1}" destId="{C7F5BC17-4063-495F-8923-1DC6B325CC36}" srcOrd="5" destOrd="0" presId="urn:microsoft.com/office/officeart/2005/8/layout/chevron1"/>
    <dgm:cxn modelId="{CDE5895C-DAA0-4D5A-BA2A-623DC880CDAB}" type="presParOf" srcId="{BD2DF218-9923-43D4-8ECB-C379A4889FD1}" destId="{05DC7E2C-325B-4F26-9EEC-C084795F8718}" srcOrd="6" destOrd="0" presId="urn:microsoft.com/office/officeart/2005/8/layout/chevron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39F88B2A-57CB-CE49-ABC0-8F2AE83B2F91}" type="doc">
      <dgm:prSet loTypeId="urn:microsoft.com/office/officeart/2005/8/layout/radial5" loCatId="relationship" qsTypeId="urn:microsoft.com/office/officeart/2005/8/quickstyle/3D2" qsCatId="3D" csTypeId="urn:microsoft.com/office/officeart/2005/8/colors/colorful4" csCatId="colorful" phldr="1"/>
      <dgm:spPr/>
      <dgm:t>
        <a:bodyPr/>
        <a:lstStyle/>
        <a:p>
          <a:endParaRPr lang="en-US"/>
        </a:p>
      </dgm:t>
    </dgm:pt>
    <dgm:pt modelId="{6A18E2FA-6707-394D-9388-3F376333C0BD}">
      <dgm:prSet phldrT="[Text]" custT="1"/>
      <dgm:spPr>
        <a:solidFill>
          <a:schemeClr val="accent1">
            <a:lumMod val="75000"/>
          </a:schemeClr>
        </a:solidFill>
      </dgm:spPr>
      <dgm:t>
        <a:bodyPr/>
        <a:lstStyle/>
        <a:p>
          <a:r>
            <a:rPr lang="en-US" sz="1400" dirty="0" smtClean="0">
              <a:solidFill>
                <a:schemeClr val="bg1"/>
              </a:solidFill>
              <a:latin typeface="Adobe Heiti Std R" pitchFamily="34" charset="-128"/>
              <a:ea typeface="Adobe Heiti Std R" pitchFamily="34" charset="-128"/>
            </a:rPr>
            <a:t>Entrepreneurial Framework</a:t>
          </a:r>
          <a:endParaRPr lang="en-US" sz="1400" dirty="0">
            <a:solidFill>
              <a:schemeClr val="bg1"/>
            </a:solidFill>
            <a:latin typeface="Adobe Heiti Std R" pitchFamily="34" charset="-128"/>
            <a:ea typeface="Adobe Heiti Std R" pitchFamily="34" charset="-128"/>
          </a:endParaRPr>
        </a:p>
      </dgm:t>
    </dgm:pt>
    <dgm:pt modelId="{9DB4DCCD-9468-0644-BBE3-7D4E73499783}" type="parTrans" cxnId="{45D27201-F5F3-B744-AB90-DC1BBF571366}">
      <dgm:prSet/>
      <dgm:spPr/>
      <dgm:t>
        <a:bodyPr/>
        <a:lstStyle/>
        <a:p>
          <a:endParaRPr lang="en-US" sz="1400">
            <a:solidFill>
              <a:schemeClr val="bg1"/>
            </a:solidFill>
            <a:latin typeface="Adobe Heiti Std R" pitchFamily="34" charset="-128"/>
            <a:ea typeface="Adobe Heiti Std R" pitchFamily="34" charset="-128"/>
          </a:endParaRPr>
        </a:p>
      </dgm:t>
    </dgm:pt>
    <dgm:pt modelId="{93D791DD-3E95-DA49-AE8B-C571424837CA}" type="sibTrans" cxnId="{45D27201-F5F3-B744-AB90-DC1BBF571366}">
      <dgm:prSet/>
      <dgm:spPr/>
      <dgm:t>
        <a:bodyPr/>
        <a:lstStyle/>
        <a:p>
          <a:endParaRPr lang="en-US" sz="1400">
            <a:solidFill>
              <a:schemeClr val="bg1"/>
            </a:solidFill>
            <a:latin typeface="Adobe Heiti Std R" pitchFamily="34" charset="-128"/>
            <a:ea typeface="Adobe Heiti Std R" pitchFamily="34" charset="-128"/>
          </a:endParaRPr>
        </a:p>
      </dgm:t>
    </dgm:pt>
    <dgm:pt modelId="{83A72FAB-917E-7746-B285-0EF3C0D19A6C}">
      <dgm:prSet phldrT="[Text]" custT="1"/>
      <dgm:spPr/>
      <dgm:t>
        <a:bodyPr/>
        <a:lstStyle/>
        <a:p>
          <a:r>
            <a:rPr lang="en-US" sz="1400" dirty="0" smtClean="0">
              <a:solidFill>
                <a:schemeClr val="bg1"/>
              </a:solidFill>
              <a:latin typeface="Adobe Heiti Std R" pitchFamily="34" charset="-128"/>
              <a:ea typeface="Adobe Heiti Std R" pitchFamily="34" charset="-128"/>
            </a:rPr>
            <a:t>Cultural norms</a:t>
          </a:r>
          <a:endParaRPr lang="en-US" sz="1400" dirty="0">
            <a:solidFill>
              <a:schemeClr val="bg1"/>
            </a:solidFill>
            <a:latin typeface="Adobe Heiti Std R" pitchFamily="34" charset="-128"/>
            <a:ea typeface="Adobe Heiti Std R" pitchFamily="34" charset="-128"/>
          </a:endParaRPr>
        </a:p>
      </dgm:t>
    </dgm:pt>
    <dgm:pt modelId="{C65F5398-9E1F-D140-96A3-8CA4356390F3}" type="parTrans" cxnId="{E94682D9-C17A-F24A-92AB-8F97629A9665}">
      <dgm:prSet custT="1"/>
      <dgm:spPr/>
      <dgm:t>
        <a:bodyPr/>
        <a:lstStyle/>
        <a:p>
          <a:endParaRPr lang="en-US" sz="1400">
            <a:solidFill>
              <a:schemeClr val="bg1"/>
            </a:solidFill>
            <a:latin typeface="Adobe Heiti Std R" pitchFamily="34" charset="-128"/>
            <a:ea typeface="Adobe Heiti Std R" pitchFamily="34" charset="-128"/>
          </a:endParaRPr>
        </a:p>
      </dgm:t>
    </dgm:pt>
    <dgm:pt modelId="{D3FC5E6D-C7F5-B147-A77C-81C6F4662FA3}" type="sibTrans" cxnId="{E94682D9-C17A-F24A-92AB-8F97629A9665}">
      <dgm:prSet/>
      <dgm:spPr/>
      <dgm:t>
        <a:bodyPr/>
        <a:lstStyle/>
        <a:p>
          <a:endParaRPr lang="en-US" sz="1400">
            <a:solidFill>
              <a:schemeClr val="bg1"/>
            </a:solidFill>
            <a:latin typeface="Adobe Heiti Std R" pitchFamily="34" charset="-128"/>
            <a:ea typeface="Adobe Heiti Std R" pitchFamily="34" charset="-128"/>
          </a:endParaRPr>
        </a:p>
      </dgm:t>
    </dgm:pt>
    <dgm:pt modelId="{B0EDB1A5-41D8-7D49-9C5A-3C9C04F2D111}">
      <dgm:prSet phldrT="[Text]" custT="1"/>
      <dgm:spPr/>
      <dgm:t>
        <a:bodyPr/>
        <a:lstStyle/>
        <a:p>
          <a:r>
            <a:rPr lang="en-US" sz="1400" dirty="0" smtClean="0">
              <a:solidFill>
                <a:schemeClr val="bg1"/>
              </a:solidFill>
              <a:latin typeface="Adobe Heiti Std R" pitchFamily="34" charset="-128"/>
              <a:ea typeface="Adobe Heiti Std R" pitchFamily="34" charset="-128"/>
            </a:rPr>
            <a:t>Education &amp; training</a:t>
          </a:r>
          <a:endParaRPr lang="en-US" sz="1400" dirty="0">
            <a:solidFill>
              <a:schemeClr val="bg1"/>
            </a:solidFill>
            <a:latin typeface="Adobe Heiti Std R" pitchFamily="34" charset="-128"/>
            <a:ea typeface="Adobe Heiti Std R" pitchFamily="34" charset="-128"/>
          </a:endParaRPr>
        </a:p>
      </dgm:t>
    </dgm:pt>
    <dgm:pt modelId="{EFDD16E4-A4E0-2146-9607-889AE1AAB406}" type="parTrans" cxnId="{DEE353F5-3990-C84A-89D2-04EE092A43D7}">
      <dgm:prSet custT="1"/>
      <dgm:spPr/>
      <dgm:t>
        <a:bodyPr/>
        <a:lstStyle/>
        <a:p>
          <a:endParaRPr lang="en-US" sz="1400">
            <a:solidFill>
              <a:schemeClr val="bg1"/>
            </a:solidFill>
            <a:latin typeface="Adobe Heiti Std R" pitchFamily="34" charset="-128"/>
            <a:ea typeface="Adobe Heiti Std R" pitchFamily="34" charset="-128"/>
          </a:endParaRPr>
        </a:p>
      </dgm:t>
    </dgm:pt>
    <dgm:pt modelId="{C504C971-7804-0E47-90EF-F761A60CA0F0}" type="sibTrans" cxnId="{DEE353F5-3990-C84A-89D2-04EE092A43D7}">
      <dgm:prSet/>
      <dgm:spPr/>
      <dgm:t>
        <a:bodyPr/>
        <a:lstStyle/>
        <a:p>
          <a:endParaRPr lang="en-US" sz="1400">
            <a:solidFill>
              <a:schemeClr val="bg1"/>
            </a:solidFill>
            <a:latin typeface="Adobe Heiti Std R" pitchFamily="34" charset="-128"/>
            <a:ea typeface="Adobe Heiti Std R" pitchFamily="34" charset="-128"/>
          </a:endParaRPr>
        </a:p>
      </dgm:t>
    </dgm:pt>
    <dgm:pt modelId="{D297D3F5-A025-0148-9478-FB1BFEA5BAA4}">
      <dgm:prSet phldrT="[Text]" custT="1"/>
      <dgm:spPr/>
      <dgm:t>
        <a:bodyPr/>
        <a:lstStyle/>
        <a:p>
          <a:r>
            <a:rPr lang="en-US" sz="1400" dirty="0" smtClean="0">
              <a:solidFill>
                <a:schemeClr val="bg1"/>
              </a:solidFill>
              <a:latin typeface="Adobe Heiti Std R" pitchFamily="34" charset="-128"/>
              <a:ea typeface="Adobe Heiti Std R" pitchFamily="34" charset="-128"/>
            </a:rPr>
            <a:t>R&amp;D transfer</a:t>
          </a:r>
          <a:endParaRPr lang="en-US" sz="1400" dirty="0">
            <a:solidFill>
              <a:schemeClr val="bg1"/>
            </a:solidFill>
            <a:latin typeface="Adobe Heiti Std R" pitchFamily="34" charset="-128"/>
            <a:ea typeface="Adobe Heiti Std R" pitchFamily="34" charset="-128"/>
          </a:endParaRPr>
        </a:p>
      </dgm:t>
    </dgm:pt>
    <dgm:pt modelId="{D7AE0336-6589-9B40-A226-2E774058D0E5}" type="parTrans" cxnId="{B0A45802-19E9-3743-892D-F7AAC56548B3}">
      <dgm:prSet custT="1"/>
      <dgm:spPr/>
      <dgm:t>
        <a:bodyPr/>
        <a:lstStyle/>
        <a:p>
          <a:endParaRPr lang="en-US" sz="1400">
            <a:solidFill>
              <a:schemeClr val="bg1"/>
            </a:solidFill>
            <a:latin typeface="Adobe Heiti Std R" pitchFamily="34" charset="-128"/>
            <a:ea typeface="Adobe Heiti Std R" pitchFamily="34" charset="-128"/>
          </a:endParaRPr>
        </a:p>
      </dgm:t>
    </dgm:pt>
    <dgm:pt modelId="{29162FCE-9D00-6C4A-8E28-77442DF8AF06}" type="sibTrans" cxnId="{B0A45802-19E9-3743-892D-F7AAC56548B3}">
      <dgm:prSet/>
      <dgm:spPr/>
      <dgm:t>
        <a:bodyPr/>
        <a:lstStyle/>
        <a:p>
          <a:endParaRPr lang="en-US" sz="1400">
            <a:solidFill>
              <a:schemeClr val="bg1"/>
            </a:solidFill>
            <a:latin typeface="Adobe Heiti Std R" pitchFamily="34" charset="-128"/>
            <a:ea typeface="Adobe Heiti Std R" pitchFamily="34" charset="-128"/>
          </a:endParaRPr>
        </a:p>
      </dgm:t>
    </dgm:pt>
    <dgm:pt modelId="{75A9B30B-DD43-4949-9611-C7261188ED3F}">
      <dgm:prSet phldrT="[Text]" custT="1"/>
      <dgm:spPr/>
      <dgm:t>
        <a:bodyPr/>
        <a:lstStyle/>
        <a:p>
          <a:r>
            <a:rPr lang="en-US" sz="1400" dirty="0" smtClean="0">
              <a:solidFill>
                <a:schemeClr val="bg1"/>
              </a:solidFill>
              <a:latin typeface="Adobe Heiti Std R" pitchFamily="34" charset="-128"/>
              <a:ea typeface="Adobe Heiti Std R" pitchFamily="34" charset="-128"/>
            </a:rPr>
            <a:t>Commercial &amp; legal</a:t>
          </a:r>
          <a:endParaRPr lang="en-US" sz="1400" dirty="0">
            <a:solidFill>
              <a:schemeClr val="bg1"/>
            </a:solidFill>
            <a:latin typeface="Adobe Heiti Std R" pitchFamily="34" charset="-128"/>
            <a:ea typeface="Adobe Heiti Std R" pitchFamily="34" charset="-128"/>
          </a:endParaRPr>
        </a:p>
      </dgm:t>
    </dgm:pt>
    <dgm:pt modelId="{23784FBC-85BC-D041-9D92-BFC768750355}" type="parTrans" cxnId="{60D8BA1A-4C59-6B4A-BA40-3B95933A935F}">
      <dgm:prSet custT="1"/>
      <dgm:spPr/>
      <dgm:t>
        <a:bodyPr/>
        <a:lstStyle/>
        <a:p>
          <a:endParaRPr lang="en-US" sz="1400">
            <a:solidFill>
              <a:schemeClr val="bg1"/>
            </a:solidFill>
            <a:latin typeface="Adobe Heiti Std R" pitchFamily="34" charset="-128"/>
            <a:ea typeface="Adobe Heiti Std R" pitchFamily="34" charset="-128"/>
          </a:endParaRPr>
        </a:p>
      </dgm:t>
    </dgm:pt>
    <dgm:pt modelId="{935F305F-83E1-A34B-BAF6-E2D6583E3A11}" type="sibTrans" cxnId="{60D8BA1A-4C59-6B4A-BA40-3B95933A935F}">
      <dgm:prSet/>
      <dgm:spPr/>
      <dgm:t>
        <a:bodyPr/>
        <a:lstStyle/>
        <a:p>
          <a:endParaRPr lang="en-US" sz="1400">
            <a:solidFill>
              <a:schemeClr val="bg1"/>
            </a:solidFill>
            <a:latin typeface="Adobe Heiti Std R" pitchFamily="34" charset="-128"/>
            <a:ea typeface="Adobe Heiti Std R" pitchFamily="34" charset="-128"/>
          </a:endParaRPr>
        </a:p>
      </dgm:t>
    </dgm:pt>
    <dgm:pt modelId="{E6A0E692-6884-E64E-BE49-D58F9EE92A96}">
      <dgm:prSet phldrT="[Text]" custT="1"/>
      <dgm:spPr/>
      <dgm:t>
        <a:bodyPr/>
        <a:lstStyle/>
        <a:p>
          <a:r>
            <a:rPr lang="en-US" sz="1400" dirty="0" smtClean="0">
              <a:solidFill>
                <a:schemeClr val="bg1"/>
              </a:solidFill>
              <a:latin typeface="Adobe Heiti Std R" pitchFamily="34" charset="-128"/>
              <a:ea typeface="Adobe Heiti Std R" pitchFamily="34" charset="-128"/>
            </a:rPr>
            <a:t>Internal market openness</a:t>
          </a:r>
          <a:endParaRPr lang="en-US" sz="1400" dirty="0">
            <a:solidFill>
              <a:schemeClr val="bg1"/>
            </a:solidFill>
            <a:latin typeface="Adobe Heiti Std R" pitchFamily="34" charset="-128"/>
            <a:ea typeface="Adobe Heiti Std R" pitchFamily="34" charset="-128"/>
          </a:endParaRPr>
        </a:p>
      </dgm:t>
    </dgm:pt>
    <dgm:pt modelId="{7262CE52-4082-E148-A0DE-E34147A46C80}" type="parTrans" cxnId="{29A64C7C-81D1-AE45-A9A0-5F2F5EA3DC22}">
      <dgm:prSet custT="1"/>
      <dgm:spPr/>
      <dgm:t>
        <a:bodyPr/>
        <a:lstStyle/>
        <a:p>
          <a:endParaRPr lang="en-US" sz="1400">
            <a:solidFill>
              <a:schemeClr val="bg1"/>
            </a:solidFill>
            <a:latin typeface="Adobe Heiti Std R" pitchFamily="34" charset="-128"/>
            <a:ea typeface="Adobe Heiti Std R" pitchFamily="34" charset="-128"/>
          </a:endParaRPr>
        </a:p>
      </dgm:t>
    </dgm:pt>
    <dgm:pt modelId="{0AF8A01D-D8C4-4743-AA37-F1AA228C237D}" type="sibTrans" cxnId="{29A64C7C-81D1-AE45-A9A0-5F2F5EA3DC22}">
      <dgm:prSet/>
      <dgm:spPr/>
      <dgm:t>
        <a:bodyPr/>
        <a:lstStyle/>
        <a:p>
          <a:endParaRPr lang="en-US" sz="1400">
            <a:solidFill>
              <a:schemeClr val="bg1"/>
            </a:solidFill>
            <a:latin typeface="Adobe Heiti Std R" pitchFamily="34" charset="-128"/>
            <a:ea typeface="Adobe Heiti Std R" pitchFamily="34" charset="-128"/>
          </a:endParaRPr>
        </a:p>
      </dgm:t>
    </dgm:pt>
    <dgm:pt modelId="{26758037-5E28-4A44-9DBE-70117DE3E057}">
      <dgm:prSet phldrT="[Text]" custT="1"/>
      <dgm:spPr/>
      <dgm:t>
        <a:bodyPr/>
        <a:lstStyle/>
        <a:p>
          <a:r>
            <a:rPr lang="en-US" sz="1400" dirty="0" smtClean="0">
              <a:solidFill>
                <a:schemeClr val="bg1"/>
              </a:solidFill>
              <a:latin typeface="Adobe Heiti Std R" pitchFamily="34" charset="-128"/>
              <a:ea typeface="Adobe Heiti Std R" pitchFamily="34" charset="-128"/>
            </a:rPr>
            <a:t>Financial</a:t>
          </a:r>
          <a:endParaRPr lang="en-US" sz="1400" dirty="0">
            <a:solidFill>
              <a:schemeClr val="bg1"/>
            </a:solidFill>
            <a:latin typeface="Adobe Heiti Std R" pitchFamily="34" charset="-128"/>
            <a:ea typeface="Adobe Heiti Std R" pitchFamily="34" charset="-128"/>
          </a:endParaRPr>
        </a:p>
      </dgm:t>
    </dgm:pt>
    <dgm:pt modelId="{C646A47D-519D-AD42-80A2-750BA976BAEE}" type="parTrans" cxnId="{43D95714-B1EF-1B42-B52F-25F47FFA948C}">
      <dgm:prSet custT="1"/>
      <dgm:spPr/>
      <dgm:t>
        <a:bodyPr/>
        <a:lstStyle/>
        <a:p>
          <a:endParaRPr lang="en-US" sz="1400">
            <a:solidFill>
              <a:schemeClr val="bg1"/>
            </a:solidFill>
            <a:latin typeface="Adobe Heiti Std R" pitchFamily="34" charset="-128"/>
            <a:ea typeface="Adobe Heiti Std R" pitchFamily="34" charset="-128"/>
          </a:endParaRPr>
        </a:p>
      </dgm:t>
    </dgm:pt>
    <dgm:pt modelId="{A5CDB91D-15C3-0142-9079-0C8A49753103}" type="sibTrans" cxnId="{43D95714-B1EF-1B42-B52F-25F47FFA948C}">
      <dgm:prSet/>
      <dgm:spPr/>
      <dgm:t>
        <a:bodyPr/>
        <a:lstStyle/>
        <a:p>
          <a:endParaRPr lang="en-US" sz="1400">
            <a:solidFill>
              <a:schemeClr val="bg1"/>
            </a:solidFill>
            <a:latin typeface="Adobe Heiti Std R" pitchFamily="34" charset="-128"/>
            <a:ea typeface="Adobe Heiti Std R" pitchFamily="34" charset="-128"/>
          </a:endParaRPr>
        </a:p>
      </dgm:t>
    </dgm:pt>
    <dgm:pt modelId="{AE76C534-CCFE-AB4A-8B66-853262675B2C}">
      <dgm:prSet phldrT="[Text]" custT="1"/>
      <dgm:spPr/>
      <dgm:t>
        <a:bodyPr/>
        <a:lstStyle/>
        <a:p>
          <a:r>
            <a:rPr lang="en-US" sz="1400" dirty="0" smtClean="0">
              <a:solidFill>
                <a:schemeClr val="bg1"/>
              </a:solidFill>
              <a:latin typeface="Adobe Heiti Std R" pitchFamily="34" charset="-128"/>
              <a:ea typeface="Adobe Heiti Std R" pitchFamily="34" charset="-128"/>
            </a:rPr>
            <a:t>People resources</a:t>
          </a:r>
          <a:endParaRPr lang="en-US" sz="1400" dirty="0">
            <a:solidFill>
              <a:schemeClr val="bg1"/>
            </a:solidFill>
            <a:latin typeface="Adobe Heiti Std R" pitchFamily="34" charset="-128"/>
            <a:ea typeface="Adobe Heiti Std R" pitchFamily="34" charset="-128"/>
          </a:endParaRPr>
        </a:p>
      </dgm:t>
    </dgm:pt>
    <dgm:pt modelId="{3E576485-3B50-2045-ADE3-677526E28819}" type="parTrans" cxnId="{BAA03FD7-4B55-1548-9ADB-6D959F1C6EAD}">
      <dgm:prSet custT="1"/>
      <dgm:spPr/>
      <dgm:t>
        <a:bodyPr/>
        <a:lstStyle/>
        <a:p>
          <a:endParaRPr lang="en-US" sz="1400">
            <a:solidFill>
              <a:schemeClr val="bg1"/>
            </a:solidFill>
            <a:latin typeface="Adobe Heiti Std R" pitchFamily="34" charset="-128"/>
            <a:ea typeface="Adobe Heiti Std R" pitchFamily="34" charset="-128"/>
          </a:endParaRPr>
        </a:p>
      </dgm:t>
    </dgm:pt>
    <dgm:pt modelId="{F629AEA3-8559-8645-93B7-5DACB4D5B72A}" type="sibTrans" cxnId="{BAA03FD7-4B55-1548-9ADB-6D959F1C6EAD}">
      <dgm:prSet/>
      <dgm:spPr/>
      <dgm:t>
        <a:bodyPr/>
        <a:lstStyle/>
        <a:p>
          <a:endParaRPr lang="en-US" sz="1400">
            <a:solidFill>
              <a:schemeClr val="bg1"/>
            </a:solidFill>
            <a:latin typeface="Adobe Heiti Std R" pitchFamily="34" charset="-128"/>
            <a:ea typeface="Adobe Heiti Std R" pitchFamily="34" charset="-128"/>
          </a:endParaRPr>
        </a:p>
      </dgm:t>
    </dgm:pt>
    <dgm:pt modelId="{FA7CA447-5FAD-2D42-9E35-9E7D9AE9C3A3}">
      <dgm:prSet phldrT="[Text]" custT="1"/>
      <dgm:spPr/>
      <dgm:t>
        <a:bodyPr/>
        <a:lstStyle/>
        <a:p>
          <a:r>
            <a:rPr lang="en-US" sz="1400" dirty="0" smtClean="0">
              <a:solidFill>
                <a:schemeClr val="bg1"/>
              </a:solidFill>
              <a:latin typeface="Adobe Heiti Std R" pitchFamily="34" charset="-128"/>
              <a:ea typeface="Adobe Heiti Std R" pitchFamily="34" charset="-128"/>
            </a:rPr>
            <a:t>Physical resources</a:t>
          </a:r>
          <a:endParaRPr lang="en-US" sz="1400" dirty="0">
            <a:solidFill>
              <a:schemeClr val="bg1"/>
            </a:solidFill>
            <a:latin typeface="Adobe Heiti Std R" pitchFamily="34" charset="-128"/>
            <a:ea typeface="Adobe Heiti Std R" pitchFamily="34" charset="-128"/>
          </a:endParaRPr>
        </a:p>
      </dgm:t>
    </dgm:pt>
    <dgm:pt modelId="{0FD3A11B-7E2D-DD42-9230-4B5E8481EDA7}" type="parTrans" cxnId="{17091318-95BC-CA46-B5D2-D5C186075A78}">
      <dgm:prSet custT="1"/>
      <dgm:spPr/>
      <dgm:t>
        <a:bodyPr/>
        <a:lstStyle/>
        <a:p>
          <a:endParaRPr lang="en-US" sz="1400">
            <a:solidFill>
              <a:schemeClr val="bg1"/>
            </a:solidFill>
            <a:latin typeface="Adobe Heiti Std R" pitchFamily="34" charset="-128"/>
            <a:ea typeface="Adobe Heiti Std R" pitchFamily="34" charset="-128"/>
          </a:endParaRPr>
        </a:p>
      </dgm:t>
    </dgm:pt>
    <dgm:pt modelId="{9163AABD-18BF-6B41-A4FA-6FE781040185}" type="sibTrans" cxnId="{17091318-95BC-CA46-B5D2-D5C186075A78}">
      <dgm:prSet/>
      <dgm:spPr/>
      <dgm:t>
        <a:bodyPr/>
        <a:lstStyle/>
        <a:p>
          <a:endParaRPr lang="en-US" sz="1400">
            <a:solidFill>
              <a:schemeClr val="bg1"/>
            </a:solidFill>
            <a:latin typeface="Adobe Heiti Std R" pitchFamily="34" charset="-128"/>
            <a:ea typeface="Adobe Heiti Std R" pitchFamily="34" charset="-128"/>
          </a:endParaRPr>
        </a:p>
      </dgm:t>
    </dgm:pt>
    <dgm:pt modelId="{92B94DDD-EEFB-AD41-B59F-D64EB811025A}">
      <dgm:prSet phldrT="[Text]" custT="1"/>
      <dgm:spPr/>
      <dgm:t>
        <a:bodyPr/>
        <a:lstStyle/>
        <a:p>
          <a:r>
            <a:rPr lang="en-US" sz="1400" dirty="0" smtClean="0">
              <a:solidFill>
                <a:schemeClr val="bg1"/>
              </a:solidFill>
              <a:latin typeface="Adobe Heiti Std R" pitchFamily="34" charset="-128"/>
              <a:ea typeface="Adobe Heiti Std R" pitchFamily="34" charset="-128"/>
            </a:rPr>
            <a:t>Government</a:t>
          </a:r>
          <a:endParaRPr lang="en-US" sz="1400" dirty="0">
            <a:solidFill>
              <a:schemeClr val="bg1"/>
            </a:solidFill>
            <a:latin typeface="Adobe Heiti Std R" pitchFamily="34" charset="-128"/>
            <a:ea typeface="Adobe Heiti Std R" pitchFamily="34" charset="-128"/>
          </a:endParaRPr>
        </a:p>
      </dgm:t>
    </dgm:pt>
    <dgm:pt modelId="{8AC0195B-5C58-694E-A76D-0931BAA000B8}" type="sibTrans" cxnId="{80F29291-FF17-9743-9AFC-42F25A6290EA}">
      <dgm:prSet/>
      <dgm:spPr/>
      <dgm:t>
        <a:bodyPr/>
        <a:lstStyle/>
        <a:p>
          <a:endParaRPr lang="en-US" sz="1400">
            <a:solidFill>
              <a:schemeClr val="bg1"/>
            </a:solidFill>
            <a:latin typeface="Adobe Heiti Std R" pitchFamily="34" charset="-128"/>
            <a:ea typeface="Adobe Heiti Std R" pitchFamily="34" charset="-128"/>
          </a:endParaRPr>
        </a:p>
      </dgm:t>
    </dgm:pt>
    <dgm:pt modelId="{AAB75763-4EA3-E647-B610-DBF121666039}" type="parTrans" cxnId="{80F29291-FF17-9743-9AFC-42F25A6290EA}">
      <dgm:prSet custT="1"/>
      <dgm:spPr/>
      <dgm:t>
        <a:bodyPr/>
        <a:lstStyle/>
        <a:p>
          <a:endParaRPr lang="en-US" sz="1400">
            <a:solidFill>
              <a:schemeClr val="bg1"/>
            </a:solidFill>
            <a:latin typeface="Adobe Heiti Std R" pitchFamily="34" charset="-128"/>
            <a:ea typeface="Adobe Heiti Std R" pitchFamily="34" charset="-128"/>
          </a:endParaRPr>
        </a:p>
      </dgm:t>
    </dgm:pt>
    <dgm:pt modelId="{C832DD06-6CFC-7443-9C5C-F854D7AEF8D3}" type="pres">
      <dgm:prSet presAssocID="{39F88B2A-57CB-CE49-ABC0-8F2AE83B2F91}" presName="Name0" presStyleCnt="0">
        <dgm:presLayoutVars>
          <dgm:chMax val="1"/>
          <dgm:dir/>
          <dgm:animLvl val="ctr"/>
          <dgm:resizeHandles val="exact"/>
        </dgm:presLayoutVars>
      </dgm:prSet>
      <dgm:spPr/>
      <dgm:t>
        <a:bodyPr/>
        <a:lstStyle/>
        <a:p>
          <a:endParaRPr lang="en-US"/>
        </a:p>
      </dgm:t>
    </dgm:pt>
    <dgm:pt modelId="{009557D2-BEEB-5F43-A328-13EF18044018}" type="pres">
      <dgm:prSet presAssocID="{6A18E2FA-6707-394D-9388-3F376333C0BD}" presName="centerShape" presStyleLbl="node0" presStyleIdx="0" presStyleCnt="1" custScaleX="261564" custScaleY="96239"/>
      <dgm:spPr/>
      <dgm:t>
        <a:bodyPr/>
        <a:lstStyle/>
        <a:p>
          <a:endParaRPr lang="en-US"/>
        </a:p>
      </dgm:t>
    </dgm:pt>
    <dgm:pt modelId="{8B79973C-F181-964A-BE24-BB081EDA7F46}" type="pres">
      <dgm:prSet presAssocID="{C65F5398-9E1F-D140-96A3-8CA4356390F3}" presName="parTrans" presStyleLbl="sibTrans2D1" presStyleIdx="0" presStyleCnt="9" custAng="10800000"/>
      <dgm:spPr/>
      <dgm:t>
        <a:bodyPr/>
        <a:lstStyle/>
        <a:p>
          <a:endParaRPr lang="en-US"/>
        </a:p>
      </dgm:t>
    </dgm:pt>
    <dgm:pt modelId="{CF24585C-95D9-7547-A7CF-BA1366A0853B}" type="pres">
      <dgm:prSet presAssocID="{C65F5398-9E1F-D140-96A3-8CA4356390F3}" presName="connectorText" presStyleLbl="sibTrans2D1" presStyleIdx="0" presStyleCnt="9"/>
      <dgm:spPr/>
      <dgm:t>
        <a:bodyPr/>
        <a:lstStyle/>
        <a:p>
          <a:endParaRPr lang="en-US"/>
        </a:p>
      </dgm:t>
    </dgm:pt>
    <dgm:pt modelId="{836529DB-CA1C-EB4F-87E0-0E215D754A3F}" type="pres">
      <dgm:prSet presAssocID="{83A72FAB-917E-7746-B285-0EF3C0D19A6C}" presName="node" presStyleLbl="node1" presStyleIdx="0" presStyleCnt="9" custScaleX="165917" custScaleY="108474" custRadScaleRad="96154" custRadScaleInc="-7575">
        <dgm:presLayoutVars>
          <dgm:bulletEnabled val="1"/>
        </dgm:presLayoutVars>
      </dgm:prSet>
      <dgm:spPr/>
      <dgm:t>
        <a:bodyPr/>
        <a:lstStyle/>
        <a:p>
          <a:endParaRPr lang="en-US"/>
        </a:p>
      </dgm:t>
    </dgm:pt>
    <dgm:pt modelId="{812A6538-AC05-8046-AA64-76B18EA6169D}" type="pres">
      <dgm:prSet presAssocID="{EFDD16E4-A4E0-2146-9607-889AE1AAB406}" presName="parTrans" presStyleLbl="sibTrans2D1" presStyleIdx="1" presStyleCnt="9" custAng="10800000"/>
      <dgm:spPr/>
      <dgm:t>
        <a:bodyPr/>
        <a:lstStyle/>
        <a:p>
          <a:endParaRPr lang="en-US"/>
        </a:p>
      </dgm:t>
    </dgm:pt>
    <dgm:pt modelId="{20A8ACBC-7D5C-0445-A959-D2E220499FC9}" type="pres">
      <dgm:prSet presAssocID="{EFDD16E4-A4E0-2146-9607-889AE1AAB406}" presName="connectorText" presStyleLbl="sibTrans2D1" presStyleIdx="1" presStyleCnt="9"/>
      <dgm:spPr/>
      <dgm:t>
        <a:bodyPr/>
        <a:lstStyle/>
        <a:p>
          <a:endParaRPr lang="en-US"/>
        </a:p>
      </dgm:t>
    </dgm:pt>
    <dgm:pt modelId="{C51BE712-33F5-8B46-A816-54D2F7D9CB51}" type="pres">
      <dgm:prSet presAssocID="{B0EDB1A5-41D8-7D49-9C5A-3C9C04F2D111}" presName="node" presStyleLbl="node1" presStyleIdx="1" presStyleCnt="9" custScaleX="165917" custScaleY="108474" custRadScaleRad="116075" custRadScaleInc="43522">
        <dgm:presLayoutVars>
          <dgm:bulletEnabled val="1"/>
        </dgm:presLayoutVars>
      </dgm:prSet>
      <dgm:spPr/>
      <dgm:t>
        <a:bodyPr/>
        <a:lstStyle/>
        <a:p>
          <a:endParaRPr lang="en-US"/>
        </a:p>
      </dgm:t>
    </dgm:pt>
    <dgm:pt modelId="{F8F05745-6A72-9346-AD73-9EBD544EDFCA}" type="pres">
      <dgm:prSet presAssocID="{AAB75763-4EA3-E647-B610-DBF121666039}" presName="parTrans" presStyleLbl="sibTrans2D1" presStyleIdx="2" presStyleCnt="9" custAng="10800000"/>
      <dgm:spPr/>
      <dgm:t>
        <a:bodyPr/>
        <a:lstStyle/>
        <a:p>
          <a:endParaRPr lang="en-US"/>
        </a:p>
      </dgm:t>
    </dgm:pt>
    <dgm:pt modelId="{BE8F7E2B-727A-634E-80B3-FADAF33BE2B8}" type="pres">
      <dgm:prSet presAssocID="{AAB75763-4EA3-E647-B610-DBF121666039}" presName="connectorText" presStyleLbl="sibTrans2D1" presStyleIdx="2" presStyleCnt="9"/>
      <dgm:spPr/>
      <dgm:t>
        <a:bodyPr/>
        <a:lstStyle/>
        <a:p>
          <a:endParaRPr lang="en-US"/>
        </a:p>
      </dgm:t>
    </dgm:pt>
    <dgm:pt modelId="{791302CB-31E3-A549-B957-9709B26DC6EC}" type="pres">
      <dgm:prSet presAssocID="{92B94DDD-EEFB-AD41-B59F-D64EB811025A}" presName="node" presStyleLbl="node1" presStyleIdx="2" presStyleCnt="9" custScaleX="165917" custScaleY="108474" custRadScaleRad="147654" custRadScaleInc="-774">
        <dgm:presLayoutVars>
          <dgm:bulletEnabled val="1"/>
        </dgm:presLayoutVars>
      </dgm:prSet>
      <dgm:spPr/>
      <dgm:t>
        <a:bodyPr/>
        <a:lstStyle/>
        <a:p>
          <a:endParaRPr lang="en-US"/>
        </a:p>
      </dgm:t>
    </dgm:pt>
    <dgm:pt modelId="{79C304BD-8E4A-EF4C-90CC-03B71CE31C60}" type="pres">
      <dgm:prSet presAssocID="{D7AE0336-6589-9B40-A226-2E774058D0E5}" presName="parTrans" presStyleLbl="sibTrans2D1" presStyleIdx="3" presStyleCnt="9" custAng="10800000"/>
      <dgm:spPr/>
      <dgm:t>
        <a:bodyPr/>
        <a:lstStyle/>
        <a:p>
          <a:endParaRPr lang="en-US"/>
        </a:p>
      </dgm:t>
    </dgm:pt>
    <dgm:pt modelId="{122E528D-9F87-8040-AE60-B3B48E72B126}" type="pres">
      <dgm:prSet presAssocID="{D7AE0336-6589-9B40-A226-2E774058D0E5}" presName="connectorText" presStyleLbl="sibTrans2D1" presStyleIdx="3" presStyleCnt="9"/>
      <dgm:spPr/>
      <dgm:t>
        <a:bodyPr/>
        <a:lstStyle/>
        <a:p>
          <a:endParaRPr lang="en-US"/>
        </a:p>
      </dgm:t>
    </dgm:pt>
    <dgm:pt modelId="{A2DEC5AB-47E7-924F-B139-04D77E080E56}" type="pres">
      <dgm:prSet presAssocID="{D297D3F5-A025-0148-9478-FB1BFEA5BAA4}" presName="node" presStyleLbl="node1" presStyleIdx="3" presStyleCnt="9" custScaleX="165917" custScaleY="108474" custRadScaleRad="136603" custRadScaleInc="-66257">
        <dgm:presLayoutVars>
          <dgm:bulletEnabled val="1"/>
        </dgm:presLayoutVars>
      </dgm:prSet>
      <dgm:spPr/>
      <dgm:t>
        <a:bodyPr/>
        <a:lstStyle/>
        <a:p>
          <a:endParaRPr lang="en-US"/>
        </a:p>
      </dgm:t>
    </dgm:pt>
    <dgm:pt modelId="{9C1D8654-9CC3-8948-8C0B-2FAC2BF6CF4C}" type="pres">
      <dgm:prSet presAssocID="{23784FBC-85BC-D041-9D92-BFC768750355}" presName="parTrans" presStyleLbl="sibTrans2D1" presStyleIdx="4" presStyleCnt="9" custAng="10800000"/>
      <dgm:spPr/>
      <dgm:t>
        <a:bodyPr/>
        <a:lstStyle/>
        <a:p>
          <a:endParaRPr lang="en-US"/>
        </a:p>
      </dgm:t>
    </dgm:pt>
    <dgm:pt modelId="{65AC42ED-57BC-294D-820C-C8BC0EFD09DD}" type="pres">
      <dgm:prSet presAssocID="{23784FBC-85BC-D041-9D92-BFC768750355}" presName="connectorText" presStyleLbl="sibTrans2D1" presStyleIdx="4" presStyleCnt="9"/>
      <dgm:spPr/>
      <dgm:t>
        <a:bodyPr/>
        <a:lstStyle/>
        <a:p>
          <a:endParaRPr lang="en-US"/>
        </a:p>
      </dgm:t>
    </dgm:pt>
    <dgm:pt modelId="{27646FA6-06A5-7C48-BEE3-0ED2B0967631}" type="pres">
      <dgm:prSet presAssocID="{75A9B30B-DD43-4949-9611-C7261188ED3F}" presName="node" presStyleLbl="node1" presStyleIdx="4" presStyleCnt="9" custScaleX="165917" custScaleY="108474" custRadScaleRad="111181" custRadScaleInc="-91945">
        <dgm:presLayoutVars>
          <dgm:bulletEnabled val="1"/>
        </dgm:presLayoutVars>
      </dgm:prSet>
      <dgm:spPr/>
      <dgm:t>
        <a:bodyPr/>
        <a:lstStyle/>
        <a:p>
          <a:endParaRPr lang="en-US"/>
        </a:p>
      </dgm:t>
    </dgm:pt>
    <dgm:pt modelId="{546A2E71-2060-8145-BCCB-8453D1E1E57B}" type="pres">
      <dgm:prSet presAssocID="{7262CE52-4082-E148-A0DE-E34147A46C80}" presName="parTrans" presStyleLbl="sibTrans2D1" presStyleIdx="5" presStyleCnt="9" custAng="10800000"/>
      <dgm:spPr/>
      <dgm:t>
        <a:bodyPr/>
        <a:lstStyle/>
        <a:p>
          <a:endParaRPr lang="en-US"/>
        </a:p>
      </dgm:t>
    </dgm:pt>
    <dgm:pt modelId="{0B093714-F290-5948-8D94-6A0933AA2D0D}" type="pres">
      <dgm:prSet presAssocID="{7262CE52-4082-E148-A0DE-E34147A46C80}" presName="connectorText" presStyleLbl="sibTrans2D1" presStyleIdx="5" presStyleCnt="9"/>
      <dgm:spPr/>
      <dgm:t>
        <a:bodyPr/>
        <a:lstStyle/>
        <a:p>
          <a:endParaRPr lang="en-US"/>
        </a:p>
      </dgm:t>
    </dgm:pt>
    <dgm:pt modelId="{3A8CA052-C332-FE4D-A447-FE3BA9B55CD6}" type="pres">
      <dgm:prSet presAssocID="{E6A0E692-6884-E64E-BE49-D58F9EE92A96}" presName="node" presStyleLbl="node1" presStyleIdx="5" presStyleCnt="9" custScaleX="165917" custScaleY="108474" custRadScaleRad="94198" custRadScaleInc="-21719">
        <dgm:presLayoutVars>
          <dgm:bulletEnabled val="1"/>
        </dgm:presLayoutVars>
      </dgm:prSet>
      <dgm:spPr/>
      <dgm:t>
        <a:bodyPr/>
        <a:lstStyle/>
        <a:p>
          <a:endParaRPr lang="en-US"/>
        </a:p>
      </dgm:t>
    </dgm:pt>
    <dgm:pt modelId="{395A8329-BD91-C340-8977-195AD07CFBB4}" type="pres">
      <dgm:prSet presAssocID="{C646A47D-519D-AD42-80A2-750BA976BAEE}" presName="parTrans" presStyleLbl="sibTrans2D1" presStyleIdx="6" presStyleCnt="9" custAng="10800000"/>
      <dgm:spPr/>
      <dgm:t>
        <a:bodyPr/>
        <a:lstStyle/>
        <a:p>
          <a:endParaRPr lang="en-US"/>
        </a:p>
      </dgm:t>
    </dgm:pt>
    <dgm:pt modelId="{97AC9D6E-0AFF-0841-A37D-D1D32E0EED5C}" type="pres">
      <dgm:prSet presAssocID="{C646A47D-519D-AD42-80A2-750BA976BAEE}" presName="connectorText" presStyleLbl="sibTrans2D1" presStyleIdx="6" presStyleCnt="9"/>
      <dgm:spPr/>
      <dgm:t>
        <a:bodyPr/>
        <a:lstStyle/>
        <a:p>
          <a:endParaRPr lang="en-US"/>
        </a:p>
      </dgm:t>
    </dgm:pt>
    <dgm:pt modelId="{AE2BDF47-1924-0248-891F-755F3F1F3918}" type="pres">
      <dgm:prSet presAssocID="{26758037-5E28-4A44-9DBE-70117DE3E057}" presName="node" presStyleLbl="node1" presStyleIdx="6" presStyleCnt="9" custScaleX="165917" custScaleY="108474" custRadScaleRad="121605" custRadScaleInc="18452">
        <dgm:presLayoutVars>
          <dgm:bulletEnabled val="1"/>
        </dgm:presLayoutVars>
      </dgm:prSet>
      <dgm:spPr/>
      <dgm:t>
        <a:bodyPr/>
        <a:lstStyle/>
        <a:p>
          <a:endParaRPr lang="en-US"/>
        </a:p>
      </dgm:t>
    </dgm:pt>
    <dgm:pt modelId="{4EDCD2A3-7263-6340-80AC-1440B8CDAE48}" type="pres">
      <dgm:prSet presAssocID="{3E576485-3B50-2045-ADE3-677526E28819}" presName="parTrans" presStyleLbl="sibTrans2D1" presStyleIdx="7" presStyleCnt="9" custAng="10800000"/>
      <dgm:spPr/>
      <dgm:t>
        <a:bodyPr/>
        <a:lstStyle/>
        <a:p>
          <a:endParaRPr lang="en-US"/>
        </a:p>
      </dgm:t>
    </dgm:pt>
    <dgm:pt modelId="{702CF8EB-EEA7-AF49-A072-04E90B8CD69E}" type="pres">
      <dgm:prSet presAssocID="{3E576485-3B50-2045-ADE3-677526E28819}" presName="connectorText" presStyleLbl="sibTrans2D1" presStyleIdx="7" presStyleCnt="9"/>
      <dgm:spPr/>
      <dgm:t>
        <a:bodyPr/>
        <a:lstStyle/>
        <a:p>
          <a:endParaRPr lang="en-US"/>
        </a:p>
      </dgm:t>
    </dgm:pt>
    <dgm:pt modelId="{A7BFE38E-E304-3248-B7F1-8F8C382178DA}" type="pres">
      <dgm:prSet presAssocID="{AE76C534-CCFE-AB4A-8B66-853262675B2C}" presName="node" presStyleLbl="node1" presStyleIdx="7" presStyleCnt="9" custScaleX="165917" custScaleY="108474" custRadScaleRad="141993" custRadScaleInc="-31819">
        <dgm:presLayoutVars>
          <dgm:bulletEnabled val="1"/>
        </dgm:presLayoutVars>
      </dgm:prSet>
      <dgm:spPr/>
      <dgm:t>
        <a:bodyPr/>
        <a:lstStyle/>
        <a:p>
          <a:endParaRPr lang="en-US"/>
        </a:p>
      </dgm:t>
    </dgm:pt>
    <dgm:pt modelId="{9EB083F0-CBBE-0241-AC48-7C27B290E1E5}" type="pres">
      <dgm:prSet presAssocID="{0FD3A11B-7E2D-DD42-9230-4B5E8481EDA7}" presName="parTrans" presStyleLbl="sibTrans2D1" presStyleIdx="8" presStyleCnt="9" custAng="10800000"/>
      <dgm:spPr/>
      <dgm:t>
        <a:bodyPr/>
        <a:lstStyle/>
        <a:p>
          <a:endParaRPr lang="en-US"/>
        </a:p>
      </dgm:t>
    </dgm:pt>
    <dgm:pt modelId="{6DAF22DC-4F32-ED40-B03E-CCC36F45C177}" type="pres">
      <dgm:prSet presAssocID="{0FD3A11B-7E2D-DD42-9230-4B5E8481EDA7}" presName="connectorText" presStyleLbl="sibTrans2D1" presStyleIdx="8" presStyleCnt="9"/>
      <dgm:spPr/>
      <dgm:t>
        <a:bodyPr/>
        <a:lstStyle/>
        <a:p>
          <a:endParaRPr lang="en-US"/>
        </a:p>
      </dgm:t>
    </dgm:pt>
    <dgm:pt modelId="{DD424675-50C0-344D-876E-0A152D0C4262}" type="pres">
      <dgm:prSet presAssocID="{FA7CA447-5FAD-2D42-9E35-9E7D9AE9C3A3}" presName="node" presStyleLbl="node1" presStyleIdx="8" presStyleCnt="9" custScaleX="171572" custScaleY="116769" custRadScaleRad="114571" custRadScaleInc="-56267">
        <dgm:presLayoutVars>
          <dgm:bulletEnabled val="1"/>
        </dgm:presLayoutVars>
      </dgm:prSet>
      <dgm:spPr/>
      <dgm:t>
        <a:bodyPr/>
        <a:lstStyle/>
        <a:p>
          <a:endParaRPr lang="en-US"/>
        </a:p>
      </dgm:t>
    </dgm:pt>
  </dgm:ptLst>
  <dgm:cxnLst>
    <dgm:cxn modelId="{BC8F1E0F-FEFA-4625-B143-0A53A22EED51}" type="presOf" srcId="{AAB75763-4EA3-E647-B610-DBF121666039}" destId="{F8F05745-6A72-9346-AD73-9EBD544EDFCA}" srcOrd="0" destOrd="0" presId="urn:microsoft.com/office/officeart/2005/8/layout/radial5"/>
    <dgm:cxn modelId="{049827C0-292F-413C-A9A6-3C459BA4FE01}" type="presOf" srcId="{C646A47D-519D-AD42-80A2-750BA976BAEE}" destId="{97AC9D6E-0AFF-0841-A37D-D1D32E0EED5C}" srcOrd="1" destOrd="0" presId="urn:microsoft.com/office/officeart/2005/8/layout/radial5"/>
    <dgm:cxn modelId="{17091318-95BC-CA46-B5D2-D5C186075A78}" srcId="{6A18E2FA-6707-394D-9388-3F376333C0BD}" destId="{FA7CA447-5FAD-2D42-9E35-9E7D9AE9C3A3}" srcOrd="8" destOrd="0" parTransId="{0FD3A11B-7E2D-DD42-9230-4B5E8481EDA7}" sibTransId="{9163AABD-18BF-6B41-A4FA-6FE781040185}"/>
    <dgm:cxn modelId="{B0A45802-19E9-3743-892D-F7AAC56548B3}" srcId="{6A18E2FA-6707-394D-9388-3F376333C0BD}" destId="{D297D3F5-A025-0148-9478-FB1BFEA5BAA4}" srcOrd="3" destOrd="0" parTransId="{D7AE0336-6589-9B40-A226-2E774058D0E5}" sibTransId="{29162FCE-9D00-6C4A-8E28-77442DF8AF06}"/>
    <dgm:cxn modelId="{E94682D9-C17A-F24A-92AB-8F97629A9665}" srcId="{6A18E2FA-6707-394D-9388-3F376333C0BD}" destId="{83A72FAB-917E-7746-B285-0EF3C0D19A6C}" srcOrd="0" destOrd="0" parTransId="{C65F5398-9E1F-D140-96A3-8CA4356390F3}" sibTransId="{D3FC5E6D-C7F5-B147-A77C-81C6F4662FA3}"/>
    <dgm:cxn modelId="{EF769E0F-B340-430E-9978-BA62F25DD6CE}" type="presOf" srcId="{B0EDB1A5-41D8-7D49-9C5A-3C9C04F2D111}" destId="{C51BE712-33F5-8B46-A816-54D2F7D9CB51}" srcOrd="0" destOrd="0" presId="urn:microsoft.com/office/officeart/2005/8/layout/radial5"/>
    <dgm:cxn modelId="{F0D2F776-0E9B-4C88-9EF4-DA4A54F2EE1C}" type="presOf" srcId="{D7AE0336-6589-9B40-A226-2E774058D0E5}" destId="{122E528D-9F87-8040-AE60-B3B48E72B126}" srcOrd="1" destOrd="0" presId="urn:microsoft.com/office/officeart/2005/8/layout/radial5"/>
    <dgm:cxn modelId="{C7263A3F-AA0D-4ADC-97C1-FF8B9082F8CE}" type="presOf" srcId="{23784FBC-85BC-D041-9D92-BFC768750355}" destId="{9C1D8654-9CC3-8948-8C0B-2FAC2BF6CF4C}" srcOrd="0" destOrd="0" presId="urn:microsoft.com/office/officeart/2005/8/layout/radial5"/>
    <dgm:cxn modelId="{CDAE4192-0E26-48DF-90D5-EC063C03B4EF}" type="presOf" srcId="{C65F5398-9E1F-D140-96A3-8CA4356390F3}" destId="{8B79973C-F181-964A-BE24-BB081EDA7F46}" srcOrd="0" destOrd="0" presId="urn:microsoft.com/office/officeart/2005/8/layout/radial5"/>
    <dgm:cxn modelId="{6B97F669-B97A-4F93-853E-F2AE125B1D27}" type="presOf" srcId="{EFDD16E4-A4E0-2146-9607-889AE1AAB406}" destId="{20A8ACBC-7D5C-0445-A959-D2E220499FC9}" srcOrd="1" destOrd="0" presId="urn:microsoft.com/office/officeart/2005/8/layout/radial5"/>
    <dgm:cxn modelId="{E6090046-530A-4763-B9FF-FBE14106F460}" type="presOf" srcId="{0FD3A11B-7E2D-DD42-9230-4B5E8481EDA7}" destId="{9EB083F0-CBBE-0241-AC48-7C27B290E1E5}" srcOrd="0" destOrd="0" presId="urn:microsoft.com/office/officeart/2005/8/layout/radial5"/>
    <dgm:cxn modelId="{724D6D3D-CC86-4C8A-8CA5-5208C11A396D}" type="presOf" srcId="{23784FBC-85BC-D041-9D92-BFC768750355}" destId="{65AC42ED-57BC-294D-820C-C8BC0EFD09DD}" srcOrd="1" destOrd="0" presId="urn:microsoft.com/office/officeart/2005/8/layout/radial5"/>
    <dgm:cxn modelId="{80F29291-FF17-9743-9AFC-42F25A6290EA}" srcId="{6A18E2FA-6707-394D-9388-3F376333C0BD}" destId="{92B94DDD-EEFB-AD41-B59F-D64EB811025A}" srcOrd="2" destOrd="0" parTransId="{AAB75763-4EA3-E647-B610-DBF121666039}" sibTransId="{8AC0195B-5C58-694E-A76D-0931BAA000B8}"/>
    <dgm:cxn modelId="{29A64C7C-81D1-AE45-A9A0-5F2F5EA3DC22}" srcId="{6A18E2FA-6707-394D-9388-3F376333C0BD}" destId="{E6A0E692-6884-E64E-BE49-D58F9EE92A96}" srcOrd="5" destOrd="0" parTransId="{7262CE52-4082-E148-A0DE-E34147A46C80}" sibTransId="{0AF8A01D-D8C4-4743-AA37-F1AA228C237D}"/>
    <dgm:cxn modelId="{45D27201-F5F3-B744-AB90-DC1BBF571366}" srcId="{39F88B2A-57CB-CE49-ABC0-8F2AE83B2F91}" destId="{6A18E2FA-6707-394D-9388-3F376333C0BD}" srcOrd="0" destOrd="0" parTransId="{9DB4DCCD-9468-0644-BBE3-7D4E73499783}" sibTransId="{93D791DD-3E95-DA49-AE8B-C571424837CA}"/>
    <dgm:cxn modelId="{EB50FAB7-2157-465C-9FE0-EC80B044CC73}" type="presOf" srcId="{39F88B2A-57CB-CE49-ABC0-8F2AE83B2F91}" destId="{C832DD06-6CFC-7443-9C5C-F854D7AEF8D3}" srcOrd="0" destOrd="0" presId="urn:microsoft.com/office/officeart/2005/8/layout/radial5"/>
    <dgm:cxn modelId="{48EE2008-9951-44CA-80D3-D66884CC1C24}" type="presOf" srcId="{3E576485-3B50-2045-ADE3-677526E28819}" destId="{4EDCD2A3-7263-6340-80AC-1440B8CDAE48}" srcOrd="0" destOrd="0" presId="urn:microsoft.com/office/officeart/2005/8/layout/radial5"/>
    <dgm:cxn modelId="{8E264500-35A3-4C16-B44B-2A89DCDCB6D6}" type="presOf" srcId="{3E576485-3B50-2045-ADE3-677526E28819}" destId="{702CF8EB-EEA7-AF49-A072-04E90B8CD69E}" srcOrd="1" destOrd="0" presId="urn:microsoft.com/office/officeart/2005/8/layout/radial5"/>
    <dgm:cxn modelId="{ADC5F066-F47D-4B4A-AB61-FFDE28B926E3}" type="presOf" srcId="{D7AE0336-6589-9B40-A226-2E774058D0E5}" destId="{79C304BD-8E4A-EF4C-90CC-03B71CE31C60}" srcOrd="0" destOrd="0" presId="urn:microsoft.com/office/officeart/2005/8/layout/radial5"/>
    <dgm:cxn modelId="{4B006BF1-0C6D-4A61-B229-D78CB8ACF280}" type="presOf" srcId="{EFDD16E4-A4E0-2146-9607-889AE1AAB406}" destId="{812A6538-AC05-8046-AA64-76B18EA6169D}" srcOrd="0" destOrd="0" presId="urn:microsoft.com/office/officeart/2005/8/layout/radial5"/>
    <dgm:cxn modelId="{58EA4FCE-A76C-4DE5-BF1E-B1D33CDC22F2}" type="presOf" srcId="{7262CE52-4082-E148-A0DE-E34147A46C80}" destId="{546A2E71-2060-8145-BCCB-8453D1E1E57B}" srcOrd="0" destOrd="0" presId="urn:microsoft.com/office/officeart/2005/8/layout/radial5"/>
    <dgm:cxn modelId="{32A8D7AA-3A6D-4DAD-9678-376A8B15FADD}" type="presOf" srcId="{6A18E2FA-6707-394D-9388-3F376333C0BD}" destId="{009557D2-BEEB-5F43-A328-13EF18044018}" srcOrd="0" destOrd="0" presId="urn:microsoft.com/office/officeart/2005/8/layout/radial5"/>
    <dgm:cxn modelId="{60D8BA1A-4C59-6B4A-BA40-3B95933A935F}" srcId="{6A18E2FA-6707-394D-9388-3F376333C0BD}" destId="{75A9B30B-DD43-4949-9611-C7261188ED3F}" srcOrd="4" destOrd="0" parTransId="{23784FBC-85BC-D041-9D92-BFC768750355}" sibTransId="{935F305F-83E1-A34B-BAF6-E2D6583E3A11}"/>
    <dgm:cxn modelId="{DE22E125-F1C0-4697-A673-11C06C25641B}" type="presOf" srcId="{AE76C534-CCFE-AB4A-8B66-853262675B2C}" destId="{A7BFE38E-E304-3248-B7F1-8F8C382178DA}" srcOrd="0" destOrd="0" presId="urn:microsoft.com/office/officeart/2005/8/layout/radial5"/>
    <dgm:cxn modelId="{B876A0F1-D2B6-401F-8BC1-651CD4AE4617}" type="presOf" srcId="{75A9B30B-DD43-4949-9611-C7261188ED3F}" destId="{27646FA6-06A5-7C48-BEE3-0ED2B0967631}" srcOrd="0" destOrd="0" presId="urn:microsoft.com/office/officeart/2005/8/layout/radial5"/>
    <dgm:cxn modelId="{7E2A7FD6-C254-4D32-8A16-65F912B350D7}" type="presOf" srcId="{E6A0E692-6884-E64E-BE49-D58F9EE92A96}" destId="{3A8CA052-C332-FE4D-A447-FE3BA9B55CD6}" srcOrd="0" destOrd="0" presId="urn:microsoft.com/office/officeart/2005/8/layout/radial5"/>
    <dgm:cxn modelId="{E64405CB-346F-417E-BAA6-14362F8B48F8}" type="presOf" srcId="{7262CE52-4082-E148-A0DE-E34147A46C80}" destId="{0B093714-F290-5948-8D94-6A0933AA2D0D}" srcOrd="1" destOrd="0" presId="urn:microsoft.com/office/officeart/2005/8/layout/radial5"/>
    <dgm:cxn modelId="{DEE353F5-3990-C84A-89D2-04EE092A43D7}" srcId="{6A18E2FA-6707-394D-9388-3F376333C0BD}" destId="{B0EDB1A5-41D8-7D49-9C5A-3C9C04F2D111}" srcOrd="1" destOrd="0" parTransId="{EFDD16E4-A4E0-2146-9607-889AE1AAB406}" sibTransId="{C504C971-7804-0E47-90EF-F761A60CA0F0}"/>
    <dgm:cxn modelId="{E6727A08-C19F-4E76-8AD8-00BDB26A3794}" type="presOf" srcId="{26758037-5E28-4A44-9DBE-70117DE3E057}" destId="{AE2BDF47-1924-0248-891F-755F3F1F3918}" srcOrd="0" destOrd="0" presId="urn:microsoft.com/office/officeart/2005/8/layout/radial5"/>
    <dgm:cxn modelId="{ED91CE57-4BF4-4AD6-B236-55E676E13468}" type="presOf" srcId="{D297D3F5-A025-0148-9478-FB1BFEA5BAA4}" destId="{A2DEC5AB-47E7-924F-B139-04D77E080E56}" srcOrd="0" destOrd="0" presId="urn:microsoft.com/office/officeart/2005/8/layout/radial5"/>
    <dgm:cxn modelId="{F136873E-2810-4686-9AD7-A3CFF8C90115}" type="presOf" srcId="{C646A47D-519D-AD42-80A2-750BA976BAEE}" destId="{395A8329-BD91-C340-8977-195AD07CFBB4}" srcOrd="0" destOrd="0" presId="urn:microsoft.com/office/officeart/2005/8/layout/radial5"/>
    <dgm:cxn modelId="{C8C1C045-C6AA-455C-8CB8-A287247286A6}" type="presOf" srcId="{AAB75763-4EA3-E647-B610-DBF121666039}" destId="{BE8F7E2B-727A-634E-80B3-FADAF33BE2B8}" srcOrd="1" destOrd="0" presId="urn:microsoft.com/office/officeart/2005/8/layout/radial5"/>
    <dgm:cxn modelId="{398630B2-1B31-4378-ADDF-9E4825149976}" type="presOf" srcId="{92B94DDD-EEFB-AD41-B59F-D64EB811025A}" destId="{791302CB-31E3-A549-B957-9709B26DC6EC}" srcOrd="0" destOrd="0" presId="urn:microsoft.com/office/officeart/2005/8/layout/radial5"/>
    <dgm:cxn modelId="{A731B0C3-DC4E-4083-B509-A464E4717112}" type="presOf" srcId="{FA7CA447-5FAD-2D42-9E35-9E7D9AE9C3A3}" destId="{DD424675-50C0-344D-876E-0A152D0C4262}" srcOrd="0" destOrd="0" presId="urn:microsoft.com/office/officeart/2005/8/layout/radial5"/>
    <dgm:cxn modelId="{21FC0E36-570B-4F93-8512-206FB30272EC}" type="presOf" srcId="{C65F5398-9E1F-D140-96A3-8CA4356390F3}" destId="{CF24585C-95D9-7547-A7CF-BA1366A0853B}" srcOrd="1" destOrd="0" presId="urn:microsoft.com/office/officeart/2005/8/layout/radial5"/>
    <dgm:cxn modelId="{34FF7842-95CF-4241-A2AD-503D9BD3CBF6}" type="presOf" srcId="{83A72FAB-917E-7746-B285-0EF3C0D19A6C}" destId="{836529DB-CA1C-EB4F-87E0-0E215D754A3F}" srcOrd="0" destOrd="0" presId="urn:microsoft.com/office/officeart/2005/8/layout/radial5"/>
    <dgm:cxn modelId="{43D95714-B1EF-1B42-B52F-25F47FFA948C}" srcId="{6A18E2FA-6707-394D-9388-3F376333C0BD}" destId="{26758037-5E28-4A44-9DBE-70117DE3E057}" srcOrd="6" destOrd="0" parTransId="{C646A47D-519D-AD42-80A2-750BA976BAEE}" sibTransId="{A5CDB91D-15C3-0142-9079-0C8A49753103}"/>
    <dgm:cxn modelId="{BAA03FD7-4B55-1548-9ADB-6D959F1C6EAD}" srcId="{6A18E2FA-6707-394D-9388-3F376333C0BD}" destId="{AE76C534-CCFE-AB4A-8B66-853262675B2C}" srcOrd="7" destOrd="0" parTransId="{3E576485-3B50-2045-ADE3-677526E28819}" sibTransId="{F629AEA3-8559-8645-93B7-5DACB4D5B72A}"/>
    <dgm:cxn modelId="{E959CA24-C419-4C82-8D10-1D6EC8526B7D}" type="presOf" srcId="{0FD3A11B-7E2D-DD42-9230-4B5E8481EDA7}" destId="{6DAF22DC-4F32-ED40-B03E-CCC36F45C177}" srcOrd="1" destOrd="0" presId="urn:microsoft.com/office/officeart/2005/8/layout/radial5"/>
    <dgm:cxn modelId="{072A9BD5-97A4-455B-A41D-89A4ABD56D04}" type="presParOf" srcId="{C832DD06-6CFC-7443-9C5C-F854D7AEF8D3}" destId="{009557D2-BEEB-5F43-A328-13EF18044018}" srcOrd="0" destOrd="0" presId="urn:microsoft.com/office/officeart/2005/8/layout/radial5"/>
    <dgm:cxn modelId="{0287986B-847D-43B2-BC5C-7257332DADEA}" type="presParOf" srcId="{C832DD06-6CFC-7443-9C5C-F854D7AEF8D3}" destId="{8B79973C-F181-964A-BE24-BB081EDA7F46}" srcOrd="1" destOrd="0" presId="urn:microsoft.com/office/officeart/2005/8/layout/radial5"/>
    <dgm:cxn modelId="{A18E511B-916E-4F6A-A787-6E63F70C5572}" type="presParOf" srcId="{8B79973C-F181-964A-BE24-BB081EDA7F46}" destId="{CF24585C-95D9-7547-A7CF-BA1366A0853B}" srcOrd="0" destOrd="0" presId="urn:microsoft.com/office/officeart/2005/8/layout/radial5"/>
    <dgm:cxn modelId="{BF3594CE-3807-4D0A-9419-70905F642C2D}" type="presParOf" srcId="{C832DD06-6CFC-7443-9C5C-F854D7AEF8D3}" destId="{836529DB-CA1C-EB4F-87E0-0E215D754A3F}" srcOrd="2" destOrd="0" presId="urn:microsoft.com/office/officeart/2005/8/layout/radial5"/>
    <dgm:cxn modelId="{76B1D7C3-2133-4299-9B46-30643DFB3E93}" type="presParOf" srcId="{C832DD06-6CFC-7443-9C5C-F854D7AEF8D3}" destId="{812A6538-AC05-8046-AA64-76B18EA6169D}" srcOrd="3" destOrd="0" presId="urn:microsoft.com/office/officeart/2005/8/layout/radial5"/>
    <dgm:cxn modelId="{3DC61F0A-E53C-4BE4-9AC9-67B60F8357CE}" type="presParOf" srcId="{812A6538-AC05-8046-AA64-76B18EA6169D}" destId="{20A8ACBC-7D5C-0445-A959-D2E220499FC9}" srcOrd="0" destOrd="0" presId="urn:microsoft.com/office/officeart/2005/8/layout/radial5"/>
    <dgm:cxn modelId="{4441E5E1-4882-443A-9F62-1043CC18BB83}" type="presParOf" srcId="{C832DD06-6CFC-7443-9C5C-F854D7AEF8D3}" destId="{C51BE712-33F5-8B46-A816-54D2F7D9CB51}" srcOrd="4" destOrd="0" presId="urn:microsoft.com/office/officeart/2005/8/layout/radial5"/>
    <dgm:cxn modelId="{E3B36761-9B5B-487B-B59E-289F3BECF55E}" type="presParOf" srcId="{C832DD06-6CFC-7443-9C5C-F854D7AEF8D3}" destId="{F8F05745-6A72-9346-AD73-9EBD544EDFCA}" srcOrd="5" destOrd="0" presId="urn:microsoft.com/office/officeart/2005/8/layout/radial5"/>
    <dgm:cxn modelId="{599D9AB3-8C56-452E-800F-7728B9429139}" type="presParOf" srcId="{F8F05745-6A72-9346-AD73-9EBD544EDFCA}" destId="{BE8F7E2B-727A-634E-80B3-FADAF33BE2B8}" srcOrd="0" destOrd="0" presId="urn:microsoft.com/office/officeart/2005/8/layout/radial5"/>
    <dgm:cxn modelId="{67272EF6-CF9C-4021-AE59-4C4F1042448D}" type="presParOf" srcId="{C832DD06-6CFC-7443-9C5C-F854D7AEF8D3}" destId="{791302CB-31E3-A549-B957-9709B26DC6EC}" srcOrd="6" destOrd="0" presId="urn:microsoft.com/office/officeart/2005/8/layout/radial5"/>
    <dgm:cxn modelId="{EDE27193-1816-4D5D-A299-748794184072}" type="presParOf" srcId="{C832DD06-6CFC-7443-9C5C-F854D7AEF8D3}" destId="{79C304BD-8E4A-EF4C-90CC-03B71CE31C60}" srcOrd="7" destOrd="0" presId="urn:microsoft.com/office/officeart/2005/8/layout/radial5"/>
    <dgm:cxn modelId="{AC3E5319-1AF5-413D-8756-8CBE3C49D74B}" type="presParOf" srcId="{79C304BD-8E4A-EF4C-90CC-03B71CE31C60}" destId="{122E528D-9F87-8040-AE60-B3B48E72B126}" srcOrd="0" destOrd="0" presId="urn:microsoft.com/office/officeart/2005/8/layout/radial5"/>
    <dgm:cxn modelId="{478107DE-CA3C-4F2F-9234-FF105835568D}" type="presParOf" srcId="{C832DD06-6CFC-7443-9C5C-F854D7AEF8D3}" destId="{A2DEC5AB-47E7-924F-B139-04D77E080E56}" srcOrd="8" destOrd="0" presId="urn:microsoft.com/office/officeart/2005/8/layout/radial5"/>
    <dgm:cxn modelId="{1097E457-852A-45B6-9BB8-4C5485E3E16C}" type="presParOf" srcId="{C832DD06-6CFC-7443-9C5C-F854D7AEF8D3}" destId="{9C1D8654-9CC3-8948-8C0B-2FAC2BF6CF4C}" srcOrd="9" destOrd="0" presId="urn:microsoft.com/office/officeart/2005/8/layout/radial5"/>
    <dgm:cxn modelId="{1CA9E8AD-155E-4E8B-90C0-E9A286776D5F}" type="presParOf" srcId="{9C1D8654-9CC3-8948-8C0B-2FAC2BF6CF4C}" destId="{65AC42ED-57BC-294D-820C-C8BC0EFD09DD}" srcOrd="0" destOrd="0" presId="urn:microsoft.com/office/officeart/2005/8/layout/radial5"/>
    <dgm:cxn modelId="{CE9C6CF5-3E16-4B39-8555-CD8A2AF70BA6}" type="presParOf" srcId="{C832DD06-6CFC-7443-9C5C-F854D7AEF8D3}" destId="{27646FA6-06A5-7C48-BEE3-0ED2B0967631}" srcOrd="10" destOrd="0" presId="urn:microsoft.com/office/officeart/2005/8/layout/radial5"/>
    <dgm:cxn modelId="{B8256612-70E7-48DB-9A10-E09347205A5D}" type="presParOf" srcId="{C832DD06-6CFC-7443-9C5C-F854D7AEF8D3}" destId="{546A2E71-2060-8145-BCCB-8453D1E1E57B}" srcOrd="11" destOrd="0" presId="urn:microsoft.com/office/officeart/2005/8/layout/radial5"/>
    <dgm:cxn modelId="{9F4FD75F-FA6E-4434-A51F-1079D0BC3D06}" type="presParOf" srcId="{546A2E71-2060-8145-BCCB-8453D1E1E57B}" destId="{0B093714-F290-5948-8D94-6A0933AA2D0D}" srcOrd="0" destOrd="0" presId="urn:microsoft.com/office/officeart/2005/8/layout/radial5"/>
    <dgm:cxn modelId="{D711118B-EE43-4CCE-B108-C29AB35DC909}" type="presParOf" srcId="{C832DD06-6CFC-7443-9C5C-F854D7AEF8D3}" destId="{3A8CA052-C332-FE4D-A447-FE3BA9B55CD6}" srcOrd="12" destOrd="0" presId="urn:microsoft.com/office/officeart/2005/8/layout/radial5"/>
    <dgm:cxn modelId="{A11770C8-82D0-4EFE-B9D0-01F0833EBB5D}" type="presParOf" srcId="{C832DD06-6CFC-7443-9C5C-F854D7AEF8D3}" destId="{395A8329-BD91-C340-8977-195AD07CFBB4}" srcOrd="13" destOrd="0" presId="urn:microsoft.com/office/officeart/2005/8/layout/radial5"/>
    <dgm:cxn modelId="{C6E564DC-0549-41F7-84C1-549EFDA90EBE}" type="presParOf" srcId="{395A8329-BD91-C340-8977-195AD07CFBB4}" destId="{97AC9D6E-0AFF-0841-A37D-D1D32E0EED5C}" srcOrd="0" destOrd="0" presId="urn:microsoft.com/office/officeart/2005/8/layout/radial5"/>
    <dgm:cxn modelId="{B5B00146-DFA1-4720-8F9E-B1F20CA683B8}" type="presParOf" srcId="{C832DD06-6CFC-7443-9C5C-F854D7AEF8D3}" destId="{AE2BDF47-1924-0248-891F-755F3F1F3918}" srcOrd="14" destOrd="0" presId="urn:microsoft.com/office/officeart/2005/8/layout/radial5"/>
    <dgm:cxn modelId="{763E0E93-0972-4F58-8248-3771268AB2EB}" type="presParOf" srcId="{C832DD06-6CFC-7443-9C5C-F854D7AEF8D3}" destId="{4EDCD2A3-7263-6340-80AC-1440B8CDAE48}" srcOrd="15" destOrd="0" presId="urn:microsoft.com/office/officeart/2005/8/layout/radial5"/>
    <dgm:cxn modelId="{C706E156-3EB0-4AD1-AF40-CAD8A965081A}" type="presParOf" srcId="{4EDCD2A3-7263-6340-80AC-1440B8CDAE48}" destId="{702CF8EB-EEA7-AF49-A072-04E90B8CD69E}" srcOrd="0" destOrd="0" presId="urn:microsoft.com/office/officeart/2005/8/layout/radial5"/>
    <dgm:cxn modelId="{32D5BD4C-0E51-467B-B76F-D727AB30D1F7}" type="presParOf" srcId="{C832DD06-6CFC-7443-9C5C-F854D7AEF8D3}" destId="{A7BFE38E-E304-3248-B7F1-8F8C382178DA}" srcOrd="16" destOrd="0" presId="urn:microsoft.com/office/officeart/2005/8/layout/radial5"/>
    <dgm:cxn modelId="{1112E8F4-41BA-4939-8381-8E4B77CFA8CA}" type="presParOf" srcId="{C832DD06-6CFC-7443-9C5C-F854D7AEF8D3}" destId="{9EB083F0-CBBE-0241-AC48-7C27B290E1E5}" srcOrd="17" destOrd="0" presId="urn:microsoft.com/office/officeart/2005/8/layout/radial5"/>
    <dgm:cxn modelId="{D84B370E-E4A2-46D9-836B-BDCC97C1D8E3}" type="presParOf" srcId="{9EB083F0-CBBE-0241-AC48-7C27B290E1E5}" destId="{6DAF22DC-4F32-ED40-B03E-CCC36F45C177}" srcOrd="0" destOrd="0" presId="urn:microsoft.com/office/officeart/2005/8/layout/radial5"/>
    <dgm:cxn modelId="{F972BFF8-C887-4A88-8B8A-60B66444D07A}" type="presParOf" srcId="{C832DD06-6CFC-7443-9C5C-F854D7AEF8D3}" destId="{DD424675-50C0-344D-876E-0A152D0C4262}" srcOrd="18" destOrd="0" presId="urn:microsoft.com/office/officeart/2005/8/layout/radial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B3C17D3-CF48-41D7-BA67-E32274EF4909}">
      <dsp:nvSpPr>
        <dsp:cNvPr id="0" name=""/>
        <dsp:cNvSpPr/>
      </dsp:nvSpPr>
      <dsp:spPr>
        <a:xfrm>
          <a:off x="3959" y="1526631"/>
          <a:ext cx="2340183" cy="1010736"/>
        </a:xfrm>
        <a:prstGeom prst="chevron">
          <a:avLst/>
        </a:prstGeom>
        <a:solidFill>
          <a:schemeClr val="bg1">
            <a:lumMod val="5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6012" tIns="32004" rIns="32004" bIns="32004" numCol="1" spcCol="1270" anchor="ctr" anchorCtr="0">
          <a:noAutofit/>
        </a:bodyPr>
        <a:lstStyle/>
        <a:p>
          <a:pPr lvl="0" algn="ctr" defTabSz="1066800">
            <a:lnSpc>
              <a:spcPct val="90000"/>
            </a:lnSpc>
            <a:spcBef>
              <a:spcPct val="0"/>
            </a:spcBef>
            <a:spcAft>
              <a:spcPct val="35000"/>
            </a:spcAft>
          </a:pPr>
          <a:r>
            <a:rPr lang="en-US" sz="2400" kern="1200" dirty="0" smtClean="0"/>
            <a:t>81% survive</a:t>
          </a:r>
          <a:endParaRPr lang="en-US" sz="2400" kern="1200" dirty="0"/>
        </a:p>
      </dsp:txBody>
      <dsp:txXfrm>
        <a:off x="509327" y="1526631"/>
        <a:ext cx="1329447" cy="1010736"/>
      </dsp:txXfrm>
    </dsp:sp>
    <dsp:sp modelId="{B790A3F4-5050-4B6D-9E12-29BABB632F44}">
      <dsp:nvSpPr>
        <dsp:cNvPr id="0" name=""/>
        <dsp:cNvSpPr/>
      </dsp:nvSpPr>
      <dsp:spPr>
        <a:xfrm>
          <a:off x="2091458" y="1526631"/>
          <a:ext cx="2340183" cy="1010736"/>
        </a:xfrm>
        <a:prstGeom prst="chevron">
          <a:avLst/>
        </a:prstGeom>
        <a:solidFill>
          <a:schemeClr val="bg1">
            <a:lumMod val="5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6012" tIns="32004" rIns="32004" bIns="32004" numCol="1" spcCol="1270" anchor="ctr" anchorCtr="0">
          <a:noAutofit/>
        </a:bodyPr>
        <a:lstStyle/>
        <a:p>
          <a:pPr lvl="0" algn="ctr" defTabSz="1066800">
            <a:lnSpc>
              <a:spcPct val="90000"/>
            </a:lnSpc>
            <a:spcBef>
              <a:spcPct val="0"/>
            </a:spcBef>
            <a:spcAft>
              <a:spcPct val="35000"/>
            </a:spcAft>
          </a:pPr>
          <a:r>
            <a:rPr lang="en-US" sz="2400" kern="1200" dirty="0" smtClean="0"/>
            <a:t>65% survive</a:t>
          </a:r>
          <a:endParaRPr lang="en-US" sz="2400" kern="1200" dirty="0"/>
        </a:p>
      </dsp:txBody>
      <dsp:txXfrm>
        <a:off x="2596826" y="1526631"/>
        <a:ext cx="1329447" cy="1010736"/>
      </dsp:txXfrm>
    </dsp:sp>
    <dsp:sp modelId="{C9249909-5351-41BE-906B-4520AAD3B448}">
      <dsp:nvSpPr>
        <dsp:cNvPr id="0" name=""/>
        <dsp:cNvSpPr/>
      </dsp:nvSpPr>
      <dsp:spPr>
        <a:xfrm>
          <a:off x="4178957" y="1526631"/>
          <a:ext cx="2340183" cy="1010736"/>
        </a:xfrm>
        <a:prstGeom prst="chevron">
          <a:avLst/>
        </a:prstGeom>
        <a:solidFill>
          <a:schemeClr val="bg1">
            <a:lumMod val="5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6012" tIns="32004" rIns="32004" bIns="32004" numCol="1" spcCol="1270" anchor="ctr" anchorCtr="0">
          <a:noAutofit/>
        </a:bodyPr>
        <a:lstStyle/>
        <a:p>
          <a:pPr lvl="0" algn="ctr" defTabSz="1066800">
            <a:lnSpc>
              <a:spcPct val="90000"/>
            </a:lnSpc>
            <a:spcBef>
              <a:spcPct val="0"/>
            </a:spcBef>
            <a:spcAft>
              <a:spcPct val="35000"/>
            </a:spcAft>
          </a:pPr>
          <a:r>
            <a:rPr lang="en-US" sz="2400" kern="1200" dirty="0" smtClean="0"/>
            <a:t>40% survive</a:t>
          </a:r>
          <a:endParaRPr lang="en-US" sz="2400" kern="1200" dirty="0"/>
        </a:p>
      </dsp:txBody>
      <dsp:txXfrm>
        <a:off x="4684325" y="1526631"/>
        <a:ext cx="1329447" cy="1010736"/>
      </dsp:txXfrm>
    </dsp:sp>
    <dsp:sp modelId="{05DC7E2C-325B-4F26-9EEC-C084795F8718}">
      <dsp:nvSpPr>
        <dsp:cNvPr id="0" name=""/>
        <dsp:cNvSpPr/>
      </dsp:nvSpPr>
      <dsp:spPr>
        <a:xfrm>
          <a:off x="6266457" y="1526631"/>
          <a:ext cx="2340183" cy="1010736"/>
        </a:xfrm>
        <a:prstGeom prst="chevron">
          <a:avLst/>
        </a:prstGeom>
        <a:solidFill>
          <a:schemeClr val="bg1">
            <a:lumMod val="5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6012" tIns="32004" rIns="32004" bIns="32004" numCol="1" spcCol="1270" anchor="ctr" anchorCtr="0">
          <a:noAutofit/>
        </a:bodyPr>
        <a:lstStyle/>
        <a:p>
          <a:pPr lvl="0" algn="ctr" defTabSz="1066800">
            <a:lnSpc>
              <a:spcPct val="90000"/>
            </a:lnSpc>
            <a:spcBef>
              <a:spcPct val="0"/>
            </a:spcBef>
            <a:spcAft>
              <a:spcPct val="35000"/>
            </a:spcAft>
          </a:pPr>
          <a:r>
            <a:rPr lang="en-US" sz="2400" kern="1200" dirty="0" smtClean="0"/>
            <a:t>25% survive</a:t>
          </a:r>
          <a:endParaRPr lang="en-US" sz="2400" kern="1200" dirty="0"/>
        </a:p>
      </dsp:txBody>
      <dsp:txXfrm>
        <a:off x="6771825" y="1526631"/>
        <a:ext cx="1329447" cy="101073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09557D2-BEEB-5F43-A328-13EF18044018}">
      <dsp:nvSpPr>
        <dsp:cNvPr id="0" name=""/>
        <dsp:cNvSpPr/>
      </dsp:nvSpPr>
      <dsp:spPr>
        <a:xfrm>
          <a:off x="2669497" y="2116954"/>
          <a:ext cx="2281005" cy="839265"/>
        </a:xfrm>
        <a:prstGeom prst="ellipse">
          <a:avLst/>
        </a:prstGeom>
        <a:solidFill>
          <a:schemeClr val="accent1">
            <a:lumMod val="75000"/>
          </a:schemeClr>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17780" tIns="17780" rIns="17780" bIns="17780" numCol="1" spcCol="1270" anchor="ctr" anchorCtr="0">
          <a:noAutofit/>
        </a:bodyPr>
        <a:lstStyle/>
        <a:p>
          <a:pPr lvl="0" algn="ctr" defTabSz="622300">
            <a:lnSpc>
              <a:spcPct val="90000"/>
            </a:lnSpc>
            <a:spcBef>
              <a:spcPct val="0"/>
            </a:spcBef>
            <a:spcAft>
              <a:spcPct val="35000"/>
            </a:spcAft>
          </a:pPr>
          <a:r>
            <a:rPr lang="en-US" sz="1400" kern="1200" dirty="0" smtClean="0">
              <a:solidFill>
                <a:schemeClr val="bg1"/>
              </a:solidFill>
              <a:latin typeface="Adobe Heiti Std R" pitchFamily="34" charset="-128"/>
              <a:ea typeface="Adobe Heiti Std R" pitchFamily="34" charset="-128"/>
            </a:rPr>
            <a:t>Entrepreneurial Framework</a:t>
          </a:r>
          <a:endParaRPr lang="en-US" sz="1400" kern="1200" dirty="0">
            <a:solidFill>
              <a:schemeClr val="bg1"/>
            </a:solidFill>
            <a:latin typeface="Adobe Heiti Std R" pitchFamily="34" charset="-128"/>
            <a:ea typeface="Adobe Heiti Std R" pitchFamily="34" charset="-128"/>
          </a:endParaRPr>
        </a:p>
      </dsp:txBody>
      <dsp:txXfrm>
        <a:off x="3003542" y="2239862"/>
        <a:ext cx="1612915" cy="593449"/>
      </dsp:txXfrm>
    </dsp:sp>
    <dsp:sp modelId="{8B79973C-F181-964A-BE24-BB081EDA7F46}">
      <dsp:nvSpPr>
        <dsp:cNvPr id="0" name=""/>
        <dsp:cNvSpPr/>
      </dsp:nvSpPr>
      <dsp:spPr>
        <a:xfrm rot="5309100">
          <a:off x="3540985" y="1444405"/>
          <a:ext cx="492025" cy="444952"/>
        </a:xfrm>
        <a:prstGeom prst="rightArrow">
          <a:avLst>
            <a:gd name="adj1" fmla="val 60000"/>
            <a:gd name="adj2" fmla="val 50000"/>
          </a:avLst>
        </a:prstGeom>
        <a:solidFill>
          <a:schemeClr val="accent4">
            <a:hueOff val="0"/>
            <a:satOff val="0"/>
            <a:lumOff val="0"/>
            <a:alphaOff val="0"/>
          </a:schemeClr>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z="-70000" extrusionH="63500" prstMaterial="matte">
          <a:bevelT w="25400" h="6350" prst="relaxedInset"/>
          <a:contourClr>
            <a:schemeClr val="bg1"/>
          </a:contourClr>
        </a:sp3d>
      </dsp:spPr>
      <dsp:style>
        <a:lnRef idx="0">
          <a:scrgbClr r="0" g="0" b="0"/>
        </a:lnRef>
        <a:fillRef idx="1">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lvl="0" algn="ctr" defTabSz="622300">
            <a:lnSpc>
              <a:spcPct val="90000"/>
            </a:lnSpc>
            <a:spcBef>
              <a:spcPct val="0"/>
            </a:spcBef>
            <a:spcAft>
              <a:spcPct val="35000"/>
            </a:spcAft>
          </a:pPr>
          <a:endParaRPr lang="en-US" sz="1400" kern="1200">
            <a:solidFill>
              <a:schemeClr val="bg1"/>
            </a:solidFill>
            <a:latin typeface="Adobe Heiti Std R" pitchFamily="34" charset="-128"/>
            <a:ea typeface="Adobe Heiti Std R" pitchFamily="34" charset="-128"/>
          </a:endParaRPr>
        </a:p>
      </dsp:txBody>
      <dsp:txXfrm rot="10800000">
        <a:off x="3605963" y="1466675"/>
        <a:ext cx="358539" cy="266972"/>
      </dsp:txXfrm>
    </dsp:sp>
    <dsp:sp modelId="{836529DB-CA1C-EB4F-87E0-0E215D754A3F}">
      <dsp:nvSpPr>
        <dsp:cNvPr id="0" name=""/>
        <dsp:cNvSpPr/>
      </dsp:nvSpPr>
      <dsp:spPr>
        <a:xfrm>
          <a:off x="2890809" y="53367"/>
          <a:ext cx="1737064" cy="1135666"/>
        </a:xfrm>
        <a:prstGeom prst="ellipse">
          <a:avLst/>
        </a:prstGeom>
        <a:gradFill rotWithShape="0">
          <a:gsLst>
            <a:gs pos="0">
              <a:schemeClr val="accent4">
                <a:hueOff val="0"/>
                <a:satOff val="0"/>
                <a:lumOff val="0"/>
                <a:alphaOff val="0"/>
                <a:shade val="51000"/>
                <a:satMod val="130000"/>
              </a:schemeClr>
            </a:gs>
            <a:gs pos="80000">
              <a:schemeClr val="accent4">
                <a:hueOff val="0"/>
                <a:satOff val="0"/>
                <a:lumOff val="0"/>
                <a:alphaOff val="0"/>
                <a:shade val="93000"/>
                <a:satMod val="130000"/>
              </a:schemeClr>
            </a:gs>
            <a:gs pos="100000">
              <a:schemeClr val="accent4">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17780" tIns="17780" rIns="17780" bIns="17780" numCol="1" spcCol="1270" anchor="ctr" anchorCtr="0">
          <a:noAutofit/>
        </a:bodyPr>
        <a:lstStyle/>
        <a:p>
          <a:pPr lvl="0" algn="ctr" defTabSz="622300">
            <a:lnSpc>
              <a:spcPct val="90000"/>
            </a:lnSpc>
            <a:spcBef>
              <a:spcPct val="0"/>
            </a:spcBef>
            <a:spcAft>
              <a:spcPct val="35000"/>
            </a:spcAft>
          </a:pPr>
          <a:r>
            <a:rPr lang="en-US" sz="1400" kern="1200" dirty="0" smtClean="0">
              <a:solidFill>
                <a:schemeClr val="bg1"/>
              </a:solidFill>
              <a:latin typeface="Adobe Heiti Std R" pitchFamily="34" charset="-128"/>
              <a:ea typeface="Adobe Heiti Std R" pitchFamily="34" charset="-128"/>
            </a:rPr>
            <a:t>Cultural norms</a:t>
          </a:r>
          <a:endParaRPr lang="en-US" sz="1400" kern="1200" dirty="0">
            <a:solidFill>
              <a:schemeClr val="bg1"/>
            </a:solidFill>
            <a:latin typeface="Adobe Heiti Std R" pitchFamily="34" charset="-128"/>
            <a:ea typeface="Adobe Heiti Std R" pitchFamily="34" charset="-128"/>
          </a:endParaRPr>
        </a:p>
      </dsp:txBody>
      <dsp:txXfrm>
        <a:off x="3145196" y="219681"/>
        <a:ext cx="1228290" cy="803038"/>
      </dsp:txXfrm>
    </dsp:sp>
    <dsp:sp modelId="{812A6538-AC05-8046-AA64-76B18EA6169D}">
      <dsp:nvSpPr>
        <dsp:cNvPr id="0" name=""/>
        <dsp:cNvSpPr/>
      </dsp:nvSpPr>
      <dsp:spPr>
        <a:xfrm rot="8322264">
          <a:off x="4353633" y="1595367"/>
          <a:ext cx="549244" cy="444952"/>
        </a:xfrm>
        <a:prstGeom prst="rightArrow">
          <a:avLst>
            <a:gd name="adj1" fmla="val 60000"/>
            <a:gd name="adj2" fmla="val 50000"/>
          </a:avLst>
        </a:prstGeom>
        <a:solidFill>
          <a:schemeClr val="accent4">
            <a:hueOff val="-558096"/>
            <a:satOff val="3362"/>
            <a:lumOff val="270"/>
            <a:alphaOff val="0"/>
          </a:schemeClr>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z="-70000" extrusionH="63500" prstMaterial="matte">
          <a:bevelT w="25400" h="6350" prst="relaxedInset"/>
          <a:contourClr>
            <a:schemeClr val="bg1"/>
          </a:contourClr>
        </a:sp3d>
      </dsp:spPr>
      <dsp:style>
        <a:lnRef idx="0">
          <a:scrgbClr r="0" g="0" b="0"/>
        </a:lnRef>
        <a:fillRef idx="1">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lvl="0" algn="ctr" defTabSz="622300">
            <a:lnSpc>
              <a:spcPct val="90000"/>
            </a:lnSpc>
            <a:spcBef>
              <a:spcPct val="0"/>
            </a:spcBef>
            <a:spcAft>
              <a:spcPct val="35000"/>
            </a:spcAft>
          </a:pPr>
          <a:endParaRPr lang="en-US" sz="1400" kern="1200">
            <a:solidFill>
              <a:schemeClr val="bg1"/>
            </a:solidFill>
            <a:latin typeface="Adobe Heiti Std R" pitchFamily="34" charset="-128"/>
            <a:ea typeface="Adobe Heiti Std R" pitchFamily="34" charset="-128"/>
          </a:endParaRPr>
        </a:p>
      </dsp:txBody>
      <dsp:txXfrm>
        <a:off x="4470521" y="1640310"/>
        <a:ext cx="415758" cy="266972"/>
      </dsp:txXfrm>
    </dsp:sp>
    <dsp:sp modelId="{C51BE712-33F5-8B46-A816-54D2F7D9CB51}">
      <dsp:nvSpPr>
        <dsp:cNvPr id="0" name=""/>
        <dsp:cNvSpPr/>
      </dsp:nvSpPr>
      <dsp:spPr>
        <a:xfrm>
          <a:off x="4679274" y="442289"/>
          <a:ext cx="1737064" cy="1135666"/>
        </a:xfrm>
        <a:prstGeom prst="ellipse">
          <a:avLst/>
        </a:prstGeom>
        <a:gradFill rotWithShape="0">
          <a:gsLst>
            <a:gs pos="0">
              <a:schemeClr val="accent4">
                <a:hueOff val="-558096"/>
                <a:satOff val="3362"/>
                <a:lumOff val="270"/>
                <a:alphaOff val="0"/>
                <a:shade val="51000"/>
                <a:satMod val="130000"/>
              </a:schemeClr>
            </a:gs>
            <a:gs pos="80000">
              <a:schemeClr val="accent4">
                <a:hueOff val="-558096"/>
                <a:satOff val="3362"/>
                <a:lumOff val="270"/>
                <a:alphaOff val="0"/>
                <a:shade val="93000"/>
                <a:satMod val="130000"/>
              </a:schemeClr>
            </a:gs>
            <a:gs pos="100000">
              <a:schemeClr val="accent4">
                <a:hueOff val="-558096"/>
                <a:satOff val="3362"/>
                <a:lumOff val="27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17780" tIns="17780" rIns="17780" bIns="17780" numCol="1" spcCol="1270" anchor="ctr" anchorCtr="0">
          <a:noAutofit/>
        </a:bodyPr>
        <a:lstStyle/>
        <a:p>
          <a:pPr lvl="0" algn="ctr" defTabSz="622300">
            <a:lnSpc>
              <a:spcPct val="90000"/>
            </a:lnSpc>
            <a:spcBef>
              <a:spcPct val="0"/>
            </a:spcBef>
            <a:spcAft>
              <a:spcPct val="35000"/>
            </a:spcAft>
          </a:pPr>
          <a:r>
            <a:rPr lang="en-US" sz="1400" kern="1200" dirty="0" smtClean="0">
              <a:solidFill>
                <a:schemeClr val="bg1"/>
              </a:solidFill>
              <a:latin typeface="Adobe Heiti Std R" pitchFamily="34" charset="-128"/>
              <a:ea typeface="Adobe Heiti Std R" pitchFamily="34" charset="-128"/>
            </a:rPr>
            <a:t>Education &amp; training</a:t>
          </a:r>
          <a:endParaRPr lang="en-US" sz="1400" kern="1200" dirty="0">
            <a:solidFill>
              <a:schemeClr val="bg1"/>
            </a:solidFill>
            <a:latin typeface="Adobe Heiti Std R" pitchFamily="34" charset="-128"/>
            <a:ea typeface="Adobe Heiti Std R" pitchFamily="34" charset="-128"/>
          </a:endParaRPr>
        </a:p>
      </dsp:txBody>
      <dsp:txXfrm>
        <a:off x="4933661" y="608603"/>
        <a:ext cx="1228290" cy="803038"/>
      </dsp:txXfrm>
    </dsp:sp>
    <dsp:sp modelId="{F8F05745-6A72-9346-AD73-9EBD544EDFCA}">
      <dsp:nvSpPr>
        <dsp:cNvPr id="0" name=""/>
        <dsp:cNvSpPr/>
      </dsp:nvSpPr>
      <dsp:spPr>
        <a:xfrm rot="10190712">
          <a:off x="5058373" y="2040693"/>
          <a:ext cx="556249" cy="444952"/>
        </a:xfrm>
        <a:prstGeom prst="rightArrow">
          <a:avLst>
            <a:gd name="adj1" fmla="val 60000"/>
            <a:gd name="adj2" fmla="val 50000"/>
          </a:avLst>
        </a:prstGeom>
        <a:solidFill>
          <a:schemeClr val="accent4">
            <a:hueOff val="-1116192"/>
            <a:satOff val="6725"/>
            <a:lumOff val="539"/>
            <a:alphaOff val="0"/>
          </a:schemeClr>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z="-70000" extrusionH="63500" prstMaterial="matte">
          <a:bevelT w="25400" h="6350" prst="relaxedInset"/>
          <a:contourClr>
            <a:schemeClr val="bg1"/>
          </a:contourClr>
        </a:sp3d>
      </dsp:spPr>
      <dsp:style>
        <a:lnRef idx="0">
          <a:scrgbClr r="0" g="0" b="0"/>
        </a:lnRef>
        <a:fillRef idx="1">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lvl="0" algn="ctr" defTabSz="622300">
            <a:lnSpc>
              <a:spcPct val="90000"/>
            </a:lnSpc>
            <a:spcBef>
              <a:spcPct val="0"/>
            </a:spcBef>
            <a:spcAft>
              <a:spcPct val="35000"/>
            </a:spcAft>
          </a:pPr>
          <a:endParaRPr lang="en-US" sz="1400" kern="1200">
            <a:solidFill>
              <a:schemeClr val="bg1"/>
            </a:solidFill>
            <a:latin typeface="Adobe Heiti Std R" pitchFamily="34" charset="-128"/>
            <a:ea typeface="Adobe Heiti Std R" pitchFamily="34" charset="-128"/>
          </a:endParaRPr>
        </a:p>
      </dsp:txBody>
      <dsp:txXfrm>
        <a:off x="5190813" y="2117916"/>
        <a:ext cx="422763" cy="266972"/>
      </dsp:txXfrm>
    </dsp:sp>
    <dsp:sp modelId="{791302CB-31E3-A549-B957-9709B26DC6EC}">
      <dsp:nvSpPr>
        <dsp:cNvPr id="0" name=""/>
        <dsp:cNvSpPr/>
      </dsp:nvSpPr>
      <dsp:spPr>
        <a:xfrm>
          <a:off x="5837670" y="1450003"/>
          <a:ext cx="1737064" cy="1135666"/>
        </a:xfrm>
        <a:prstGeom prst="ellipse">
          <a:avLst/>
        </a:prstGeom>
        <a:gradFill rotWithShape="0">
          <a:gsLst>
            <a:gs pos="0">
              <a:schemeClr val="accent4">
                <a:hueOff val="-1116192"/>
                <a:satOff val="6725"/>
                <a:lumOff val="539"/>
                <a:alphaOff val="0"/>
                <a:shade val="51000"/>
                <a:satMod val="130000"/>
              </a:schemeClr>
            </a:gs>
            <a:gs pos="80000">
              <a:schemeClr val="accent4">
                <a:hueOff val="-1116192"/>
                <a:satOff val="6725"/>
                <a:lumOff val="539"/>
                <a:alphaOff val="0"/>
                <a:shade val="93000"/>
                <a:satMod val="130000"/>
              </a:schemeClr>
            </a:gs>
            <a:gs pos="100000">
              <a:schemeClr val="accent4">
                <a:hueOff val="-1116192"/>
                <a:satOff val="6725"/>
                <a:lumOff val="539"/>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17780" tIns="17780" rIns="17780" bIns="17780" numCol="1" spcCol="1270" anchor="ctr" anchorCtr="0">
          <a:noAutofit/>
        </a:bodyPr>
        <a:lstStyle/>
        <a:p>
          <a:pPr lvl="0" algn="ctr" defTabSz="622300">
            <a:lnSpc>
              <a:spcPct val="90000"/>
            </a:lnSpc>
            <a:spcBef>
              <a:spcPct val="0"/>
            </a:spcBef>
            <a:spcAft>
              <a:spcPct val="35000"/>
            </a:spcAft>
          </a:pPr>
          <a:r>
            <a:rPr lang="en-US" sz="1400" kern="1200" dirty="0" smtClean="0">
              <a:solidFill>
                <a:schemeClr val="bg1"/>
              </a:solidFill>
              <a:latin typeface="Adobe Heiti Std R" pitchFamily="34" charset="-128"/>
              <a:ea typeface="Adobe Heiti Std R" pitchFamily="34" charset="-128"/>
            </a:rPr>
            <a:t>Government</a:t>
          </a:r>
          <a:endParaRPr lang="en-US" sz="1400" kern="1200" dirty="0">
            <a:solidFill>
              <a:schemeClr val="bg1"/>
            </a:solidFill>
            <a:latin typeface="Adobe Heiti Std R" pitchFamily="34" charset="-128"/>
            <a:ea typeface="Adobe Heiti Std R" pitchFamily="34" charset="-128"/>
          </a:endParaRPr>
        </a:p>
      </dsp:txBody>
      <dsp:txXfrm>
        <a:off x="6092057" y="1616317"/>
        <a:ext cx="1228290" cy="803038"/>
      </dsp:txXfrm>
    </dsp:sp>
    <dsp:sp modelId="{79C304BD-8E4A-EF4C-90CC-03B71CE31C60}">
      <dsp:nvSpPr>
        <dsp:cNvPr id="0" name=""/>
        <dsp:cNvSpPr/>
      </dsp:nvSpPr>
      <dsp:spPr>
        <a:xfrm rot="11804916">
          <a:off x="4887505" y="2716228"/>
          <a:ext cx="517406" cy="444952"/>
        </a:xfrm>
        <a:prstGeom prst="rightArrow">
          <a:avLst>
            <a:gd name="adj1" fmla="val 60000"/>
            <a:gd name="adj2" fmla="val 50000"/>
          </a:avLst>
        </a:prstGeom>
        <a:solidFill>
          <a:schemeClr val="accent4">
            <a:hueOff val="-1674289"/>
            <a:satOff val="10087"/>
            <a:lumOff val="809"/>
            <a:alphaOff val="0"/>
          </a:schemeClr>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z="-70000" extrusionH="63500" prstMaterial="matte">
          <a:bevelT w="25400" h="6350" prst="relaxedInset"/>
          <a:contourClr>
            <a:schemeClr val="bg1"/>
          </a:contourClr>
        </a:sp3d>
      </dsp:spPr>
      <dsp:style>
        <a:lnRef idx="0">
          <a:scrgbClr r="0" g="0" b="0"/>
        </a:lnRef>
        <a:fillRef idx="1">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lvl="0" algn="ctr" defTabSz="622300">
            <a:lnSpc>
              <a:spcPct val="90000"/>
            </a:lnSpc>
            <a:spcBef>
              <a:spcPct val="0"/>
            </a:spcBef>
            <a:spcAft>
              <a:spcPct val="35000"/>
            </a:spcAft>
          </a:pPr>
          <a:endParaRPr lang="en-US" sz="1400" kern="1200">
            <a:solidFill>
              <a:schemeClr val="bg1"/>
            </a:solidFill>
            <a:latin typeface="Adobe Heiti Std R" pitchFamily="34" charset="-128"/>
            <a:ea typeface="Adobe Heiti Std R" pitchFamily="34" charset="-128"/>
          </a:endParaRPr>
        </a:p>
      </dsp:txBody>
      <dsp:txXfrm>
        <a:off x="5018160" y="2824452"/>
        <a:ext cx="383920" cy="266972"/>
      </dsp:txXfrm>
    </dsp:sp>
    <dsp:sp modelId="{A2DEC5AB-47E7-924F-B139-04D77E080E56}">
      <dsp:nvSpPr>
        <dsp:cNvPr id="0" name=""/>
        <dsp:cNvSpPr/>
      </dsp:nvSpPr>
      <dsp:spPr>
        <a:xfrm>
          <a:off x="5548074" y="2753184"/>
          <a:ext cx="1737064" cy="1135666"/>
        </a:xfrm>
        <a:prstGeom prst="ellipse">
          <a:avLst/>
        </a:prstGeom>
        <a:gradFill rotWithShape="0">
          <a:gsLst>
            <a:gs pos="0">
              <a:schemeClr val="accent4">
                <a:hueOff val="-1674289"/>
                <a:satOff val="10087"/>
                <a:lumOff val="809"/>
                <a:alphaOff val="0"/>
                <a:shade val="51000"/>
                <a:satMod val="130000"/>
              </a:schemeClr>
            </a:gs>
            <a:gs pos="80000">
              <a:schemeClr val="accent4">
                <a:hueOff val="-1674289"/>
                <a:satOff val="10087"/>
                <a:lumOff val="809"/>
                <a:alphaOff val="0"/>
                <a:shade val="93000"/>
                <a:satMod val="130000"/>
              </a:schemeClr>
            </a:gs>
            <a:gs pos="100000">
              <a:schemeClr val="accent4">
                <a:hueOff val="-1674289"/>
                <a:satOff val="10087"/>
                <a:lumOff val="809"/>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17780" tIns="17780" rIns="17780" bIns="17780" numCol="1" spcCol="1270" anchor="ctr" anchorCtr="0">
          <a:noAutofit/>
        </a:bodyPr>
        <a:lstStyle/>
        <a:p>
          <a:pPr lvl="0" algn="ctr" defTabSz="622300">
            <a:lnSpc>
              <a:spcPct val="90000"/>
            </a:lnSpc>
            <a:spcBef>
              <a:spcPct val="0"/>
            </a:spcBef>
            <a:spcAft>
              <a:spcPct val="35000"/>
            </a:spcAft>
          </a:pPr>
          <a:r>
            <a:rPr lang="en-US" sz="1400" kern="1200" dirty="0" smtClean="0">
              <a:solidFill>
                <a:schemeClr val="bg1"/>
              </a:solidFill>
              <a:latin typeface="Adobe Heiti Std R" pitchFamily="34" charset="-128"/>
              <a:ea typeface="Adobe Heiti Std R" pitchFamily="34" charset="-128"/>
            </a:rPr>
            <a:t>R&amp;D transfer</a:t>
          </a:r>
          <a:endParaRPr lang="en-US" sz="1400" kern="1200" dirty="0">
            <a:solidFill>
              <a:schemeClr val="bg1"/>
            </a:solidFill>
            <a:latin typeface="Adobe Heiti Std R" pitchFamily="34" charset="-128"/>
            <a:ea typeface="Adobe Heiti Std R" pitchFamily="34" charset="-128"/>
          </a:endParaRPr>
        </a:p>
      </dsp:txBody>
      <dsp:txXfrm>
        <a:off x="5802461" y="2919498"/>
        <a:ext cx="1228290" cy="803038"/>
      </dsp:txXfrm>
    </dsp:sp>
    <dsp:sp modelId="{9C1D8654-9CC3-8948-8C0B-2FAC2BF6CF4C}">
      <dsp:nvSpPr>
        <dsp:cNvPr id="0" name=""/>
        <dsp:cNvSpPr/>
      </dsp:nvSpPr>
      <dsp:spPr>
        <a:xfrm rot="13896660">
          <a:off x="4167471" y="3119265"/>
          <a:ext cx="560868" cy="444952"/>
        </a:xfrm>
        <a:prstGeom prst="rightArrow">
          <a:avLst>
            <a:gd name="adj1" fmla="val 60000"/>
            <a:gd name="adj2" fmla="val 50000"/>
          </a:avLst>
        </a:prstGeom>
        <a:solidFill>
          <a:schemeClr val="accent4">
            <a:hueOff val="-2232385"/>
            <a:satOff val="13449"/>
            <a:lumOff val="1078"/>
            <a:alphaOff val="0"/>
          </a:schemeClr>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z="-70000" extrusionH="63500" prstMaterial="matte">
          <a:bevelT w="25400" h="6350" prst="relaxedInset"/>
          <a:contourClr>
            <a:schemeClr val="bg1"/>
          </a:contourClr>
        </a:sp3d>
      </dsp:spPr>
      <dsp:style>
        <a:lnRef idx="0">
          <a:scrgbClr r="0" g="0" b="0"/>
        </a:lnRef>
        <a:fillRef idx="1">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lvl="0" algn="ctr" defTabSz="622300">
            <a:lnSpc>
              <a:spcPct val="90000"/>
            </a:lnSpc>
            <a:spcBef>
              <a:spcPct val="0"/>
            </a:spcBef>
            <a:spcAft>
              <a:spcPct val="35000"/>
            </a:spcAft>
          </a:pPr>
          <a:endParaRPr lang="en-US" sz="1400" kern="1200">
            <a:solidFill>
              <a:schemeClr val="bg1"/>
            </a:solidFill>
            <a:latin typeface="Adobe Heiti Std R" pitchFamily="34" charset="-128"/>
            <a:ea typeface="Adobe Heiti Std R" pitchFamily="34" charset="-128"/>
          </a:endParaRPr>
        </a:p>
      </dsp:txBody>
      <dsp:txXfrm>
        <a:off x="4275661" y="3260569"/>
        <a:ext cx="427382" cy="266972"/>
      </dsp:txXfrm>
    </dsp:sp>
    <dsp:sp modelId="{27646FA6-06A5-7C48-BEE3-0ED2B0967631}">
      <dsp:nvSpPr>
        <dsp:cNvPr id="0" name=""/>
        <dsp:cNvSpPr/>
      </dsp:nvSpPr>
      <dsp:spPr>
        <a:xfrm>
          <a:off x="4317286" y="3705289"/>
          <a:ext cx="1737064" cy="1135666"/>
        </a:xfrm>
        <a:prstGeom prst="ellipse">
          <a:avLst/>
        </a:prstGeom>
        <a:gradFill rotWithShape="0">
          <a:gsLst>
            <a:gs pos="0">
              <a:schemeClr val="accent4">
                <a:hueOff val="-2232385"/>
                <a:satOff val="13449"/>
                <a:lumOff val="1078"/>
                <a:alphaOff val="0"/>
                <a:shade val="51000"/>
                <a:satMod val="130000"/>
              </a:schemeClr>
            </a:gs>
            <a:gs pos="80000">
              <a:schemeClr val="accent4">
                <a:hueOff val="-2232385"/>
                <a:satOff val="13449"/>
                <a:lumOff val="1078"/>
                <a:alphaOff val="0"/>
                <a:shade val="93000"/>
                <a:satMod val="130000"/>
              </a:schemeClr>
            </a:gs>
            <a:gs pos="100000">
              <a:schemeClr val="accent4">
                <a:hueOff val="-2232385"/>
                <a:satOff val="13449"/>
                <a:lumOff val="1078"/>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17780" tIns="17780" rIns="17780" bIns="17780" numCol="1" spcCol="1270" anchor="ctr" anchorCtr="0">
          <a:noAutofit/>
        </a:bodyPr>
        <a:lstStyle/>
        <a:p>
          <a:pPr lvl="0" algn="ctr" defTabSz="622300">
            <a:lnSpc>
              <a:spcPct val="90000"/>
            </a:lnSpc>
            <a:spcBef>
              <a:spcPct val="0"/>
            </a:spcBef>
            <a:spcAft>
              <a:spcPct val="35000"/>
            </a:spcAft>
          </a:pPr>
          <a:r>
            <a:rPr lang="en-US" sz="1400" kern="1200" dirty="0" smtClean="0">
              <a:solidFill>
                <a:schemeClr val="bg1"/>
              </a:solidFill>
              <a:latin typeface="Adobe Heiti Std R" pitchFamily="34" charset="-128"/>
              <a:ea typeface="Adobe Heiti Std R" pitchFamily="34" charset="-128"/>
            </a:rPr>
            <a:t>Commercial &amp; legal</a:t>
          </a:r>
          <a:endParaRPr lang="en-US" sz="1400" kern="1200" dirty="0">
            <a:solidFill>
              <a:schemeClr val="bg1"/>
            </a:solidFill>
            <a:latin typeface="Adobe Heiti Std R" pitchFamily="34" charset="-128"/>
            <a:ea typeface="Adobe Heiti Std R" pitchFamily="34" charset="-128"/>
          </a:endParaRPr>
        </a:p>
      </dsp:txBody>
      <dsp:txXfrm>
        <a:off x="4571673" y="3871603"/>
        <a:ext cx="1228290" cy="803038"/>
      </dsp:txXfrm>
    </dsp:sp>
    <dsp:sp modelId="{546A2E71-2060-8145-BCCB-8453D1E1E57B}">
      <dsp:nvSpPr>
        <dsp:cNvPr id="0" name=""/>
        <dsp:cNvSpPr/>
      </dsp:nvSpPr>
      <dsp:spPr>
        <a:xfrm rot="17139372">
          <a:off x="3351158" y="3134799"/>
          <a:ext cx="457665" cy="444952"/>
        </a:xfrm>
        <a:prstGeom prst="rightArrow">
          <a:avLst>
            <a:gd name="adj1" fmla="val 60000"/>
            <a:gd name="adj2" fmla="val 50000"/>
          </a:avLst>
        </a:prstGeom>
        <a:solidFill>
          <a:schemeClr val="accent4">
            <a:hueOff val="-2790481"/>
            <a:satOff val="16812"/>
            <a:lumOff val="1348"/>
            <a:alphaOff val="0"/>
          </a:schemeClr>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z="-70000" extrusionH="63500" prstMaterial="matte">
          <a:bevelT w="25400" h="6350" prst="relaxedInset"/>
          <a:contourClr>
            <a:schemeClr val="bg1"/>
          </a:contourClr>
        </a:sp3d>
      </dsp:spPr>
      <dsp:style>
        <a:lnRef idx="0">
          <a:scrgbClr r="0" g="0" b="0"/>
        </a:lnRef>
        <a:fillRef idx="1">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lvl="0" algn="ctr" defTabSz="622300">
            <a:lnSpc>
              <a:spcPct val="90000"/>
            </a:lnSpc>
            <a:spcBef>
              <a:spcPct val="0"/>
            </a:spcBef>
            <a:spcAft>
              <a:spcPct val="35000"/>
            </a:spcAft>
          </a:pPr>
          <a:endParaRPr lang="en-US" sz="1400" kern="1200">
            <a:solidFill>
              <a:schemeClr val="bg1"/>
            </a:solidFill>
            <a:latin typeface="Adobe Heiti Std R" pitchFamily="34" charset="-128"/>
            <a:ea typeface="Adobe Heiti Std R" pitchFamily="34" charset="-128"/>
          </a:endParaRPr>
        </a:p>
      </dsp:txBody>
      <dsp:txXfrm rot="10800000">
        <a:off x="3399889" y="3288056"/>
        <a:ext cx="324179" cy="266972"/>
      </dsp:txXfrm>
    </dsp:sp>
    <dsp:sp modelId="{3A8CA052-C332-FE4D-A447-FE3BA9B55CD6}">
      <dsp:nvSpPr>
        <dsp:cNvPr id="0" name=""/>
        <dsp:cNvSpPr/>
      </dsp:nvSpPr>
      <dsp:spPr>
        <a:xfrm>
          <a:off x="2434911" y="3776190"/>
          <a:ext cx="1737064" cy="1135666"/>
        </a:xfrm>
        <a:prstGeom prst="ellipse">
          <a:avLst/>
        </a:prstGeom>
        <a:gradFill rotWithShape="0">
          <a:gsLst>
            <a:gs pos="0">
              <a:schemeClr val="accent4">
                <a:hueOff val="-2790481"/>
                <a:satOff val="16812"/>
                <a:lumOff val="1348"/>
                <a:alphaOff val="0"/>
                <a:shade val="51000"/>
                <a:satMod val="130000"/>
              </a:schemeClr>
            </a:gs>
            <a:gs pos="80000">
              <a:schemeClr val="accent4">
                <a:hueOff val="-2790481"/>
                <a:satOff val="16812"/>
                <a:lumOff val="1348"/>
                <a:alphaOff val="0"/>
                <a:shade val="93000"/>
                <a:satMod val="130000"/>
              </a:schemeClr>
            </a:gs>
            <a:gs pos="100000">
              <a:schemeClr val="accent4">
                <a:hueOff val="-2790481"/>
                <a:satOff val="16812"/>
                <a:lumOff val="1348"/>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17780" tIns="17780" rIns="17780" bIns="17780" numCol="1" spcCol="1270" anchor="ctr" anchorCtr="0">
          <a:noAutofit/>
        </a:bodyPr>
        <a:lstStyle/>
        <a:p>
          <a:pPr lvl="0" algn="ctr" defTabSz="622300">
            <a:lnSpc>
              <a:spcPct val="90000"/>
            </a:lnSpc>
            <a:spcBef>
              <a:spcPct val="0"/>
            </a:spcBef>
            <a:spcAft>
              <a:spcPct val="35000"/>
            </a:spcAft>
          </a:pPr>
          <a:r>
            <a:rPr lang="en-US" sz="1400" kern="1200" dirty="0" smtClean="0">
              <a:solidFill>
                <a:schemeClr val="bg1"/>
              </a:solidFill>
              <a:latin typeface="Adobe Heiti Std R" pitchFamily="34" charset="-128"/>
              <a:ea typeface="Adobe Heiti Std R" pitchFamily="34" charset="-128"/>
            </a:rPr>
            <a:t>Internal market openness</a:t>
          </a:r>
          <a:endParaRPr lang="en-US" sz="1400" kern="1200" dirty="0">
            <a:solidFill>
              <a:schemeClr val="bg1"/>
            </a:solidFill>
            <a:latin typeface="Adobe Heiti Std R" pitchFamily="34" charset="-128"/>
            <a:ea typeface="Adobe Heiti Std R" pitchFamily="34" charset="-128"/>
          </a:endParaRPr>
        </a:p>
      </dsp:txBody>
      <dsp:txXfrm>
        <a:off x="2689298" y="3942504"/>
        <a:ext cx="1228290" cy="803038"/>
      </dsp:txXfrm>
    </dsp:sp>
    <dsp:sp modelId="{395A8329-BD91-C340-8977-195AD07CFBB4}">
      <dsp:nvSpPr>
        <dsp:cNvPr id="0" name=""/>
        <dsp:cNvSpPr/>
      </dsp:nvSpPr>
      <dsp:spPr>
        <a:xfrm rot="20021424">
          <a:off x="2505727" y="2842265"/>
          <a:ext cx="472166" cy="444952"/>
        </a:xfrm>
        <a:prstGeom prst="rightArrow">
          <a:avLst>
            <a:gd name="adj1" fmla="val 60000"/>
            <a:gd name="adj2" fmla="val 50000"/>
          </a:avLst>
        </a:prstGeom>
        <a:solidFill>
          <a:schemeClr val="accent4">
            <a:hueOff val="-3348577"/>
            <a:satOff val="20174"/>
            <a:lumOff val="1617"/>
            <a:alphaOff val="0"/>
          </a:schemeClr>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z="-70000" extrusionH="63500" prstMaterial="matte">
          <a:bevelT w="25400" h="6350" prst="relaxedInset"/>
          <a:contourClr>
            <a:schemeClr val="bg1"/>
          </a:contourClr>
        </a:sp3d>
      </dsp:spPr>
      <dsp:style>
        <a:lnRef idx="0">
          <a:scrgbClr r="0" g="0" b="0"/>
        </a:lnRef>
        <a:fillRef idx="1">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lvl="0" algn="ctr" defTabSz="622300">
            <a:lnSpc>
              <a:spcPct val="90000"/>
            </a:lnSpc>
            <a:spcBef>
              <a:spcPct val="0"/>
            </a:spcBef>
            <a:spcAft>
              <a:spcPct val="35000"/>
            </a:spcAft>
          </a:pPr>
          <a:endParaRPr lang="en-US" sz="1400" kern="1200">
            <a:solidFill>
              <a:schemeClr val="bg1"/>
            </a:solidFill>
            <a:latin typeface="Adobe Heiti Std R" pitchFamily="34" charset="-128"/>
            <a:ea typeface="Adobe Heiti Std R" pitchFamily="34" charset="-128"/>
          </a:endParaRPr>
        </a:p>
      </dsp:txBody>
      <dsp:txXfrm rot="10800000">
        <a:off x="2512641" y="2960837"/>
        <a:ext cx="338680" cy="266972"/>
      </dsp:txXfrm>
    </dsp:sp>
    <dsp:sp modelId="{AE2BDF47-1924-0248-891F-755F3F1F3918}">
      <dsp:nvSpPr>
        <dsp:cNvPr id="0" name=""/>
        <dsp:cNvSpPr/>
      </dsp:nvSpPr>
      <dsp:spPr>
        <a:xfrm>
          <a:off x="769266" y="3042775"/>
          <a:ext cx="1737064" cy="1135666"/>
        </a:xfrm>
        <a:prstGeom prst="ellipse">
          <a:avLst/>
        </a:prstGeom>
        <a:gradFill rotWithShape="0">
          <a:gsLst>
            <a:gs pos="0">
              <a:schemeClr val="accent4">
                <a:hueOff val="-3348577"/>
                <a:satOff val="20174"/>
                <a:lumOff val="1617"/>
                <a:alphaOff val="0"/>
                <a:shade val="51000"/>
                <a:satMod val="130000"/>
              </a:schemeClr>
            </a:gs>
            <a:gs pos="80000">
              <a:schemeClr val="accent4">
                <a:hueOff val="-3348577"/>
                <a:satOff val="20174"/>
                <a:lumOff val="1617"/>
                <a:alphaOff val="0"/>
                <a:shade val="93000"/>
                <a:satMod val="130000"/>
              </a:schemeClr>
            </a:gs>
            <a:gs pos="100000">
              <a:schemeClr val="accent4">
                <a:hueOff val="-3348577"/>
                <a:satOff val="20174"/>
                <a:lumOff val="1617"/>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17780" tIns="17780" rIns="17780" bIns="17780" numCol="1" spcCol="1270" anchor="ctr" anchorCtr="0">
          <a:noAutofit/>
        </a:bodyPr>
        <a:lstStyle/>
        <a:p>
          <a:pPr lvl="0" algn="ctr" defTabSz="622300">
            <a:lnSpc>
              <a:spcPct val="90000"/>
            </a:lnSpc>
            <a:spcBef>
              <a:spcPct val="0"/>
            </a:spcBef>
            <a:spcAft>
              <a:spcPct val="35000"/>
            </a:spcAft>
          </a:pPr>
          <a:r>
            <a:rPr lang="en-US" sz="1400" kern="1200" dirty="0" smtClean="0">
              <a:solidFill>
                <a:schemeClr val="bg1"/>
              </a:solidFill>
              <a:latin typeface="Adobe Heiti Std R" pitchFamily="34" charset="-128"/>
              <a:ea typeface="Adobe Heiti Std R" pitchFamily="34" charset="-128"/>
            </a:rPr>
            <a:t>Financial</a:t>
          </a:r>
          <a:endParaRPr lang="en-US" sz="1400" kern="1200" dirty="0">
            <a:solidFill>
              <a:schemeClr val="bg1"/>
            </a:solidFill>
            <a:latin typeface="Adobe Heiti Std R" pitchFamily="34" charset="-128"/>
            <a:ea typeface="Adobe Heiti Std R" pitchFamily="34" charset="-128"/>
          </a:endParaRPr>
        </a:p>
      </dsp:txBody>
      <dsp:txXfrm>
        <a:off x="1023653" y="3209089"/>
        <a:ext cx="1228290" cy="803038"/>
      </dsp:txXfrm>
    </dsp:sp>
    <dsp:sp modelId="{4EDCD2A3-7263-6340-80AC-1440B8CDAE48}">
      <dsp:nvSpPr>
        <dsp:cNvPr id="0" name=""/>
        <dsp:cNvSpPr/>
      </dsp:nvSpPr>
      <dsp:spPr>
        <a:xfrm rot="218172">
          <a:off x="2059087" y="2216940"/>
          <a:ext cx="443692" cy="444952"/>
        </a:xfrm>
        <a:prstGeom prst="rightArrow">
          <a:avLst>
            <a:gd name="adj1" fmla="val 60000"/>
            <a:gd name="adj2" fmla="val 50000"/>
          </a:avLst>
        </a:prstGeom>
        <a:solidFill>
          <a:schemeClr val="accent4">
            <a:hueOff val="-3906673"/>
            <a:satOff val="23537"/>
            <a:lumOff val="1887"/>
            <a:alphaOff val="0"/>
          </a:schemeClr>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z="-70000" extrusionH="63500" prstMaterial="matte">
          <a:bevelT w="25400" h="6350" prst="relaxedInset"/>
          <a:contourClr>
            <a:schemeClr val="bg1"/>
          </a:contourClr>
        </a:sp3d>
      </dsp:spPr>
      <dsp:style>
        <a:lnRef idx="0">
          <a:scrgbClr r="0" g="0" b="0"/>
        </a:lnRef>
        <a:fillRef idx="1">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lvl="0" algn="ctr" defTabSz="622300">
            <a:lnSpc>
              <a:spcPct val="90000"/>
            </a:lnSpc>
            <a:spcBef>
              <a:spcPct val="0"/>
            </a:spcBef>
            <a:spcAft>
              <a:spcPct val="35000"/>
            </a:spcAft>
          </a:pPr>
          <a:endParaRPr lang="en-US" sz="1400" kern="1200">
            <a:solidFill>
              <a:schemeClr val="bg1"/>
            </a:solidFill>
            <a:latin typeface="Adobe Heiti Std R" pitchFamily="34" charset="-128"/>
            <a:ea typeface="Adobe Heiti Std R" pitchFamily="34" charset="-128"/>
          </a:endParaRPr>
        </a:p>
      </dsp:txBody>
      <dsp:txXfrm rot="10800000">
        <a:off x="2059221" y="2301709"/>
        <a:ext cx="310584" cy="266972"/>
      </dsp:txXfrm>
    </dsp:sp>
    <dsp:sp modelId="{A7BFE38E-E304-3248-B7F1-8F8C382178DA}">
      <dsp:nvSpPr>
        <dsp:cNvPr id="0" name=""/>
        <dsp:cNvSpPr/>
      </dsp:nvSpPr>
      <dsp:spPr>
        <a:xfrm>
          <a:off x="117676" y="1789304"/>
          <a:ext cx="1737064" cy="1135666"/>
        </a:xfrm>
        <a:prstGeom prst="ellipse">
          <a:avLst/>
        </a:prstGeom>
        <a:gradFill rotWithShape="0">
          <a:gsLst>
            <a:gs pos="0">
              <a:schemeClr val="accent4">
                <a:hueOff val="-3906673"/>
                <a:satOff val="23537"/>
                <a:lumOff val="1887"/>
                <a:alphaOff val="0"/>
                <a:shade val="51000"/>
                <a:satMod val="130000"/>
              </a:schemeClr>
            </a:gs>
            <a:gs pos="80000">
              <a:schemeClr val="accent4">
                <a:hueOff val="-3906673"/>
                <a:satOff val="23537"/>
                <a:lumOff val="1887"/>
                <a:alphaOff val="0"/>
                <a:shade val="93000"/>
                <a:satMod val="130000"/>
              </a:schemeClr>
            </a:gs>
            <a:gs pos="100000">
              <a:schemeClr val="accent4">
                <a:hueOff val="-3906673"/>
                <a:satOff val="23537"/>
                <a:lumOff val="1887"/>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17780" tIns="17780" rIns="17780" bIns="17780" numCol="1" spcCol="1270" anchor="ctr" anchorCtr="0">
          <a:noAutofit/>
        </a:bodyPr>
        <a:lstStyle/>
        <a:p>
          <a:pPr lvl="0" algn="ctr" defTabSz="622300">
            <a:lnSpc>
              <a:spcPct val="90000"/>
            </a:lnSpc>
            <a:spcBef>
              <a:spcPct val="0"/>
            </a:spcBef>
            <a:spcAft>
              <a:spcPct val="35000"/>
            </a:spcAft>
          </a:pPr>
          <a:r>
            <a:rPr lang="en-US" sz="1400" kern="1200" dirty="0" smtClean="0">
              <a:solidFill>
                <a:schemeClr val="bg1"/>
              </a:solidFill>
              <a:latin typeface="Adobe Heiti Std R" pitchFamily="34" charset="-128"/>
              <a:ea typeface="Adobe Heiti Std R" pitchFamily="34" charset="-128"/>
            </a:rPr>
            <a:t>People resources</a:t>
          </a:r>
          <a:endParaRPr lang="en-US" sz="1400" kern="1200" dirty="0">
            <a:solidFill>
              <a:schemeClr val="bg1"/>
            </a:solidFill>
            <a:latin typeface="Adobe Heiti Std R" pitchFamily="34" charset="-128"/>
            <a:ea typeface="Adobe Heiti Std R" pitchFamily="34" charset="-128"/>
          </a:endParaRPr>
        </a:p>
      </dsp:txBody>
      <dsp:txXfrm>
        <a:off x="372063" y="1955618"/>
        <a:ext cx="1228290" cy="803038"/>
      </dsp:txXfrm>
    </dsp:sp>
    <dsp:sp modelId="{9EB083F0-CBBE-0241-AC48-7C27B290E1E5}">
      <dsp:nvSpPr>
        <dsp:cNvPr id="0" name=""/>
        <dsp:cNvSpPr/>
      </dsp:nvSpPr>
      <dsp:spPr>
        <a:xfrm rot="2324796">
          <a:off x="2737237" y="1650739"/>
          <a:ext cx="492235" cy="444952"/>
        </a:xfrm>
        <a:prstGeom prst="rightArrow">
          <a:avLst>
            <a:gd name="adj1" fmla="val 60000"/>
            <a:gd name="adj2" fmla="val 50000"/>
          </a:avLst>
        </a:prstGeom>
        <a:solidFill>
          <a:schemeClr val="accent4">
            <a:hueOff val="-4464770"/>
            <a:satOff val="26899"/>
            <a:lumOff val="2156"/>
            <a:alphaOff val="0"/>
          </a:schemeClr>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z="-70000" extrusionH="63500" prstMaterial="matte">
          <a:bevelT w="25400" h="6350" prst="relaxedInset"/>
          <a:contourClr>
            <a:schemeClr val="bg1"/>
          </a:contourClr>
        </a:sp3d>
      </dsp:spPr>
      <dsp:style>
        <a:lnRef idx="0">
          <a:scrgbClr r="0" g="0" b="0"/>
        </a:lnRef>
        <a:fillRef idx="1">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lvl="0" algn="ctr" defTabSz="622300">
            <a:lnSpc>
              <a:spcPct val="90000"/>
            </a:lnSpc>
            <a:spcBef>
              <a:spcPct val="0"/>
            </a:spcBef>
            <a:spcAft>
              <a:spcPct val="35000"/>
            </a:spcAft>
          </a:pPr>
          <a:endParaRPr lang="en-US" sz="1400" kern="1200">
            <a:solidFill>
              <a:schemeClr val="bg1"/>
            </a:solidFill>
            <a:latin typeface="Adobe Heiti Std R" pitchFamily="34" charset="-128"/>
            <a:ea typeface="Adobe Heiti Std R" pitchFamily="34" charset="-128"/>
          </a:endParaRPr>
        </a:p>
      </dsp:txBody>
      <dsp:txXfrm rot="10800000">
        <a:off x="2751926" y="1697956"/>
        <a:ext cx="358749" cy="266972"/>
      </dsp:txXfrm>
    </dsp:sp>
    <dsp:sp modelId="{DD424675-50C0-344D-876E-0A152D0C4262}">
      <dsp:nvSpPr>
        <dsp:cNvPr id="0" name=""/>
        <dsp:cNvSpPr/>
      </dsp:nvSpPr>
      <dsp:spPr>
        <a:xfrm>
          <a:off x="1131264" y="496422"/>
          <a:ext cx="1796269" cy="1222510"/>
        </a:xfrm>
        <a:prstGeom prst="ellipse">
          <a:avLst/>
        </a:prstGeom>
        <a:gradFill rotWithShape="0">
          <a:gsLst>
            <a:gs pos="0">
              <a:schemeClr val="accent4">
                <a:hueOff val="-4464770"/>
                <a:satOff val="26899"/>
                <a:lumOff val="2156"/>
                <a:alphaOff val="0"/>
                <a:shade val="51000"/>
                <a:satMod val="130000"/>
              </a:schemeClr>
            </a:gs>
            <a:gs pos="80000">
              <a:schemeClr val="accent4">
                <a:hueOff val="-4464770"/>
                <a:satOff val="26899"/>
                <a:lumOff val="2156"/>
                <a:alphaOff val="0"/>
                <a:shade val="93000"/>
                <a:satMod val="130000"/>
              </a:schemeClr>
            </a:gs>
            <a:gs pos="100000">
              <a:schemeClr val="accent4">
                <a:hueOff val="-4464770"/>
                <a:satOff val="26899"/>
                <a:lumOff val="2156"/>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17780" tIns="17780" rIns="17780" bIns="17780" numCol="1" spcCol="1270" anchor="ctr" anchorCtr="0">
          <a:noAutofit/>
        </a:bodyPr>
        <a:lstStyle/>
        <a:p>
          <a:pPr lvl="0" algn="ctr" defTabSz="622300">
            <a:lnSpc>
              <a:spcPct val="90000"/>
            </a:lnSpc>
            <a:spcBef>
              <a:spcPct val="0"/>
            </a:spcBef>
            <a:spcAft>
              <a:spcPct val="35000"/>
            </a:spcAft>
          </a:pPr>
          <a:r>
            <a:rPr lang="en-US" sz="1400" kern="1200" dirty="0" smtClean="0">
              <a:solidFill>
                <a:schemeClr val="bg1"/>
              </a:solidFill>
              <a:latin typeface="Adobe Heiti Std R" pitchFamily="34" charset="-128"/>
              <a:ea typeface="Adobe Heiti Std R" pitchFamily="34" charset="-128"/>
            </a:rPr>
            <a:t>Physical resources</a:t>
          </a:r>
          <a:endParaRPr lang="en-US" sz="1400" kern="1200" dirty="0">
            <a:solidFill>
              <a:schemeClr val="bg1"/>
            </a:solidFill>
            <a:latin typeface="Adobe Heiti Std R" pitchFamily="34" charset="-128"/>
            <a:ea typeface="Adobe Heiti Std R" pitchFamily="34" charset="-128"/>
          </a:endParaRPr>
        </a:p>
      </dsp:txBody>
      <dsp:txXfrm>
        <a:off x="1394322" y="675454"/>
        <a:ext cx="1270153" cy="864446"/>
      </dsp:txXfrm>
    </dsp:sp>
  </dsp:spTree>
</dsp:drawing>
</file>

<file path=ppt/diagrams/layout1.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2.xml><?xml version="1.0" encoding="utf-8"?>
<dgm:layoutDef xmlns:dgm="http://schemas.openxmlformats.org/drawingml/2006/diagram" xmlns:a="http://schemas.openxmlformats.org/drawingml/2006/main" uniqueId="urn:microsoft.com/office/officeart/2005/8/layout/radial5">
  <dgm:title val=""/>
  <dgm:desc val=""/>
  <dgm:catLst>
    <dgm:cat type="relationship" pri="23000"/>
    <dgm:cat type="cycle" pri="11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Name0">
    <dgm:varLst>
      <dgm:chMax val="1"/>
      <dgm:dir/>
      <dgm:animLvl val="ctr"/>
      <dgm:resizeHandles val="exact"/>
    </dgm:varLst>
    <dgm:choose name="Name1">
      <dgm:if name="Name2" func="var" arg="dir" op="equ" val="norm">
        <dgm:alg type="cycle">
          <dgm:param type="stAng" val="0"/>
          <dgm:param type="spanAng" val="360"/>
          <dgm:param type="ctrShpMap" val="fNode"/>
        </dgm:alg>
      </dgm:if>
      <dgm:else name="Name3">
        <dgm:alg type="cycle">
          <dgm:param type="stAng" val="0"/>
          <dgm:param type="spanAng" val="-360"/>
          <dgm:param type="ctrShpMap" val="fNode"/>
        </dgm:alg>
      </dgm:else>
    </dgm:choose>
    <dgm:shape xmlns:r="http://schemas.openxmlformats.org/officeDocument/2006/relationships" r:blip="">
      <dgm:adjLst/>
    </dgm:shape>
    <dgm:presOf/>
    <dgm:constrLst>
      <dgm:constr type="w" for="ch" forName="centerShape" refType="w"/>
      <dgm:constr type="w" for="ch" forName="parTrans" refType="w" refFor="ch" refForName="centerShape" fact="0.4"/>
      <dgm:constr type="w" for="ch" forName="node" refType="w" refFor="ch" refForName="centerShape" op="equ" fact="1.25"/>
      <dgm:constr type="sp" refType="w" refFor="ch" refForName="centerShape" op="equ" fact="0.4"/>
      <dgm:constr type="sibSp" refType="w" refFor="ch" refForName="node" fact="0.3"/>
      <dgm:constr type="primFontSz" for="ch" forName="centerShape" val="65"/>
      <dgm:constr type="primFontSz" for="des" forName="node" op="equ" val="65"/>
      <dgm:constr type="primFontSz" for="des" forName="node" refType="primFontSz" refFor="ch" refForName="centerShape" op="lte"/>
      <dgm:constr type="primFontSz" for="des" forName="connectorText" op="equ" val="55"/>
      <dgm:constr type="primFontSz" for="des" forName="connectorText" refType="primFontSz" refFor="ch" refForName="centerShape" op="lte" fact="0.8"/>
      <dgm:constr type="primFontSz" for="des" forName="connectorText" refType="primFontSz" refFor="des" refForName="node" op="lte"/>
    </dgm:constrLst>
    <dgm:choose name="Name4">
      <dgm:if name="Name5" axis="ch ch" ptType="node node" st="1 1" cnt="1 0" func="cnt" op="lte" val="6">
        <dgm:ruleLst>
          <dgm:rule type="w" for="ch" forName="node" val="NaN" fact="1" max="NaN"/>
        </dgm:ruleLst>
      </dgm:if>
      <dgm:if name="Name6" axis="ch ch" ptType="node node" st="1 1" cnt="1 0" func="cnt" op="lte" val="8">
        <dgm:ruleLst>
          <dgm:rule type="w" for="ch" forName="node" val="NaN" fact="0.9" max="NaN"/>
        </dgm:ruleLst>
      </dgm:if>
      <dgm:if name="Name7" axis="ch ch" ptType="node node" st="1 1" cnt="1 0" func="cnt" op="lte" val="10">
        <dgm:ruleLst>
          <dgm:rule type="w" for="ch" forName="node" val="NaN" fact="0.8" max="NaN"/>
        </dgm:ruleLst>
      </dgm:if>
      <dgm:if name="Name8" axis="ch ch" ptType="node node" st="1 1" cnt="1 0" func="cnt" op="lte" val="12">
        <dgm:ruleLst>
          <dgm:rule type="w" for="ch" forName="node" val="NaN" fact="0.7" max="NaN"/>
        </dgm:ruleLst>
      </dgm:if>
      <dgm:if name="Name9" axis="ch ch" ptType="node node" st="1 1" cnt="1 0" func="cnt" op="lte" val="14">
        <dgm:ruleLst>
          <dgm:rule type="w" for="ch" forName="node" val="NaN" fact="0.6" max="NaN"/>
        </dgm:ruleLst>
      </dgm:if>
      <dgm:else name="Name10">
        <dgm:ruleLst>
          <dgm:rule type="w" for="ch" forName="node" val="NaN" fact="0.5" max="NaN"/>
        </dgm:ruleLst>
      </dgm:else>
    </dgm:choose>
    <dgm:forEach name="Name11" axis="ch" ptType="node" cnt="1">
      <dgm:layoutNode name="centerShape" styleLbl="node0">
        <dgm:alg type="tx"/>
        <dgm:shape xmlns:r="http://schemas.openxmlformats.org/officeDocument/2006/relationships" type="ellipse" r:blip="">
          <dgm:adjLst/>
        </dgm:shape>
        <dgm:presOf axis="self"/>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12" axis="ch">
        <dgm:forEach name="Name13" axis="self" ptType="parTrans">
          <dgm:layoutNode name="parTrans" styleLbl="sibTrans2D1">
            <dgm:alg type="conn">
              <dgm:param type="begPts" val="auto"/>
              <dgm:param type="endPts" val="auto"/>
            </dgm:alg>
            <dgm:shape xmlns:r="http://schemas.openxmlformats.org/officeDocument/2006/relationships" type="conn" r:blip="">
              <dgm:adjLst/>
            </dgm:shape>
            <dgm:presOf axis="self"/>
            <dgm:constrLst>
              <dgm:constr type="h" refType="w" fact="0.85"/>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name="Name14" axis="self" ptType="node">
          <dgm:layoutNode nam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w" val="INF" fact="NaN" max="NaN"/>
              <dgm:rule type="primFontSz" val="5" fact="NaN" max="NaN"/>
            </dgm:ruleLst>
          </dgm:layoutNode>
        </dgm:forEach>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3D2">
  <dgm:title val=""/>
  <dgm:desc val=""/>
  <dgm:catLst>
    <dgm:cat type="3D" pri="11200"/>
  </dgm:catLst>
  <dgm:scene3d>
    <a:camera prst="orthographicFront"/>
    <a:lightRig rig="threePt" dir="t"/>
  </dgm:scene3d>
  <dgm:styleLbl name="node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a:rot lat="0" lon="0" rev="7500000"/>
      </a:lightRig>
    </dgm:scene3d>
    <dgm:sp3d prstMaterial="plastic">
      <a:bevelT w="127000" h="25400" prst="relaxedInset"/>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tx1"/>
      </a:fontRef>
    </dgm:style>
  </dgm:styleLbl>
  <dgm:styleLbl name="aling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a:rot lat="0" lon="0" rev="7500000"/>
      </a:lightRig>
    </dgm:scene3d>
    <dgm:sp3d z="254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a:rot lat="0" lon="0" rev="7500000"/>
      </a:lightRig>
    </dgm:scene3d>
    <dgm:sp3d z="-152400" extrusionH="63500" contourW="1270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a:rot lat="0" lon="0" rev="7500000"/>
      </a:lightRig>
    </dgm:scene3d>
    <dgm:sp3d z="-700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ibTrans1D1">
    <dgm:scene3d>
      <a:camera prst="orthographicFront"/>
      <a:lightRig rig="threePt" dir="t">
        <a:rot lat="0" lon="0" rev="7500000"/>
      </a:lightRig>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a:rot lat="0" lon="0" rev="7500000"/>
      </a:lightRig>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a:rot lat="0" lon="0" rev="7500000"/>
      </a:lightRig>
    </dgm:scene3d>
    <dgm:sp3d extrusionH="190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a:rot lat="0" lon="0" rev="7500000"/>
      </a:lightRig>
    </dgm:scene3d>
    <dgm:sp3d prstMaterial="plastic">
      <a:bevelT w="127000" h="35400"/>
    </dgm:sp3d>
    <dgm:txPr/>
    <dgm:style>
      <a:lnRef idx="1">
        <a:scrgbClr r="0" g="0" b="0"/>
      </a:lnRef>
      <a:fillRef idx="1">
        <a:scrgbClr r="0" g="0" b="0"/>
      </a:fillRef>
      <a:effectRef idx="2">
        <a:scrgbClr r="0" g="0" b="0"/>
      </a:effectRef>
      <a:fontRef idx="minor">
        <a:schemeClr val="lt1"/>
      </a:fontRef>
    </dgm:style>
  </dgm:styleLbl>
  <dgm:styleLbl name="bgAcc1">
    <dgm:scene3d>
      <a:camera prst="orthographicFront"/>
      <a:lightRig rig="threePt" dir="t">
        <a:rot lat="0" lon="0" rev="7500000"/>
      </a:lightRig>
    </dgm:scene3d>
    <dgm:sp3d z="-152400" extrusionH="63500" prstMaterial="dkEdge">
      <a:bevelT w="124450" h="16350" prst="relaxedInset"/>
      <a:contourClr>
        <a:schemeClr val="bg1"/>
      </a:contourClr>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a:rot lat="0" lon="0" rev="7500000"/>
      </a:lightRig>
    </dgm:scene3d>
    <dgm:sp3d z="152400" extrusionH="63500" prstMaterial="dkEdge">
      <a:bevelT w="120800" h="19050" prst="relaxedInset"/>
      <a:contourClr>
        <a:schemeClr val="bg1"/>
      </a:contourClr>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a:rot lat="0" lon="0" rev="7500000"/>
      </a:lightRig>
    </dgm:scene3d>
    <dgm:sp3d extrusionH="190500" prstMaterial="dkEdge">
      <a:bevelT w="120650" h="38100" prst="relaxedInset"/>
      <a:contourClr>
        <a:schemeClr val="bg1"/>
      </a:contourClr>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a:rot lat="0" lon="0" rev="7500000"/>
      </a:lightRig>
    </dgm:scene3d>
    <dgm:sp3d extrusionH="190500" prstMaterial="dkEdge">
      <a:bevelT w="120650" h="38100" prst="relaxedInset"/>
      <a:bevelB w="120650" h="57150" prst="relaxedInset"/>
      <a:contourClr>
        <a:schemeClr val="bg1"/>
      </a:contourClr>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a:rot lat="0" lon="0" rev="7500000"/>
      </a:lightRig>
    </dgm:scene3d>
    <dgm:sp3d z="-152400" extrusionH="63500" prstMaterial="matte">
      <a:bevelT w="144450" h="6350" prst="relaxedInset"/>
      <a:contourClr>
        <a:schemeClr val="bg1"/>
      </a:contourClr>
    </dgm:sp3d>
    <dgm:txPr/>
    <dgm:style>
      <a:lnRef idx="0">
        <a:scrgbClr r="0" g="0" b="0"/>
      </a:lnRef>
      <a:fillRef idx="3">
        <a:scrgbClr r="0" g="0" b="0"/>
      </a:fillRef>
      <a:effectRef idx="0">
        <a:scrgbClr r="0" g="0" b="0"/>
      </a:effectRef>
      <a:fontRef idx="minor"/>
    </dgm:style>
  </dgm:styleLbl>
  <dgm:styleLbl name="dkBgShp">
    <dgm:scene3d>
      <a:camera prst="orthographicFront"/>
      <a:lightRig rig="threePt" dir="t">
        <a:rot lat="0" lon="0" rev="7500000"/>
      </a:lightRig>
    </dgm:scene3d>
    <dgm:sp3d prstMaterial="plastic">
      <a:bevelT w="127000" h="25400" prst="relaxedInset"/>
      <a:bevelB w="88900" h="121750" prst="angle"/>
    </dgm:sp3d>
    <dgm:txPr/>
    <dgm:style>
      <a:lnRef idx="0">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13769191-20FA-4E31-ACC0-7E4AE9149DAF}" type="datetimeFigureOut">
              <a:rPr lang="en-US" smtClean="0"/>
              <a:t>3/4/2015</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r>
              <a:rPr lang="en-US" smtClean="0"/>
              <a:t>Copyright © 2014 John Wiley &amp; Sons, Inc.</a:t>
            </a:r>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6FCCC32B-F0CC-4075-908C-23E1D2B51869}" type="slidenum">
              <a:rPr lang="en-US" smtClean="0"/>
              <a:t>‹#›</a:t>
            </a:fld>
            <a:endParaRPr lang="en-US"/>
          </a:p>
        </p:txBody>
      </p:sp>
    </p:spTree>
    <p:extLst>
      <p:ext uri="{BB962C8B-B14F-4D97-AF65-F5344CB8AC3E}">
        <p14:creationId xmlns:p14="http://schemas.microsoft.com/office/powerpoint/2010/main" val="272680796"/>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B7C962C9-8EAE-41D6-A915-D9C940FF1F50}" type="datetimeFigureOut">
              <a:rPr lang="en-US" smtClean="0"/>
              <a:t>3/4/2015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r>
              <a:rPr lang="en-US" smtClean="0"/>
              <a:t>Copyright © 2014 John Wiley &amp; Sons, Inc.</a:t>
            </a: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9E6F555D-2E00-484C-994D-1CAD2A585189}" type="slidenum">
              <a:rPr lang="en-US" smtClean="0"/>
              <a:t>‹#›</a:t>
            </a:fld>
            <a:endParaRPr lang="en-US"/>
          </a:p>
        </p:txBody>
      </p:sp>
    </p:spTree>
    <p:extLst>
      <p:ext uri="{BB962C8B-B14F-4D97-AF65-F5344CB8AC3E}">
        <p14:creationId xmlns:p14="http://schemas.microsoft.com/office/powerpoint/2010/main" val="49723964"/>
      </p:ext>
    </p:extLst>
  </p:cSld>
  <p:clrMap bg1="lt1" tx1="dk1" bg2="lt2" tx2="dk2" accent1="accent1" accent2="accent2" accent3="accent3" accent4="accent4" accent5="accent5" accent6="accent6" hlink="hlink" folHlink="folHlink"/>
  <p:hf hd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9E6F555D-2E00-484C-994D-1CAD2A585189}" type="slidenum">
              <a:rPr lang="en-US" smtClean="0"/>
              <a:t>1</a:t>
            </a:fld>
            <a:endParaRPr lang="en-US"/>
          </a:p>
        </p:txBody>
      </p:sp>
      <p:sp>
        <p:nvSpPr>
          <p:cNvPr id="5" name="Footer Placeholder 4"/>
          <p:cNvSpPr>
            <a:spLocks noGrp="1"/>
          </p:cNvSpPr>
          <p:nvPr>
            <p:ph type="ftr" sz="quarter" idx="11"/>
          </p:nvPr>
        </p:nvSpPr>
        <p:spPr/>
        <p:txBody>
          <a:bodyPr/>
          <a:lstStyle/>
          <a:p>
            <a:r>
              <a:rPr lang="en-US" smtClean="0"/>
              <a:t>Copyright © 2014 John Wiley &amp; Sons, Inc.</a:t>
            </a:r>
            <a:endParaRPr lang="en-US"/>
          </a:p>
        </p:txBody>
      </p:sp>
    </p:spTree>
    <p:extLst>
      <p:ext uri="{BB962C8B-B14F-4D97-AF65-F5344CB8AC3E}">
        <p14:creationId xmlns:p14="http://schemas.microsoft.com/office/powerpoint/2010/main" val="302727203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r>
              <a:rPr lang="en-US" smtClean="0"/>
              <a:t>Copyright © 2014 John Wiley &amp; Sons, Inc.</a:t>
            </a:r>
            <a:endParaRPr lang="en-US"/>
          </a:p>
        </p:txBody>
      </p:sp>
      <p:sp>
        <p:nvSpPr>
          <p:cNvPr id="6" name="Slide Number Placeholder 5"/>
          <p:cNvSpPr>
            <a:spLocks noGrp="1"/>
          </p:cNvSpPr>
          <p:nvPr>
            <p:ph type="sldNum" sz="quarter" idx="12"/>
          </p:nvPr>
        </p:nvSpPr>
        <p:spPr/>
        <p:txBody>
          <a:bodyPr/>
          <a:lstStyle/>
          <a:p>
            <a:fld id="{502287F6-59FA-4BED-A87A-D8E031B1831F}" type="slidenum">
              <a:rPr lang="en-US" smtClean="0"/>
              <a:pPr/>
              <a:t>‹#›</a:t>
            </a:fld>
            <a:endParaRPr lang="en-US" dirty="0"/>
          </a:p>
        </p:txBody>
      </p:sp>
    </p:spTree>
    <p:extLst>
      <p:ext uri="{BB962C8B-B14F-4D97-AF65-F5344CB8AC3E}">
        <p14:creationId xmlns:p14="http://schemas.microsoft.com/office/powerpoint/2010/main" val="54561556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r>
              <a:rPr lang="en-US" smtClean="0"/>
              <a:t>Copyright © 2014 John Wiley &amp; Sons, Inc.</a:t>
            </a:r>
            <a:endParaRPr lang="en-US"/>
          </a:p>
        </p:txBody>
      </p:sp>
      <p:sp>
        <p:nvSpPr>
          <p:cNvPr id="6" name="Slide Number Placeholder 5"/>
          <p:cNvSpPr>
            <a:spLocks noGrp="1"/>
          </p:cNvSpPr>
          <p:nvPr>
            <p:ph type="sldNum" sz="quarter" idx="12"/>
          </p:nvPr>
        </p:nvSpPr>
        <p:spPr/>
        <p:txBody>
          <a:bodyPr/>
          <a:lstStyle/>
          <a:p>
            <a:fld id="{502287F6-59FA-4BED-A87A-D8E031B1831F}" type="slidenum">
              <a:rPr lang="en-US" smtClean="0"/>
              <a:t>‹#›</a:t>
            </a:fld>
            <a:endParaRPr lang="en-US"/>
          </a:p>
        </p:txBody>
      </p:sp>
    </p:spTree>
    <p:extLst>
      <p:ext uri="{BB962C8B-B14F-4D97-AF65-F5344CB8AC3E}">
        <p14:creationId xmlns:p14="http://schemas.microsoft.com/office/powerpoint/2010/main" val="9649463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r>
              <a:rPr lang="en-US" smtClean="0"/>
              <a:t>Copyright © 2014 John Wiley &amp; Sons, Inc.</a:t>
            </a:r>
            <a:endParaRPr lang="en-US"/>
          </a:p>
        </p:txBody>
      </p:sp>
      <p:sp>
        <p:nvSpPr>
          <p:cNvPr id="6" name="Slide Number Placeholder 5"/>
          <p:cNvSpPr>
            <a:spLocks noGrp="1"/>
          </p:cNvSpPr>
          <p:nvPr>
            <p:ph type="sldNum" sz="quarter" idx="12"/>
          </p:nvPr>
        </p:nvSpPr>
        <p:spPr/>
        <p:txBody>
          <a:bodyPr/>
          <a:lstStyle/>
          <a:p>
            <a:fld id="{502287F6-59FA-4BED-A87A-D8E031B1831F}" type="slidenum">
              <a:rPr lang="en-US" smtClean="0"/>
              <a:pPr/>
              <a:t>‹#›</a:t>
            </a:fld>
            <a:endParaRPr lang="en-US" dirty="0"/>
          </a:p>
        </p:txBody>
      </p:sp>
    </p:spTree>
    <p:extLst>
      <p:ext uri="{BB962C8B-B14F-4D97-AF65-F5344CB8AC3E}">
        <p14:creationId xmlns:p14="http://schemas.microsoft.com/office/powerpoint/2010/main" val="36263479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r>
              <a:rPr lang="en-US" smtClean="0"/>
              <a:t>Copyright © 2014 John Wiley &amp; Sons, Inc.</a:t>
            </a:r>
            <a:endParaRPr lang="en-US"/>
          </a:p>
        </p:txBody>
      </p:sp>
      <p:sp>
        <p:nvSpPr>
          <p:cNvPr id="7" name="Slide Number Placeholder 6"/>
          <p:cNvSpPr>
            <a:spLocks noGrp="1"/>
          </p:cNvSpPr>
          <p:nvPr>
            <p:ph type="sldNum" sz="quarter" idx="12"/>
          </p:nvPr>
        </p:nvSpPr>
        <p:spPr/>
        <p:txBody>
          <a:bodyPr/>
          <a:lstStyle/>
          <a:p>
            <a:fld id="{502287F6-59FA-4BED-A87A-D8E031B1831F}" type="slidenum">
              <a:rPr lang="en-US" smtClean="0"/>
              <a:pPr/>
              <a:t>‹#›</a:t>
            </a:fld>
            <a:endParaRPr lang="en-US" dirty="0"/>
          </a:p>
        </p:txBody>
      </p:sp>
    </p:spTree>
    <p:extLst>
      <p:ext uri="{BB962C8B-B14F-4D97-AF65-F5344CB8AC3E}">
        <p14:creationId xmlns:p14="http://schemas.microsoft.com/office/powerpoint/2010/main" val="1206155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r>
              <a:rPr lang="en-US" smtClean="0"/>
              <a:t>Copyright © 2014 John Wiley &amp; Sons, Inc.</a:t>
            </a:r>
            <a:endParaRPr lang="en-US"/>
          </a:p>
        </p:txBody>
      </p:sp>
      <p:sp>
        <p:nvSpPr>
          <p:cNvPr id="9" name="Slide Number Placeholder 8"/>
          <p:cNvSpPr>
            <a:spLocks noGrp="1"/>
          </p:cNvSpPr>
          <p:nvPr>
            <p:ph type="sldNum" sz="quarter" idx="12"/>
          </p:nvPr>
        </p:nvSpPr>
        <p:spPr/>
        <p:txBody>
          <a:bodyPr/>
          <a:lstStyle/>
          <a:p>
            <a:fld id="{502287F6-59FA-4BED-A87A-D8E031B1831F}" type="slidenum">
              <a:rPr lang="en-US" smtClean="0"/>
              <a:pPr/>
              <a:t>‹#›</a:t>
            </a:fld>
            <a:endParaRPr lang="en-US" dirty="0"/>
          </a:p>
        </p:txBody>
      </p:sp>
    </p:spTree>
    <p:extLst>
      <p:ext uri="{BB962C8B-B14F-4D97-AF65-F5344CB8AC3E}">
        <p14:creationId xmlns:p14="http://schemas.microsoft.com/office/powerpoint/2010/main" val="17668279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r>
              <a:rPr lang="en-US" smtClean="0"/>
              <a:t>Copyright © 2014 John Wiley &amp; Sons, Inc.</a:t>
            </a:r>
            <a:endParaRPr lang="en-US"/>
          </a:p>
        </p:txBody>
      </p:sp>
      <p:sp>
        <p:nvSpPr>
          <p:cNvPr id="5" name="Slide Number Placeholder 4"/>
          <p:cNvSpPr>
            <a:spLocks noGrp="1"/>
          </p:cNvSpPr>
          <p:nvPr>
            <p:ph type="sldNum" sz="quarter" idx="12"/>
          </p:nvPr>
        </p:nvSpPr>
        <p:spPr/>
        <p:txBody>
          <a:bodyPr/>
          <a:lstStyle/>
          <a:p>
            <a:fld id="{502287F6-59FA-4BED-A87A-D8E031B1831F}" type="slidenum">
              <a:rPr lang="en-US" smtClean="0"/>
              <a:pPr/>
              <a:t>‹#›</a:t>
            </a:fld>
            <a:endParaRPr lang="en-US" dirty="0"/>
          </a:p>
        </p:txBody>
      </p:sp>
    </p:spTree>
    <p:extLst>
      <p:ext uri="{BB962C8B-B14F-4D97-AF65-F5344CB8AC3E}">
        <p14:creationId xmlns:p14="http://schemas.microsoft.com/office/powerpoint/2010/main" val="31005790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r>
              <a:rPr lang="en-US" smtClean="0"/>
              <a:t>Copyright © 2014 John Wiley &amp; Sons, Inc.</a:t>
            </a:r>
            <a:endParaRPr lang="en-US"/>
          </a:p>
        </p:txBody>
      </p:sp>
      <p:sp>
        <p:nvSpPr>
          <p:cNvPr id="4" name="Slide Number Placeholder 3"/>
          <p:cNvSpPr>
            <a:spLocks noGrp="1"/>
          </p:cNvSpPr>
          <p:nvPr>
            <p:ph type="sldNum" sz="quarter" idx="12"/>
          </p:nvPr>
        </p:nvSpPr>
        <p:spPr/>
        <p:txBody>
          <a:bodyPr/>
          <a:lstStyle/>
          <a:p>
            <a:fld id="{502287F6-59FA-4BED-A87A-D8E031B1831F}" type="slidenum">
              <a:rPr lang="en-US" smtClean="0"/>
              <a:pPr/>
              <a:t>‹#›</a:t>
            </a:fld>
            <a:endParaRPr lang="en-US" dirty="0"/>
          </a:p>
        </p:txBody>
      </p:sp>
    </p:spTree>
    <p:extLst>
      <p:ext uri="{BB962C8B-B14F-4D97-AF65-F5344CB8AC3E}">
        <p14:creationId xmlns:p14="http://schemas.microsoft.com/office/powerpoint/2010/main" val="137801581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r>
              <a:rPr lang="en-US" smtClean="0"/>
              <a:t>Copyright © 2014 John Wiley &amp; Sons, Inc.</a:t>
            </a:r>
            <a:endParaRPr lang="en-US"/>
          </a:p>
        </p:txBody>
      </p:sp>
      <p:sp>
        <p:nvSpPr>
          <p:cNvPr id="7" name="Slide Number Placeholder 6"/>
          <p:cNvSpPr>
            <a:spLocks noGrp="1"/>
          </p:cNvSpPr>
          <p:nvPr>
            <p:ph type="sldNum" sz="quarter" idx="12"/>
          </p:nvPr>
        </p:nvSpPr>
        <p:spPr/>
        <p:txBody>
          <a:bodyPr/>
          <a:lstStyle/>
          <a:p>
            <a:fld id="{502287F6-59FA-4BED-A87A-D8E031B1831F}" type="slidenum">
              <a:rPr lang="en-US" smtClean="0"/>
              <a:pPr/>
              <a:t>‹#›</a:t>
            </a:fld>
            <a:endParaRPr lang="en-US" dirty="0"/>
          </a:p>
        </p:txBody>
      </p:sp>
    </p:spTree>
    <p:extLst>
      <p:ext uri="{BB962C8B-B14F-4D97-AF65-F5344CB8AC3E}">
        <p14:creationId xmlns:p14="http://schemas.microsoft.com/office/powerpoint/2010/main" val="217777915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r>
              <a:rPr lang="en-US" smtClean="0"/>
              <a:t>Copyright © 2014 John Wiley &amp; Sons, Inc.</a:t>
            </a:r>
            <a:endParaRPr lang="en-US"/>
          </a:p>
        </p:txBody>
      </p:sp>
      <p:sp>
        <p:nvSpPr>
          <p:cNvPr id="7" name="Slide Number Placeholder 6"/>
          <p:cNvSpPr>
            <a:spLocks noGrp="1"/>
          </p:cNvSpPr>
          <p:nvPr>
            <p:ph type="sldNum" sz="quarter" idx="12"/>
          </p:nvPr>
        </p:nvSpPr>
        <p:spPr/>
        <p:txBody>
          <a:bodyPr/>
          <a:lstStyle/>
          <a:p>
            <a:fld id="{502287F6-59FA-4BED-A87A-D8E031B1831F}" type="slidenum">
              <a:rPr lang="en-US" smtClean="0"/>
              <a:pPr/>
              <a:t>‹#›</a:t>
            </a:fld>
            <a:endParaRPr lang="en-US" dirty="0"/>
          </a:p>
        </p:txBody>
      </p:sp>
    </p:spTree>
    <p:extLst>
      <p:ext uri="{BB962C8B-B14F-4D97-AF65-F5344CB8AC3E}">
        <p14:creationId xmlns:p14="http://schemas.microsoft.com/office/powerpoint/2010/main" val="91081607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r>
              <a:rPr lang="en-US" smtClean="0"/>
              <a:t>Copyright © 2014 John Wiley &amp; Sons, Inc.</a:t>
            </a:r>
            <a:endParaRPr lang="en-US"/>
          </a:p>
        </p:txBody>
      </p:sp>
      <p:sp>
        <p:nvSpPr>
          <p:cNvPr id="6" name="Slide Number Placeholder 5"/>
          <p:cNvSpPr>
            <a:spLocks noGrp="1"/>
          </p:cNvSpPr>
          <p:nvPr>
            <p:ph type="sldNum" sz="quarter" idx="12"/>
          </p:nvPr>
        </p:nvSpPr>
        <p:spPr/>
        <p:txBody>
          <a:bodyPr/>
          <a:lstStyle/>
          <a:p>
            <a:fld id="{502287F6-59FA-4BED-A87A-D8E031B1831F}" type="slidenum">
              <a:rPr lang="en-US" smtClean="0"/>
              <a:pPr/>
              <a:t>‹#›</a:t>
            </a:fld>
            <a:endParaRPr lang="en-US" dirty="0"/>
          </a:p>
        </p:txBody>
      </p:sp>
    </p:spTree>
    <p:extLst>
      <p:ext uri="{BB962C8B-B14F-4D97-AF65-F5344CB8AC3E}">
        <p14:creationId xmlns:p14="http://schemas.microsoft.com/office/powerpoint/2010/main" val="351124151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r>
              <a:rPr lang="en-US" smtClean="0"/>
              <a:t>Copyright © 2014 John Wiley &amp; Sons, Inc.</a:t>
            </a:r>
            <a:endParaRPr lang="en-US"/>
          </a:p>
        </p:txBody>
      </p:sp>
      <p:sp>
        <p:nvSpPr>
          <p:cNvPr id="6" name="Slide Number Placeholder 5"/>
          <p:cNvSpPr>
            <a:spLocks noGrp="1"/>
          </p:cNvSpPr>
          <p:nvPr>
            <p:ph type="sldNum" sz="quarter" idx="12"/>
          </p:nvPr>
        </p:nvSpPr>
        <p:spPr/>
        <p:txBody>
          <a:bodyPr/>
          <a:lstStyle/>
          <a:p>
            <a:fld id="{502287F6-59FA-4BED-A87A-D8E031B1831F}" type="slidenum">
              <a:rPr lang="en-US" smtClean="0"/>
              <a:pPr/>
              <a:t>‹#›</a:t>
            </a:fld>
            <a:endParaRPr lang="en-US" dirty="0"/>
          </a:p>
        </p:txBody>
      </p:sp>
    </p:spTree>
    <p:extLst>
      <p:ext uri="{BB962C8B-B14F-4D97-AF65-F5344CB8AC3E}">
        <p14:creationId xmlns:p14="http://schemas.microsoft.com/office/powerpoint/2010/main" val="384298837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
        <p:nvSpPr>
          <p:cNvPr id="7" name="Title Placeholder 1"/>
          <p:cNvSpPr>
            <a:spLocks noGrp="1"/>
          </p:cNvSpPr>
          <p:nvPr>
            <p:ph type="title"/>
          </p:nvPr>
        </p:nvSpPr>
        <p:spPr>
          <a:xfrm>
            <a:off x="152400" y="0"/>
            <a:ext cx="8229600" cy="1143000"/>
          </a:xfrm>
          <a:prstGeom prst="rect">
            <a:avLst/>
          </a:prstGeom>
        </p:spPr>
        <p:txBody>
          <a:bodyPr vert="horz" lIns="91440" tIns="45720" rIns="91440" bIns="45720" rtlCol="0" anchor="ctr">
            <a:normAutofit/>
          </a:bodyPr>
          <a:lstStyle/>
          <a:p>
            <a:r>
              <a:rPr lang="en-US" sz="4800" b="1" dirty="0" smtClean="0">
                <a:latin typeface="Novecento wide Book" pitchFamily="50" charset="0"/>
              </a:rPr>
              <a:t>TITLE</a:t>
            </a:r>
            <a:endParaRPr lang="en-US" dirty="0"/>
          </a:p>
        </p:txBody>
      </p:sp>
      <p:sp>
        <p:nvSpPr>
          <p:cNvPr id="8"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bg1"/>
                </a:solidFill>
              </a:defRPr>
            </a:lvl1pPr>
          </a:lstStyle>
          <a:p>
            <a:fld id="{502287F6-59FA-4BED-A87A-D8E031B1831F}" type="slidenum">
              <a:rPr lang="en-US" smtClean="0"/>
              <a:pPr/>
              <a:t>‹#›</a:t>
            </a:fld>
            <a:endParaRPr lang="en-US" dirty="0"/>
          </a:p>
        </p:txBody>
      </p:sp>
    </p:spTree>
    <p:extLst>
      <p:ext uri="{BB962C8B-B14F-4D97-AF65-F5344CB8AC3E}">
        <p14:creationId xmlns:p14="http://schemas.microsoft.com/office/powerpoint/2010/main" val="389838742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smtClean="0"/>
              <a:t>Copyright © 2014 John Wiley &amp; Sons, Inc.</a:t>
            </a:r>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02287F6-59FA-4BED-A87A-D8E031B1831F}" type="slidenum">
              <a:rPr lang="en-US" smtClean="0"/>
              <a:pPr/>
              <a:t>‹#›</a:t>
            </a:fld>
            <a:endParaRPr lang="en-US" dirty="0"/>
          </a:p>
        </p:txBody>
      </p:sp>
    </p:spTree>
    <p:extLst>
      <p:ext uri="{BB962C8B-B14F-4D97-AF65-F5344CB8AC3E}">
        <p14:creationId xmlns:p14="http://schemas.microsoft.com/office/powerpoint/2010/main" val="2260600037"/>
      </p:ext>
    </p:extLst>
  </p:cSld>
  <p:clrMap bg1="lt1" tx1="dk1" bg2="lt2" tx2="dk2" accent1="accent1" accent2="accent2" accent3="accent3" accent4="accent4" accent5="accent5" accent6="accent6" hlink="hlink" folHlink="folHlink"/>
  <p:sldLayoutIdLst>
    <p:sldLayoutId id="2147483756" r:id="rId1"/>
    <p:sldLayoutId id="2147483757" r:id="rId2"/>
    <p:sldLayoutId id="2147483758" r:id="rId3"/>
    <p:sldLayoutId id="2147483759" r:id="rId4"/>
    <p:sldLayoutId id="2147483760" r:id="rId5"/>
    <p:sldLayoutId id="2147483761" r:id="rId6"/>
    <p:sldLayoutId id="2147483762" r:id="rId7"/>
    <p:sldLayoutId id="2147483763" r:id="rId8"/>
    <p:sldLayoutId id="2147483764" r:id="rId9"/>
    <p:sldLayoutId id="2147483765" r:id="rId10"/>
    <p:sldLayoutId id="2147483766" r:id="rId11"/>
    <p:sldLayoutId id="2147483767" r:id="rId12"/>
  </p:sldLayoutIdLst>
  <p:hf sldNum="0" hd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2.xml"/><Relationship Id="rId4" Type="http://schemas.openxmlformats.org/officeDocument/2006/relationships/image" Target="../media/image2.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blipFill dpi="0" rotWithShape="1">
          <a:blip r:embed="rId3">
            <a:alphaModFix amt="83000"/>
            <a:lum/>
          </a:blip>
          <a:srcRect/>
          <a:stretch>
            <a:fillRect/>
          </a:stretch>
        </a:blipFill>
        <a:effectLst/>
      </p:bgPr>
    </p:bg>
    <p:spTree>
      <p:nvGrpSpPr>
        <p:cNvPr id="1" name=""/>
        <p:cNvGrpSpPr/>
        <p:nvPr/>
      </p:nvGrpSpPr>
      <p:grpSpPr>
        <a:xfrm>
          <a:off x="0" y="0"/>
          <a:ext cx="0" cy="0"/>
          <a:chOff x="0" y="0"/>
          <a:chExt cx="0" cy="0"/>
        </a:xfrm>
      </p:grpSpPr>
      <p:sp>
        <p:nvSpPr>
          <p:cNvPr id="4" name="TextBox 3"/>
          <p:cNvSpPr txBox="1"/>
          <p:nvPr/>
        </p:nvSpPr>
        <p:spPr>
          <a:xfrm>
            <a:off x="1371599" y="1374390"/>
            <a:ext cx="6772429" cy="3477875"/>
          </a:xfrm>
          <a:prstGeom prst="rect">
            <a:avLst/>
          </a:prstGeom>
          <a:noFill/>
        </p:spPr>
        <p:txBody>
          <a:bodyPr wrap="square" rtlCol="0">
            <a:spAutoFit/>
          </a:bodyPr>
          <a:lstStyle/>
          <a:p>
            <a:pPr algn="ctr"/>
            <a:r>
              <a:rPr lang="en-US" sz="4800" b="1" dirty="0" smtClean="0">
                <a:solidFill>
                  <a:schemeClr val="tx1">
                    <a:lumMod val="85000"/>
                    <a:lumOff val="15000"/>
                  </a:schemeClr>
                </a:solidFill>
                <a:latin typeface="Arial" panose="020B0604020202020204" pitchFamily="34" charset="0"/>
                <a:cs typeface="Arial" panose="020B0604020202020204" pitchFamily="34" charset="0"/>
              </a:rPr>
              <a:t>The Power of Entrepreneurship</a:t>
            </a:r>
          </a:p>
          <a:p>
            <a:pPr algn="ctr"/>
            <a:endParaRPr lang="en-US" sz="2800" b="1" dirty="0">
              <a:solidFill>
                <a:schemeClr val="tx1">
                  <a:lumMod val="85000"/>
                  <a:lumOff val="15000"/>
                </a:schemeClr>
              </a:solidFill>
              <a:latin typeface="Arial" panose="020B0604020202020204" pitchFamily="34" charset="0"/>
              <a:cs typeface="Arial" panose="020B0604020202020204" pitchFamily="34" charset="0"/>
            </a:endParaRPr>
          </a:p>
          <a:p>
            <a:pPr algn="ctr"/>
            <a:r>
              <a:rPr lang="en-US" sz="4800" b="1" dirty="0" smtClean="0">
                <a:solidFill>
                  <a:schemeClr val="tx1">
                    <a:lumMod val="85000"/>
                    <a:lumOff val="15000"/>
                  </a:schemeClr>
                </a:solidFill>
                <a:latin typeface="Arial" panose="020B0604020202020204" pitchFamily="34" charset="0"/>
                <a:cs typeface="Arial" panose="020B0604020202020204" pitchFamily="34" charset="0"/>
              </a:rPr>
              <a:t>Chapter 1</a:t>
            </a:r>
          </a:p>
          <a:p>
            <a:pPr algn="ctr"/>
            <a:endParaRPr lang="en-US" sz="4800" b="1" dirty="0" smtClean="0">
              <a:solidFill>
                <a:schemeClr val="tx1">
                  <a:lumMod val="85000"/>
                  <a:lumOff val="15000"/>
                </a:schemeClr>
              </a:solidFill>
              <a:latin typeface="Novecento wide Book" pitchFamily="50" charset="0"/>
            </a:endParaRPr>
          </a:p>
        </p:txBody>
      </p:sp>
      <p:pic>
        <p:nvPicPr>
          <p:cNvPr id="5" name="Picture 4"/>
          <p:cNvPicPr>
            <a:picLocks noChangeAspect="1"/>
          </p:cNvPicPr>
          <p:nvPr/>
        </p:nvPicPr>
        <p:blipFill rotWithShape="1">
          <a:blip r:embed="rId4">
            <a:extLst>
              <a:ext uri="{28A0092B-C50C-407E-A947-70E740481C1C}">
                <a14:useLocalDpi xmlns:a14="http://schemas.microsoft.com/office/drawing/2010/main" val="0"/>
              </a:ext>
            </a:extLst>
          </a:blip>
          <a:srcRect r="64474"/>
          <a:stretch/>
        </p:blipFill>
        <p:spPr>
          <a:xfrm>
            <a:off x="6934200" y="5285874"/>
            <a:ext cx="2057400" cy="1737360"/>
          </a:xfrm>
          <a:prstGeom prst="rect">
            <a:avLst/>
          </a:prstGeom>
        </p:spPr>
      </p:pic>
    </p:spTree>
    <p:extLst>
      <p:ext uri="{BB962C8B-B14F-4D97-AF65-F5344CB8AC3E}">
        <p14:creationId xmlns:p14="http://schemas.microsoft.com/office/powerpoint/2010/main" val="3098730834"/>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 name="TextBox 6"/>
          <p:cNvSpPr txBox="1"/>
          <p:nvPr/>
        </p:nvSpPr>
        <p:spPr>
          <a:xfrm>
            <a:off x="-463108" y="221159"/>
            <a:ext cx="9911907" cy="1569660"/>
          </a:xfrm>
          <a:prstGeom prst="rect">
            <a:avLst/>
          </a:prstGeom>
          <a:noFill/>
        </p:spPr>
        <p:txBody>
          <a:bodyPr wrap="square" rtlCol="0">
            <a:spAutoFit/>
          </a:bodyPr>
          <a:lstStyle/>
          <a:p>
            <a:pPr algn="ctr"/>
            <a:r>
              <a:rPr lang="en-US" sz="4800" b="1" dirty="0" smtClean="0">
                <a:latin typeface="Arial" panose="020B0604020202020204" pitchFamily="34" charset="0"/>
                <a:cs typeface="Arial" panose="020B0604020202020204" pitchFamily="34" charset="0"/>
              </a:rPr>
              <a:t>DEFINITION OF</a:t>
            </a:r>
          </a:p>
          <a:p>
            <a:pPr algn="ctr"/>
            <a:r>
              <a:rPr lang="en-US" sz="4800" b="1" dirty="0" smtClean="0">
                <a:latin typeface="Arial" panose="020B0604020202020204" pitchFamily="34" charset="0"/>
                <a:cs typeface="Arial" panose="020B0604020202020204" pitchFamily="34" charset="0"/>
              </a:rPr>
              <a:t>ENTREPRENEURSHIP</a:t>
            </a:r>
            <a:endParaRPr lang="en-US" sz="4800" b="1" dirty="0">
              <a:latin typeface="Arial" panose="020B0604020202020204" pitchFamily="34" charset="0"/>
              <a:cs typeface="Arial" panose="020B0604020202020204" pitchFamily="34" charset="0"/>
            </a:endParaRPr>
          </a:p>
        </p:txBody>
      </p:sp>
      <p:sp>
        <p:nvSpPr>
          <p:cNvPr id="8" name="TextBox 7"/>
          <p:cNvSpPr txBox="1"/>
          <p:nvPr/>
        </p:nvSpPr>
        <p:spPr>
          <a:xfrm>
            <a:off x="304800" y="2486561"/>
            <a:ext cx="8305800" cy="1323439"/>
          </a:xfrm>
          <a:prstGeom prst="rect">
            <a:avLst/>
          </a:prstGeom>
          <a:noFill/>
        </p:spPr>
        <p:txBody>
          <a:bodyPr wrap="square" numCol="1" spcCol="365760" rtlCol="0">
            <a:spAutoFit/>
          </a:bodyPr>
          <a:lstStyle/>
          <a:p>
            <a:r>
              <a:rPr lang="en-US" sz="2000" kern="3000" spc="30" dirty="0" smtClean="0">
                <a:solidFill>
                  <a:schemeClr val="tx1">
                    <a:lumMod val="85000"/>
                    <a:lumOff val="15000"/>
                  </a:schemeClr>
                </a:solidFill>
                <a:latin typeface="Liberation Sans" pitchFamily="34" charset="0"/>
              </a:rPr>
              <a:t>An entrepreneur is the person who destroys the existing economic order by introducing new products and services, by introducing new methods of production, by creating new forms of organization, or by exploiting new raw materials.</a:t>
            </a:r>
          </a:p>
        </p:txBody>
      </p:sp>
      <p:sp>
        <p:nvSpPr>
          <p:cNvPr id="9" name="Rectangle 8"/>
          <p:cNvSpPr/>
          <p:nvPr/>
        </p:nvSpPr>
        <p:spPr>
          <a:xfrm>
            <a:off x="304800" y="1976735"/>
            <a:ext cx="6006643" cy="461665"/>
          </a:xfrm>
          <a:prstGeom prst="rect">
            <a:avLst/>
          </a:prstGeom>
        </p:spPr>
        <p:txBody>
          <a:bodyPr wrap="square">
            <a:spAutoFit/>
          </a:bodyPr>
          <a:lstStyle/>
          <a:p>
            <a:r>
              <a:rPr lang="en-US" sz="2400" b="1" kern="3000" spc="30" dirty="0" smtClean="0">
                <a:solidFill>
                  <a:schemeClr val="tx1">
                    <a:lumMod val="85000"/>
                    <a:lumOff val="15000"/>
                  </a:schemeClr>
                </a:solidFill>
                <a:latin typeface="Arial" panose="020B0604020202020204" pitchFamily="34" charset="0"/>
                <a:ea typeface="Adobe Gothic Std B" pitchFamily="34" charset="-128"/>
                <a:cs typeface="Arial" panose="020B0604020202020204" pitchFamily="34" charset="0"/>
              </a:rPr>
              <a:t>Schumpeter</a:t>
            </a:r>
            <a:endParaRPr lang="en-US" sz="2400" b="1" kern="3000" spc="30" dirty="0">
              <a:solidFill>
                <a:schemeClr val="tx1">
                  <a:lumMod val="85000"/>
                  <a:lumOff val="15000"/>
                </a:schemeClr>
              </a:solidFill>
              <a:latin typeface="Arial" panose="020B0604020202020204" pitchFamily="34" charset="0"/>
              <a:ea typeface="Adobe Gothic Std B" pitchFamily="34" charset="-128"/>
              <a:cs typeface="Arial" panose="020B0604020202020204" pitchFamily="34" charset="0"/>
            </a:endParaRPr>
          </a:p>
        </p:txBody>
      </p:sp>
      <p:sp>
        <p:nvSpPr>
          <p:cNvPr id="10" name="TextBox 9"/>
          <p:cNvSpPr txBox="1"/>
          <p:nvPr/>
        </p:nvSpPr>
        <p:spPr>
          <a:xfrm>
            <a:off x="304800" y="4778514"/>
            <a:ext cx="8305800" cy="707886"/>
          </a:xfrm>
          <a:prstGeom prst="rect">
            <a:avLst/>
          </a:prstGeom>
          <a:noFill/>
        </p:spPr>
        <p:txBody>
          <a:bodyPr wrap="square" numCol="1" spcCol="365760" rtlCol="0">
            <a:spAutoFit/>
          </a:bodyPr>
          <a:lstStyle/>
          <a:p>
            <a:r>
              <a:rPr lang="en-US" sz="2000" kern="3000" spc="30" dirty="0" smtClean="0">
                <a:solidFill>
                  <a:schemeClr val="tx1">
                    <a:lumMod val="85000"/>
                    <a:lumOff val="15000"/>
                  </a:schemeClr>
                </a:solidFill>
                <a:latin typeface="Liberation Sans" pitchFamily="34" charset="0"/>
              </a:rPr>
              <a:t>An entrepreneur is the person who perceives an opportunity and creates an organization to pursue it.</a:t>
            </a:r>
          </a:p>
        </p:txBody>
      </p:sp>
      <p:sp>
        <p:nvSpPr>
          <p:cNvPr id="11" name="Rectangle 10"/>
          <p:cNvSpPr/>
          <p:nvPr/>
        </p:nvSpPr>
        <p:spPr>
          <a:xfrm>
            <a:off x="304800" y="4268688"/>
            <a:ext cx="6006643" cy="461665"/>
          </a:xfrm>
          <a:prstGeom prst="rect">
            <a:avLst/>
          </a:prstGeom>
        </p:spPr>
        <p:txBody>
          <a:bodyPr wrap="square">
            <a:spAutoFit/>
          </a:bodyPr>
          <a:lstStyle/>
          <a:p>
            <a:r>
              <a:rPr lang="en-US" sz="2400" b="1" kern="3000" spc="30" dirty="0" smtClean="0">
                <a:solidFill>
                  <a:schemeClr val="tx1">
                    <a:lumMod val="85000"/>
                    <a:lumOff val="15000"/>
                  </a:schemeClr>
                </a:solidFill>
                <a:latin typeface="Arial" panose="020B0604020202020204" pitchFamily="34" charset="0"/>
                <a:ea typeface="Adobe Gothic Std B" pitchFamily="34" charset="-128"/>
                <a:cs typeface="Arial" panose="020B0604020202020204" pitchFamily="34" charset="0"/>
              </a:rPr>
              <a:t>Simpler</a:t>
            </a:r>
            <a:endParaRPr lang="en-US" sz="2400" b="1" kern="3000" spc="30" dirty="0">
              <a:solidFill>
                <a:schemeClr val="tx1">
                  <a:lumMod val="85000"/>
                  <a:lumOff val="15000"/>
                </a:schemeClr>
              </a:solidFill>
              <a:latin typeface="Arial" panose="020B0604020202020204" pitchFamily="34" charset="0"/>
              <a:ea typeface="Adobe Gothic Std B" pitchFamily="34" charset="-128"/>
              <a:cs typeface="Arial" panose="020B0604020202020204" pitchFamily="34" charset="0"/>
            </a:endParaRPr>
          </a:p>
        </p:txBody>
      </p:sp>
      <p:sp>
        <p:nvSpPr>
          <p:cNvPr id="2" name="Footer Placeholder 1"/>
          <p:cNvSpPr>
            <a:spLocks noGrp="1"/>
          </p:cNvSpPr>
          <p:nvPr>
            <p:ph type="ftr" sz="quarter" idx="11"/>
          </p:nvPr>
        </p:nvSpPr>
        <p:spPr/>
        <p:txBody>
          <a:bodyPr/>
          <a:lstStyle/>
          <a:p>
            <a:r>
              <a:rPr lang="en-US" smtClean="0"/>
              <a:t>Copyright © 2014 John Wiley &amp; Sons, Inc.</a:t>
            </a:r>
            <a:endParaRPr lang="en-US"/>
          </a:p>
        </p:txBody>
      </p:sp>
    </p:spTree>
    <p:extLst>
      <p:ext uri="{BB962C8B-B14F-4D97-AF65-F5344CB8AC3E}">
        <p14:creationId xmlns:p14="http://schemas.microsoft.com/office/powerpoint/2010/main" val="1813460306"/>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Box 3"/>
          <p:cNvSpPr txBox="1"/>
          <p:nvPr/>
        </p:nvSpPr>
        <p:spPr>
          <a:xfrm>
            <a:off x="304800" y="221159"/>
            <a:ext cx="8534400" cy="830997"/>
          </a:xfrm>
          <a:prstGeom prst="rect">
            <a:avLst/>
          </a:prstGeom>
          <a:noFill/>
        </p:spPr>
        <p:txBody>
          <a:bodyPr wrap="square" rtlCol="0">
            <a:spAutoFit/>
          </a:bodyPr>
          <a:lstStyle/>
          <a:p>
            <a:pPr algn="ctr"/>
            <a:r>
              <a:rPr lang="en-US" sz="4800" b="1" dirty="0" smtClean="0">
                <a:latin typeface="Arial" panose="020B0604020202020204" pitchFamily="34" charset="0"/>
                <a:cs typeface="Arial" panose="020B0604020202020204" pitchFamily="34" charset="0"/>
              </a:rPr>
              <a:t>BUSINESS IN THE U.S.</a:t>
            </a:r>
            <a:endParaRPr lang="en-US" sz="4800" b="1" dirty="0">
              <a:latin typeface="Arial" panose="020B0604020202020204" pitchFamily="34" charset="0"/>
              <a:cs typeface="Arial" panose="020B0604020202020204" pitchFamily="34" charset="0"/>
            </a:endParaRPr>
          </a:p>
        </p:txBody>
      </p:sp>
      <p:sp>
        <p:nvSpPr>
          <p:cNvPr id="3" name="Isosceles Triangle 2"/>
          <p:cNvSpPr/>
          <p:nvPr/>
        </p:nvSpPr>
        <p:spPr>
          <a:xfrm>
            <a:off x="76200" y="1752600"/>
            <a:ext cx="3810000" cy="4104409"/>
          </a:xfrm>
          <a:prstGeom prst="triangle">
            <a:avLst/>
          </a:prstGeom>
          <a:ln>
            <a:noFill/>
          </a:ln>
          <a:effectLst/>
          <a:scene3d>
            <a:camera prst="orthographicFront">
              <a:rot lat="0" lon="0" rev="0"/>
            </a:camera>
            <a:lightRig rig="glow" dir="t">
              <a:rot lat="0" lon="0" rev="14100000"/>
            </a:lightRig>
          </a:scene3d>
          <a:sp3d prstMaterial="softEdge">
            <a:bevelT w="127000" prst="artDeco"/>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latin typeface="Adobe Heiti Std R" pitchFamily="34" charset="-128"/>
                <a:ea typeface="Adobe Heiti Std R" pitchFamily="34" charset="-128"/>
              </a:rPr>
              <a:t>99.9% </a:t>
            </a:r>
            <a:r>
              <a:rPr lang="en-US" dirty="0">
                <a:solidFill>
                  <a:schemeClr val="tx1"/>
                </a:solidFill>
                <a:latin typeface="Adobe Heiti Std R" pitchFamily="34" charset="-128"/>
                <a:ea typeface="Adobe Heiti Std R" pitchFamily="34" charset="-128"/>
              </a:rPr>
              <a:t>are small</a:t>
            </a:r>
          </a:p>
          <a:p>
            <a:pPr algn="ctr"/>
            <a:r>
              <a:rPr lang="en-US" dirty="0">
                <a:solidFill>
                  <a:schemeClr val="tx1"/>
                </a:solidFill>
                <a:latin typeface="Adobe Heiti Std R" pitchFamily="34" charset="-128"/>
                <a:ea typeface="Adobe Heiti Std R" pitchFamily="34" charset="-128"/>
              </a:rPr>
              <a:t>businesses</a:t>
            </a:r>
          </a:p>
          <a:p>
            <a:pPr algn="ctr"/>
            <a:r>
              <a:rPr lang="en-US" dirty="0">
                <a:solidFill>
                  <a:schemeClr val="tx1"/>
                </a:solidFill>
                <a:latin typeface="Adobe Heiti Std R" pitchFamily="34" charset="-128"/>
                <a:ea typeface="Adobe Heiti Std R" pitchFamily="34" charset="-128"/>
              </a:rPr>
              <a:t>(with 500 or fewer</a:t>
            </a:r>
          </a:p>
          <a:p>
            <a:pPr algn="ctr"/>
            <a:r>
              <a:rPr lang="en-US" dirty="0">
                <a:solidFill>
                  <a:schemeClr val="tx1"/>
                </a:solidFill>
                <a:latin typeface="Adobe Heiti Std R" pitchFamily="34" charset="-128"/>
                <a:ea typeface="Adobe Heiti Std R" pitchFamily="34" charset="-128"/>
              </a:rPr>
              <a:t>employees)</a:t>
            </a:r>
          </a:p>
          <a:p>
            <a:pPr algn="ctr"/>
            <a:endParaRPr lang="en-US" dirty="0"/>
          </a:p>
        </p:txBody>
      </p:sp>
      <p:sp>
        <p:nvSpPr>
          <p:cNvPr id="14" name="AutoShape 5"/>
          <p:cNvSpPr>
            <a:spLocks/>
          </p:cNvSpPr>
          <p:nvPr/>
        </p:nvSpPr>
        <p:spPr bwMode="auto">
          <a:xfrm>
            <a:off x="3886200" y="1752600"/>
            <a:ext cx="609601" cy="4104409"/>
          </a:xfrm>
          <a:prstGeom prst="rightBrace">
            <a:avLst>
              <a:gd name="adj1" fmla="val 58333"/>
              <a:gd name="adj2" fmla="val 50000"/>
            </a:avLst>
          </a:prstGeom>
          <a:noFill/>
          <a:ln w="38100">
            <a:solidFill>
              <a:schemeClr val="tx1"/>
            </a:solidFill>
            <a:round/>
            <a:headEnd/>
            <a:tailEnd/>
          </a:ln>
          <a:effectLst/>
        </p:spPr>
        <p:txBody>
          <a:bodyPr wrap="none" anchor="ctr">
            <a:prstTxWarp prst="textNoShape">
              <a:avLst/>
            </a:prstTxWarp>
          </a:bodyPr>
          <a:lstStyle/>
          <a:p>
            <a:endParaRPr lang="en-US"/>
          </a:p>
        </p:txBody>
      </p:sp>
      <p:sp>
        <p:nvSpPr>
          <p:cNvPr id="15" name="Text Box 6"/>
          <p:cNvSpPr txBox="1">
            <a:spLocks noChangeArrowheads="1"/>
          </p:cNvSpPr>
          <p:nvPr/>
        </p:nvSpPr>
        <p:spPr bwMode="auto">
          <a:xfrm>
            <a:off x="4618339" y="3514543"/>
            <a:ext cx="1186543" cy="584775"/>
          </a:xfrm>
          <a:prstGeom prst="rect">
            <a:avLst/>
          </a:prstGeom>
          <a:noFill/>
          <a:ln w="9525">
            <a:noFill/>
            <a:miter lim="800000"/>
            <a:headEnd/>
            <a:tailEnd/>
          </a:ln>
          <a:effectLst/>
        </p:spPr>
        <p:txBody>
          <a:bodyPr wrap="none">
            <a:prstTxWarp prst="textNoShape">
              <a:avLst/>
            </a:prstTxWarp>
            <a:spAutoFit/>
          </a:bodyPr>
          <a:lstStyle/>
          <a:p>
            <a:pPr algn="ctr"/>
            <a:r>
              <a:rPr lang="en-US" sz="1600" dirty="0" smtClean="0">
                <a:latin typeface="Adobe Heiti Std R" pitchFamily="34" charset="-128"/>
                <a:ea typeface="Adobe Heiti Std R" pitchFamily="34" charset="-128"/>
              </a:rPr>
              <a:t>28 </a:t>
            </a:r>
            <a:r>
              <a:rPr lang="en-US" sz="1600" dirty="0">
                <a:latin typeface="Adobe Heiti Std R" pitchFamily="34" charset="-128"/>
                <a:ea typeface="Adobe Heiti Std R" pitchFamily="34" charset="-128"/>
              </a:rPr>
              <a:t>million</a:t>
            </a:r>
          </a:p>
          <a:p>
            <a:pPr algn="ctr"/>
            <a:r>
              <a:rPr lang="en-US" sz="1600" dirty="0">
                <a:latin typeface="Adobe Heiti Std R" pitchFamily="34" charset="-128"/>
                <a:ea typeface="Adobe Heiti Std R" pitchFamily="34" charset="-128"/>
              </a:rPr>
              <a:t>businesses</a:t>
            </a:r>
          </a:p>
        </p:txBody>
      </p:sp>
      <p:sp>
        <p:nvSpPr>
          <p:cNvPr id="16" name="AutoShape 11"/>
          <p:cNvSpPr>
            <a:spLocks/>
          </p:cNvSpPr>
          <p:nvPr/>
        </p:nvSpPr>
        <p:spPr bwMode="auto">
          <a:xfrm>
            <a:off x="5867400" y="2003713"/>
            <a:ext cx="304800" cy="1828800"/>
          </a:xfrm>
          <a:prstGeom prst="rightBrace">
            <a:avLst>
              <a:gd name="adj1" fmla="val 50000"/>
              <a:gd name="adj2" fmla="val 50000"/>
            </a:avLst>
          </a:prstGeom>
          <a:noFill/>
          <a:ln w="25400">
            <a:solidFill>
              <a:schemeClr val="tx1"/>
            </a:solidFill>
            <a:round/>
            <a:headEnd/>
            <a:tailEnd/>
          </a:ln>
          <a:effectLst/>
        </p:spPr>
        <p:txBody>
          <a:bodyPr wrap="none" anchor="ctr">
            <a:prstTxWarp prst="textNoShape">
              <a:avLst/>
            </a:prstTxWarp>
          </a:bodyPr>
          <a:lstStyle/>
          <a:p>
            <a:endParaRPr lang="en-US"/>
          </a:p>
        </p:txBody>
      </p:sp>
      <p:sp>
        <p:nvSpPr>
          <p:cNvPr id="17" name="AutoShape 11"/>
          <p:cNvSpPr>
            <a:spLocks/>
          </p:cNvSpPr>
          <p:nvPr/>
        </p:nvSpPr>
        <p:spPr bwMode="auto">
          <a:xfrm>
            <a:off x="5867400" y="3837709"/>
            <a:ext cx="304800" cy="1828800"/>
          </a:xfrm>
          <a:prstGeom prst="rightBrace">
            <a:avLst>
              <a:gd name="adj1" fmla="val 50000"/>
              <a:gd name="adj2" fmla="val 50000"/>
            </a:avLst>
          </a:prstGeom>
          <a:noFill/>
          <a:ln w="25400">
            <a:solidFill>
              <a:schemeClr val="tx1"/>
            </a:solidFill>
            <a:round/>
            <a:headEnd/>
            <a:tailEnd/>
          </a:ln>
          <a:effectLst/>
        </p:spPr>
        <p:txBody>
          <a:bodyPr wrap="none" anchor="ctr">
            <a:prstTxWarp prst="textNoShape">
              <a:avLst/>
            </a:prstTxWarp>
          </a:bodyPr>
          <a:lstStyle/>
          <a:p>
            <a:endParaRPr lang="en-US"/>
          </a:p>
        </p:txBody>
      </p:sp>
      <p:sp>
        <p:nvSpPr>
          <p:cNvPr id="18" name="Text Box 6"/>
          <p:cNvSpPr txBox="1">
            <a:spLocks noChangeArrowheads="1"/>
          </p:cNvSpPr>
          <p:nvPr/>
        </p:nvSpPr>
        <p:spPr bwMode="auto">
          <a:xfrm>
            <a:off x="6216695" y="2594946"/>
            <a:ext cx="1241045" cy="830997"/>
          </a:xfrm>
          <a:prstGeom prst="rect">
            <a:avLst/>
          </a:prstGeom>
          <a:noFill/>
          <a:ln w="9525">
            <a:noFill/>
            <a:miter lim="800000"/>
            <a:headEnd/>
            <a:tailEnd/>
          </a:ln>
          <a:effectLst/>
        </p:spPr>
        <p:txBody>
          <a:bodyPr wrap="none">
            <a:prstTxWarp prst="textNoShape">
              <a:avLst/>
            </a:prstTxWarp>
            <a:spAutoFit/>
          </a:bodyPr>
          <a:lstStyle/>
          <a:p>
            <a:pPr algn="ctr"/>
            <a:r>
              <a:rPr lang="en-US" sz="1600" dirty="0" smtClean="0">
                <a:latin typeface="Adobe Heiti Std R" pitchFamily="34" charset="-128"/>
                <a:ea typeface="Adobe Heiti Std R" pitchFamily="34" charset="-128"/>
              </a:rPr>
              <a:t>Full-time</a:t>
            </a:r>
          </a:p>
          <a:p>
            <a:pPr algn="ctr"/>
            <a:r>
              <a:rPr lang="en-US" sz="1600" dirty="0">
                <a:latin typeface="Adobe Heiti Std R" pitchFamily="34" charset="-128"/>
                <a:ea typeface="Adobe Heiti Std R" pitchFamily="34" charset="-128"/>
              </a:rPr>
              <a:t>b</a:t>
            </a:r>
            <a:r>
              <a:rPr lang="en-US" sz="1600" dirty="0" smtClean="0">
                <a:latin typeface="Adobe Heiti Std R" pitchFamily="34" charset="-128"/>
                <a:ea typeface="Adobe Heiti Std R" pitchFamily="34" charset="-128"/>
              </a:rPr>
              <a:t>usinesses</a:t>
            </a:r>
          </a:p>
          <a:p>
            <a:pPr algn="ctr"/>
            <a:r>
              <a:rPr lang="en-US" sz="1600" dirty="0" smtClean="0">
                <a:latin typeface="Adobe Heiti Std R" pitchFamily="34" charset="-128"/>
                <a:ea typeface="Adobe Heiti Std R" pitchFamily="34" charset="-128"/>
              </a:rPr>
              <a:t>(14 million)</a:t>
            </a:r>
            <a:endParaRPr lang="en-US" sz="1600" dirty="0">
              <a:latin typeface="Adobe Heiti Std R" pitchFamily="34" charset="-128"/>
              <a:ea typeface="Adobe Heiti Std R" pitchFamily="34" charset="-128"/>
            </a:endParaRPr>
          </a:p>
        </p:txBody>
      </p:sp>
      <p:sp>
        <p:nvSpPr>
          <p:cNvPr id="19" name="Text Box 6"/>
          <p:cNvSpPr txBox="1">
            <a:spLocks noChangeArrowheads="1"/>
          </p:cNvSpPr>
          <p:nvPr/>
        </p:nvSpPr>
        <p:spPr bwMode="auto">
          <a:xfrm>
            <a:off x="6359869" y="4428943"/>
            <a:ext cx="1241045" cy="830997"/>
          </a:xfrm>
          <a:prstGeom prst="rect">
            <a:avLst/>
          </a:prstGeom>
          <a:noFill/>
          <a:ln w="9525">
            <a:noFill/>
            <a:miter lim="800000"/>
            <a:headEnd/>
            <a:tailEnd/>
          </a:ln>
          <a:effectLst/>
        </p:spPr>
        <p:txBody>
          <a:bodyPr wrap="none">
            <a:prstTxWarp prst="textNoShape">
              <a:avLst/>
            </a:prstTxWarp>
            <a:spAutoFit/>
          </a:bodyPr>
          <a:lstStyle/>
          <a:p>
            <a:pPr algn="ctr"/>
            <a:r>
              <a:rPr lang="en-US" sz="1600" dirty="0" smtClean="0">
                <a:latin typeface="Adobe Heiti Std R" pitchFamily="34" charset="-128"/>
                <a:ea typeface="Adobe Heiti Std R" pitchFamily="34" charset="-128"/>
              </a:rPr>
              <a:t>Part-time</a:t>
            </a:r>
          </a:p>
          <a:p>
            <a:pPr algn="ctr"/>
            <a:r>
              <a:rPr lang="en-US" sz="1600" dirty="0" smtClean="0">
                <a:latin typeface="Adobe Heiti Std R" pitchFamily="34" charset="-128"/>
                <a:ea typeface="Adobe Heiti Std R" pitchFamily="34" charset="-128"/>
              </a:rPr>
              <a:t>businesses</a:t>
            </a:r>
          </a:p>
          <a:p>
            <a:pPr algn="ctr"/>
            <a:r>
              <a:rPr lang="en-US" sz="1600" dirty="0" smtClean="0">
                <a:latin typeface="Adobe Heiti Std R" pitchFamily="34" charset="-128"/>
                <a:ea typeface="Adobe Heiti Std R" pitchFamily="34" charset="-128"/>
              </a:rPr>
              <a:t>(14 million)</a:t>
            </a:r>
            <a:endParaRPr lang="en-US" sz="1600" dirty="0">
              <a:latin typeface="Adobe Heiti Std R" pitchFamily="34" charset="-128"/>
              <a:ea typeface="Adobe Heiti Std R" pitchFamily="34" charset="-128"/>
            </a:endParaRPr>
          </a:p>
        </p:txBody>
      </p:sp>
      <p:sp>
        <p:nvSpPr>
          <p:cNvPr id="10" name="Isosceles Triangle 9"/>
          <p:cNvSpPr/>
          <p:nvPr/>
        </p:nvSpPr>
        <p:spPr>
          <a:xfrm>
            <a:off x="1828800" y="1790700"/>
            <a:ext cx="304800" cy="266700"/>
          </a:xfrm>
          <a:prstGeom prst="triangle">
            <a:avLst/>
          </a:prstGeom>
          <a:solidFill>
            <a:srgbClr val="006643"/>
          </a:solidFill>
          <a:ln>
            <a:noFill/>
          </a:ln>
          <a:effectLst/>
          <a:scene3d>
            <a:camera prst="orthographicFront">
              <a:rot lat="0" lon="0" rev="0"/>
            </a:camera>
            <a:lightRig rig="glow" dir="t">
              <a:rot lat="0" lon="0" rev="14100000"/>
            </a:lightRig>
          </a:scene3d>
          <a:sp3d prstMaterial="softEdge">
            <a:bevelT w="1270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 Box 6"/>
          <p:cNvSpPr txBox="1">
            <a:spLocks noChangeArrowheads="1"/>
          </p:cNvSpPr>
          <p:nvPr/>
        </p:nvSpPr>
        <p:spPr bwMode="auto">
          <a:xfrm>
            <a:off x="7619674" y="2594947"/>
            <a:ext cx="1577294" cy="584775"/>
          </a:xfrm>
          <a:prstGeom prst="rect">
            <a:avLst/>
          </a:prstGeom>
          <a:noFill/>
          <a:ln w="9525">
            <a:noFill/>
            <a:miter lim="800000"/>
            <a:headEnd/>
            <a:tailEnd/>
          </a:ln>
          <a:effectLst/>
        </p:spPr>
        <p:txBody>
          <a:bodyPr wrap="square">
            <a:prstTxWarp prst="textNoShape">
              <a:avLst/>
            </a:prstTxWarp>
            <a:spAutoFit/>
          </a:bodyPr>
          <a:lstStyle/>
          <a:p>
            <a:pPr algn="ctr"/>
            <a:r>
              <a:rPr lang="en-US" sz="1600" dirty="0" smtClean="0">
                <a:latin typeface="Adobe Heiti Std R" pitchFamily="34" charset="-128"/>
                <a:ea typeface="Adobe Heiti Std R" pitchFamily="34" charset="-128"/>
              </a:rPr>
              <a:t>33% are incorporated</a:t>
            </a:r>
          </a:p>
        </p:txBody>
      </p:sp>
      <p:sp>
        <p:nvSpPr>
          <p:cNvPr id="23" name="AutoShape 11"/>
          <p:cNvSpPr>
            <a:spLocks/>
          </p:cNvSpPr>
          <p:nvPr/>
        </p:nvSpPr>
        <p:spPr bwMode="auto">
          <a:xfrm>
            <a:off x="7391400" y="2343835"/>
            <a:ext cx="217641" cy="1085165"/>
          </a:xfrm>
          <a:prstGeom prst="rightBrace">
            <a:avLst>
              <a:gd name="adj1" fmla="val 50000"/>
              <a:gd name="adj2" fmla="val 50000"/>
            </a:avLst>
          </a:prstGeom>
          <a:noFill/>
          <a:ln w="25400">
            <a:solidFill>
              <a:schemeClr val="tx1"/>
            </a:solidFill>
            <a:round/>
            <a:headEnd/>
            <a:tailEnd/>
          </a:ln>
          <a:effectLst/>
        </p:spPr>
        <p:txBody>
          <a:bodyPr wrap="none" anchor="ctr">
            <a:prstTxWarp prst="textNoShape">
              <a:avLst/>
            </a:prstTxWarp>
          </a:bodyPr>
          <a:lstStyle/>
          <a:p>
            <a:endParaRPr lang="en-US"/>
          </a:p>
        </p:txBody>
      </p:sp>
      <p:sp>
        <p:nvSpPr>
          <p:cNvPr id="2" name="Footer Placeholder 1"/>
          <p:cNvSpPr>
            <a:spLocks noGrp="1"/>
          </p:cNvSpPr>
          <p:nvPr>
            <p:ph type="ftr" sz="quarter" idx="11"/>
          </p:nvPr>
        </p:nvSpPr>
        <p:spPr/>
        <p:txBody>
          <a:bodyPr/>
          <a:lstStyle/>
          <a:p>
            <a:r>
              <a:rPr lang="en-US" smtClean="0"/>
              <a:t>Copyright © 2014 John Wiley &amp; Sons, Inc.</a:t>
            </a:r>
            <a:endParaRPr lang="en-US"/>
          </a:p>
        </p:txBody>
      </p:sp>
    </p:spTree>
    <p:extLst>
      <p:ext uri="{BB962C8B-B14F-4D97-AF65-F5344CB8AC3E}">
        <p14:creationId xmlns:p14="http://schemas.microsoft.com/office/powerpoint/2010/main" val="21455726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Box 3"/>
          <p:cNvSpPr txBox="1"/>
          <p:nvPr/>
        </p:nvSpPr>
        <p:spPr>
          <a:xfrm>
            <a:off x="304800" y="221159"/>
            <a:ext cx="8534400" cy="830997"/>
          </a:xfrm>
          <a:prstGeom prst="rect">
            <a:avLst/>
          </a:prstGeom>
          <a:noFill/>
        </p:spPr>
        <p:txBody>
          <a:bodyPr wrap="square" rtlCol="0">
            <a:spAutoFit/>
          </a:bodyPr>
          <a:lstStyle/>
          <a:p>
            <a:pPr algn="ctr"/>
            <a:r>
              <a:rPr lang="en-US" sz="4800" b="1" dirty="0" smtClean="0">
                <a:latin typeface="Arial" panose="020B0604020202020204" pitchFamily="34" charset="0"/>
                <a:cs typeface="Arial" panose="020B0604020202020204" pitchFamily="34" charset="0"/>
              </a:rPr>
              <a:t>10-YEAR SURVIVAL RATES</a:t>
            </a:r>
            <a:endParaRPr lang="en-US" sz="4800" b="1" dirty="0">
              <a:latin typeface="Arial" panose="020B0604020202020204" pitchFamily="34" charset="0"/>
              <a:cs typeface="Arial" panose="020B0604020202020204" pitchFamily="34" charset="0"/>
            </a:endParaRPr>
          </a:p>
        </p:txBody>
      </p:sp>
      <p:sp>
        <p:nvSpPr>
          <p:cNvPr id="2" name="Oval 1"/>
          <p:cNvSpPr/>
          <p:nvPr/>
        </p:nvSpPr>
        <p:spPr>
          <a:xfrm>
            <a:off x="457201" y="2438400"/>
            <a:ext cx="1523999" cy="1447800"/>
          </a:xfrm>
          <a:prstGeom prst="ellipse">
            <a:avLst/>
          </a:prstGeom>
          <a:solidFill>
            <a:schemeClr val="accent3">
              <a:lumMod val="40000"/>
              <a:lumOff val="60000"/>
            </a:schemeClr>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latin typeface="Adobe Heiti Std R" pitchFamily="34" charset="-128"/>
                <a:ea typeface="Adobe Heiti Std R" pitchFamily="34" charset="-128"/>
              </a:rPr>
              <a:t>1 YEAR</a:t>
            </a:r>
            <a:endParaRPr lang="en-US" dirty="0">
              <a:solidFill>
                <a:schemeClr val="tx1"/>
              </a:solidFill>
              <a:latin typeface="Adobe Heiti Std R" pitchFamily="34" charset="-128"/>
              <a:ea typeface="Adobe Heiti Std R" pitchFamily="34" charset="-128"/>
            </a:endParaRPr>
          </a:p>
        </p:txBody>
      </p:sp>
      <p:sp>
        <p:nvSpPr>
          <p:cNvPr id="20" name="Oval 19"/>
          <p:cNvSpPr/>
          <p:nvPr/>
        </p:nvSpPr>
        <p:spPr>
          <a:xfrm>
            <a:off x="2514601" y="2424545"/>
            <a:ext cx="1523999" cy="1447800"/>
          </a:xfrm>
          <a:prstGeom prst="ellipse">
            <a:avLst/>
          </a:prstGeom>
          <a:solidFill>
            <a:schemeClr val="accent3">
              <a:lumMod val="60000"/>
              <a:lumOff val="40000"/>
            </a:schemeClr>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latin typeface="Adobe Heiti Std R" pitchFamily="34" charset="-128"/>
                <a:ea typeface="Adobe Heiti Std R" pitchFamily="34" charset="-128"/>
              </a:rPr>
              <a:t>2 YEARS</a:t>
            </a:r>
            <a:endParaRPr lang="en-US" dirty="0">
              <a:solidFill>
                <a:schemeClr val="tx1"/>
              </a:solidFill>
              <a:latin typeface="Adobe Heiti Std R" pitchFamily="34" charset="-128"/>
              <a:ea typeface="Adobe Heiti Std R" pitchFamily="34" charset="-128"/>
            </a:endParaRPr>
          </a:p>
        </p:txBody>
      </p:sp>
      <p:sp>
        <p:nvSpPr>
          <p:cNvPr id="21" name="Oval 20"/>
          <p:cNvSpPr/>
          <p:nvPr/>
        </p:nvSpPr>
        <p:spPr>
          <a:xfrm>
            <a:off x="4572000" y="2438400"/>
            <a:ext cx="1523999" cy="1447800"/>
          </a:xfrm>
          <a:prstGeom prst="ellipse">
            <a:avLst/>
          </a:prstGeom>
          <a:solidFill>
            <a:schemeClr val="accent3">
              <a:lumMod val="75000"/>
            </a:schemeClr>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latin typeface="Adobe Heiti Std R" pitchFamily="34" charset="-128"/>
                <a:ea typeface="Adobe Heiti Std R" pitchFamily="34" charset="-128"/>
              </a:rPr>
              <a:t>5 YEARS</a:t>
            </a:r>
            <a:endParaRPr lang="en-US" dirty="0">
              <a:solidFill>
                <a:schemeClr val="tx1"/>
              </a:solidFill>
              <a:latin typeface="Adobe Heiti Std R" pitchFamily="34" charset="-128"/>
              <a:ea typeface="Adobe Heiti Std R" pitchFamily="34" charset="-128"/>
            </a:endParaRPr>
          </a:p>
        </p:txBody>
      </p:sp>
      <p:sp>
        <p:nvSpPr>
          <p:cNvPr id="24" name="Oval 23"/>
          <p:cNvSpPr/>
          <p:nvPr/>
        </p:nvSpPr>
        <p:spPr>
          <a:xfrm>
            <a:off x="6705600" y="2424545"/>
            <a:ext cx="1523999" cy="1447800"/>
          </a:xfrm>
          <a:prstGeom prst="ellipse">
            <a:avLst/>
          </a:prstGeom>
          <a:solidFill>
            <a:schemeClr val="accent3">
              <a:lumMod val="50000"/>
            </a:schemeClr>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latin typeface="Adobe Heiti Std R" pitchFamily="34" charset="-128"/>
                <a:ea typeface="Adobe Heiti Std R" pitchFamily="34" charset="-128"/>
              </a:rPr>
              <a:t>10 YEARS</a:t>
            </a:r>
            <a:endParaRPr lang="en-US" dirty="0">
              <a:solidFill>
                <a:schemeClr val="tx1"/>
              </a:solidFill>
              <a:latin typeface="Adobe Heiti Std R" pitchFamily="34" charset="-128"/>
              <a:ea typeface="Adobe Heiti Std R" pitchFamily="34" charset="-128"/>
            </a:endParaRPr>
          </a:p>
        </p:txBody>
      </p:sp>
      <p:graphicFrame>
        <p:nvGraphicFramePr>
          <p:cNvPr id="5" name="Diagram 4"/>
          <p:cNvGraphicFramePr/>
          <p:nvPr>
            <p:extLst>
              <p:ext uri="{D42A27DB-BD31-4B8C-83A1-F6EECF244321}">
                <p14:modId xmlns:p14="http://schemas.microsoft.com/office/powerpoint/2010/main" val="576700234"/>
              </p:ext>
            </p:extLst>
          </p:nvPr>
        </p:nvGraphicFramePr>
        <p:xfrm>
          <a:off x="228600" y="2032000"/>
          <a:ext cx="8610600" cy="4064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Footer Placeholder 2"/>
          <p:cNvSpPr>
            <a:spLocks noGrp="1"/>
          </p:cNvSpPr>
          <p:nvPr>
            <p:ph type="ftr" sz="quarter" idx="11"/>
          </p:nvPr>
        </p:nvSpPr>
        <p:spPr/>
        <p:txBody>
          <a:bodyPr/>
          <a:lstStyle/>
          <a:p>
            <a:r>
              <a:rPr lang="en-US" smtClean="0"/>
              <a:t>Copyright © 2014 John Wiley &amp; Sons, Inc.</a:t>
            </a:r>
            <a:endParaRPr lang="en-US"/>
          </a:p>
        </p:txBody>
      </p:sp>
    </p:spTree>
    <p:extLst>
      <p:ext uri="{BB962C8B-B14F-4D97-AF65-F5344CB8AC3E}">
        <p14:creationId xmlns:p14="http://schemas.microsoft.com/office/powerpoint/2010/main" val="39551285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Box 3"/>
          <p:cNvSpPr txBox="1"/>
          <p:nvPr/>
        </p:nvSpPr>
        <p:spPr>
          <a:xfrm>
            <a:off x="304800" y="221159"/>
            <a:ext cx="8534400" cy="830997"/>
          </a:xfrm>
          <a:prstGeom prst="rect">
            <a:avLst/>
          </a:prstGeom>
          <a:noFill/>
        </p:spPr>
        <p:txBody>
          <a:bodyPr wrap="square" rtlCol="0">
            <a:spAutoFit/>
          </a:bodyPr>
          <a:lstStyle/>
          <a:p>
            <a:pPr algn="ctr"/>
            <a:r>
              <a:rPr lang="en-US" sz="4800" b="1" dirty="0" smtClean="0">
                <a:latin typeface="Arial" panose="020B0604020202020204" pitchFamily="34" charset="0"/>
                <a:cs typeface="Arial" panose="020B0604020202020204" pitchFamily="34" charset="0"/>
              </a:rPr>
              <a:t>DJIA COMPANIES</a:t>
            </a:r>
            <a:endParaRPr lang="en-US" sz="4800" b="1" dirty="0">
              <a:latin typeface="Arial" panose="020B0604020202020204" pitchFamily="34" charset="0"/>
              <a:cs typeface="Arial" panose="020B0604020202020204" pitchFamily="34" charset="0"/>
            </a:endParaRPr>
          </a:p>
        </p:txBody>
      </p:sp>
      <p:graphicFrame>
        <p:nvGraphicFramePr>
          <p:cNvPr id="3" name="Table 2"/>
          <p:cNvGraphicFramePr>
            <a:graphicFrameLocks noGrp="1"/>
          </p:cNvGraphicFramePr>
          <p:nvPr>
            <p:extLst>
              <p:ext uri="{D42A27DB-BD31-4B8C-83A1-F6EECF244321}">
                <p14:modId xmlns:p14="http://schemas.microsoft.com/office/powerpoint/2010/main" val="3070187513"/>
              </p:ext>
            </p:extLst>
          </p:nvPr>
        </p:nvGraphicFramePr>
        <p:xfrm>
          <a:off x="1143000" y="1246814"/>
          <a:ext cx="6858001" cy="5250698"/>
        </p:xfrm>
        <a:graphic>
          <a:graphicData uri="http://schemas.openxmlformats.org/drawingml/2006/table">
            <a:tbl>
              <a:tblPr>
                <a:tableStyleId>{5C22544A-7EE6-4342-B048-85BDC9FD1C3A}</a:tableStyleId>
              </a:tblPr>
              <a:tblGrid>
                <a:gridCol w="1934342"/>
                <a:gridCol w="2516019"/>
                <a:gridCol w="2407640"/>
              </a:tblGrid>
              <a:tr h="178566">
                <a:tc>
                  <a:txBody>
                    <a:bodyPr/>
                    <a:lstStyle/>
                    <a:p>
                      <a:pPr marL="0" marR="0" algn="ctr">
                        <a:spcBef>
                          <a:spcPts val="600"/>
                        </a:spcBef>
                        <a:spcAft>
                          <a:spcPts val="0"/>
                        </a:spcAft>
                      </a:pPr>
                      <a:r>
                        <a:rPr lang="en-US" sz="1100" b="1" dirty="0" smtClean="0">
                          <a:effectLst/>
                        </a:rPr>
                        <a:t>1896</a:t>
                      </a:r>
                      <a:endParaRPr lang="en-US" sz="1100" b="1" dirty="0">
                        <a:effectLst/>
                        <a:latin typeface="Times New Roman"/>
                        <a:ea typeface="Times New Roman"/>
                      </a:endParaRPr>
                    </a:p>
                  </a:txBody>
                  <a:tcPr marL="44960" marR="4496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600"/>
                        </a:spcBef>
                        <a:spcAft>
                          <a:spcPts val="0"/>
                        </a:spcAft>
                      </a:pPr>
                      <a:r>
                        <a:rPr lang="en-US" sz="1100" b="1" dirty="0">
                          <a:effectLst/>
                        </a:rPr>
                        <a:t>1928</a:t>
                      </a:r>
                      <a:endParaRPr lang="en-US" sz="1100" b="1" dirty="0">
                        <a:effectLst/>
                        <a:latin typeface="Times New Roman"/>
                        <a:ea typeface="Times New Roman"/>
                      </a:endParaRPr>
                    </a:p>
                  </a:txBody>
                  <a:tcPr marL="44960" marR="4496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600"/>
                        </a:spcBef>
                        <a:spcAft>
                          <a:spcPts val="0"/>
                        </a:spcAft>
                      </a:pPr>
                      <a:r>
                        <a:rPr lang="en-US" sz="1100" b="1" dirty="0"/>
                        <a:t>2012</a:t>
                      </a:r>
                    </a:p>
                  </a:txBody>
                  <a:tcPr marL="44960" marR="4496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176533">
                <a:tc>
                  <a:txBody>
                    <a:bodyPr/>
                    <a:lstStyle/>
                    <a:p>
                      <a:pPr marL="0" marR="0">
                        <a:spcBef>
                          <a:spcPts val="600"/>
                        </a:spcBef>
                        <a:spcAft>
                          <a:spcPts val="0"/>
                        </a:spcAft>
                      </a:pPr>
                      <a:r>
                        <a:rPr lang="en-US" sz="1100" dirty="0" smtClean="0">
                          <a:effectLst/>
                        </a:rPr>
                        <a:t>American </a:t>
                      </a:r>
                      <a:r>
                        <a:rPr lang="en-US" sz="1100" dirty="0">
                          <a:effectLst/>
                        </a:rPr>
                        <a:t>Cotton Oil</a:t>
                      </a:r>
                      <a:endParaRPr lang="en-US" sz="1100" dirty="0">
                        <a:effectLst/>
                        <a:latin typeface="Times New Roman"/>
                        <a:ea typeface="Times New Roman"/>
                      </a:endParaRPr>
                    </a:p>
                  </a:txBody>
                  <a:tcPr marL="44960" marR="4496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tc>
                  <a:txBody>
                    <a:bodyPr/>
                    <a:lstStyle/>
                    <a:p>
                      <a:pPr marL="0" marR="0">
                        <a:spcBef>
                          <a:spcPts val="600"/>
                        </a:spcBef>
                        <a:spcAft>
                          <a:spcPts val="0"/>
                        </a:spcAft>
                      </a:pPr>
                      <a:r>
                        <a:rPr lang="en-US" sz="1100" dirty="0">
                          <a:effectLst/>
                        </a:rPr>
                        <a:t>Allied Can</a:t>
                      </a:r>
                      <a:endParaRPr lang="en-US" sz="1100" dirty="0">
                        <a:effectLst/>
                        <a:latin typeface="Times New Roman"/>
                        <a:ea typeface="Times New Roman"/>
                      </a:endParaRPr>
                    </a:p>
                  </a:txBody>
                  <a:tcPr marL="44960" marR="4496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tc>
                  <a:txBody>
                    <a:bodyPr/>
                    <a:lstStyle/>
                    <a:p>
                      <a:pPr marL="0" marR="0">
                        <a:spcBef>
                          <a:spcPts val="0"/>
                        </a:spcBef>
                        <a:spcAft>
                          <a:spcPts val="0"/>
                        </a:spcAft>
                      </a:pPr>
                      <a:r>
                        <a:rPr lang="en-US" sz="1100" dirty="0"/>
                        <a:t>3M</a:t>
                      </a:r>
                    </a:p>
                  </a:txBody>
                  <a:tcPr marL="44960" marR="4496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tr>
              <a:tr h="156245">
                <a:tc>
                  <a:txBody>
                    <a:bodyPr/>
                    <a:lstStyle/>
                    <a:p>
                      <a:pPr marL="0" marR="0">
                        <a:spcBef>
                          <a:spcPts val="600"/>
                        </a:spcBef>
                        <a:spcAft>
                          <a:spcPts val="0"/>
                        </a:spcAft>
                      </a:pPr>
                      <a:r>
                        <a:rPr lang="en-US" sz="1100" dirty="0">
                          <a:effectLst/>
                        </a:rPr>
                        <a:t>American Sugar</a:t>
                      </a:r>
                      <a:endParaRPr lang="en-US" sz="1100" dirty="0">
                        <a:effectLst/>
                        <a:latin typeface="Times New Roman"/>
                        <a:ea typeface="Times New Roman"/>
                      </a:endParaRPr>
                    </a:p>
                  </a:txBody>
                  <a:tcPr marL="44960" marR="4496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marR="0">
                        <a:spcBef>
                          <a:spcPts val="600"/>
                        </a:spcBef>
                        <a:spcAft>
                          <a:spcPts val="0"/>
                        </a:spcAft>
                      </a:pPr>
                      <a:r>
                        <a:rPr lang="en-US" sz="1100" dirty="0">
                          <a:effectLst/>
                        </a:rPr>
                        <a:t>Allied Chemical</a:t>
                      </a:r>
                      <a:endParaRPr lang="en-US" sz="1100" dirty="0">
                        <a:effectLst/>
                        <a:latin typeface="Times New Roman"/>
                        <a:ea typeface="Times New Roman"/>
                      </a:endParaRPr>
                    </a:p>
                  </a:txBody>
                  <a:tcPr marL="44960" marR="4496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marR="0">
                        <a:spcBef>
                          <a:spcPts val="0"/>
                        </a:spcBef>
                        <a:spcAft>
                          <a:spcPts val="0"/>
                        </a:spcAft>
                      </a:pPr>
                      <a:r>
                        <a:rPr lang="en-US" sz="1100" dirty="0"/>
                        <a:t>Alcoa</a:t>
                      </a:r>
                    </a:p>
                  </a:txBody>
                  <a:tcPr marL="44960" marR="4496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r>
              <a:tr h="176533">
                <a:tc>
                  <a:txBody>
                    <a:bodyPr/>
                    <a:lstStyle/>
                    <a:p>
                      <a:pPr marL="0" marR="0">
                        <a:spcBef>
                          <a:spcPts val="600"/>
                        </a:spcBef>
                        <a:spcAft>
                          <a:spcPts val="0"/>
                        </a:spcAft>
                      </a:pPr>
                      <a:r>
                        <a:rPr lang="en-US" sz="1100" dirty="0">
                          <a:effectLst/>
                        </a:rPr>
                        <a:t>American Tobacco</a:t>
                      </a:r>
                      <a:endParaRPr lang="en-US" sz="1100" dirty="0">
                        <a:effectLst/>
                        <a:latin typeface="Times New Roman"/>
                        <a:ea typeface="Times New Roman"/>
                      </a:endParaRPr>
                    </a:p>
                  </a:txBody>
                  <a:tcPr marL="44960" marR="4496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marR="0">
                        <a:spcBef>
                          <a:spcPts val="600"/>
                        </a:spcBef>
                        <a:spcAft>
                          <a:spcPts val="0"/>
                        </a:spcAft>
                      </a:pPr>
                      <a:r>
                        <a:rPr lang="en-US" sz="1100" dirty="0">
                          <a:effectLst/>
                        </a:rPr>
                        <a:t>American Smelting &amp; Refining</a:t>
                      </a:r>
                      <a:endParaRPr lang="en-US" sz="1100" dirty="0">
                        <a:effectLst/>
                        <a:latin typeface="Times New Roman"/>
                        <a:ea typeface="Times New Roman"/>
                      </a:endParaRPr>
                    </a:p>
                  </a:txBody>
                  <a:tcPr marL="44960" marR="4496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marR="0">
                        <a:spcBef>
                          <a:spcPts val="0"/>
                        </a:spcBef>
                        <a:spcAft>
                          <a:spcPts val="0"/>
                        </a:spcAft>
                      </a:pPr>
                      <a:r>
                        <a:rPr lang="en-US" sz="1100" dirty="0"/>
                        <a:t>American Express</a:t>
                      </a:r>
                    </a:p>
                  </a:txBody>
                  <a:tcPr marL="44960" marR="4496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r>
              <a:tr h="156245">
                <a:tc>
                  <a:txBody>
                    <a:bodyPr/>
                    <a:lstStyle/>
                    <a:p>
                      <a:pPr marL="0" marR="0">
                        <a:spcBef>
                          <a:spcPts val="600"/>
                        </a:spcBef>
                        <a:spcAft>
                          <a:spcPts val="0"/>
                        </a:spcAft>
                      </a:pPr>
                      <a:r>
                        <a:rPr lang="en-US" sz="1100" dirty="0">
                          <a:effectLst/>
                        </a:rPr>
                        <a:t>Chicago Gas</a:t>
                      </a:r>
                      <a:endParaRPr lang="en-US" sz="1100" dirty="0">
                        <a:effectLst/>
                        <a:latin typeface="Times New Roman"/>
                        <a:ea typeface="Times New Roman"/>
                      </a:endParaRPr>
                    </a:p>
                  </a:txBody>
                  <a:tcPr marL="44960" marR="4496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marR="0">
                        <a:spcBef>
                          <a:spcPts val="600"/>
                        </a:spcBef>
                        <a:spcAft>
                          <a:spcPts val="0"/>
                        </a:spcAft>
                      </a:pPr>
                      <a:r>
                        <a:rPr lang="en-US" sz="1100" dirty="0">
                          <a:effectLst/>
                        </a:rPr>
                        <a:t>American Sugar</a:t>
                      </a:r>
                      <a:endParaRPr lang="en-US" sz="1100" dirty="0">
                        <a:effectLst/>
                        <a:latin typeface="Times New Roman"/>
                        <a:ea typeface="Times New Roman"/>
                      </a:endParaRPr>
                    </a:p>
                  </a:txBody>
                  <a:tcPr marL="44960" marR="4496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marR="0">
                        <a:spcBef>
                          <a:spcPts val="0"/>
                        </a:spcBef>
                        <a:spcAft>
                          <a:spcPts val="0"/>
                        </a:spcAft>
                      </a:pPr>
                      <a:r>
                        <a:rPr lang="en-US" sz="1100" dirty="0"/>
                        <a:t>AT&amp;T</a:t>
                      </a:r>
                    </a:p>
                  </a:txBody>
                  <a:tcPr marL="44960" marR="4496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r>
              <a:tr h="176533">
                <a:tc>
                  <a:txBody>
                    <a:bodyPr/>
                    <a:lstStyle/>
                    <a:p>
                      <a:pPr marL="0" marR="0">
                        <a:spcBef>
                          <a:spcPts val="600"/>
                        </a:spcBef>
                        <a:spcAft>
                          <a:spcPts val="0"/>
                        </a:spcAft>
                      </a:pPr>
                      <a:r>
                        <a:rPr lang="en-US" sz="1100" dirty="0">
                          <a:effectLst/>
                        </a:rPr>
                        <a:t>Distilling &amp; Cattle Feeding</a:t>
                      </a:r>
                      <a:endParaRPr lang="en-US" sz="1100" dirty="0">
                        <a:effectLst/>
                        <a:latin typeface="Times New Roman"/>
                        <a:ea typeface="Times New Roman"/>
                      </a:endParaRPr>
                    </a:p>
                  </a:txBody>
                  <a:tcPr marL="44960" marR="4496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marR="0">
                        <a:spcBef>
                          <a:spcPts val="600"/>
                        </a:spcBef>
                        <a:spcAft>
                          <a:spcPts val="0"/>
                        </a:spcAft>
                      </a:pPr>
                      <a:r>
                        <a:rPr lang="en-US" sz="1100">
                          <a:effectLst/>
                        </a:rPr>
                        <a:t>American Tobacco</a:t>
                      </a:r>
                      <a:endParaRPr lang="en-US" sz="1100">
                        <a:effectLst/>
                        <a:latin typeface="Times New Roman"/>
                        <a:ea typeface="Times New Roman"/>
                      </a:endParaRPr>
                    </a:p>
                  </a:txBody>
                  <a:tcPr marL="44960" marR="4496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marR="0">
                        <a:lnSpc>
                          <a:spcPct val="115000"/>
                        </a:lnSpc>
                        <a:spcBef>
                          <a:spcPts val="0"/>
                        </a:spcBef>
                        <a:spcAft>
                          <a:spcPts val="0"/>
                        </a:spcAft>
                      </a:pPr>
                      <a:r>
                        <a:rPr lang="en-US" sz="1100" dirty="0"/>
                        <a:t>Bank of America</a:t>
                      </a:r>
                    </a:p>
                  </a:txBody>
                  <a:tcPr marL="44960" marR="4496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r>
              <a:tr h="156245">
                <a:tc>
                  <a:txBody>
                    <a:bodyPr/>
                    <a:lstStyle/>
                    <a:p>
                      <a:pPr marL="0" marR="0">
                        <a:spcBef>
                          <a:spcPts val="600"/>
                        </a:spcBef>
                        <a:spcAft>
                          <a:spcPts val="0"/>
                        </a:spcAft>
                      </a:pPr>
                      <a:r>
                        <a:rPr lang="en-US" sz="1100" dirty="0">
                          <a:effectLst/>
                        </a:rPr>
                        <a:t>General Electric</a:t>
                      </a:r>
                      <a:endParaRPr lang="en-US" sz="1100" dirty="0">
                        <a:effectLst/>
                        <a:latin typeface="Times New Roman"/>
                        <a:ea typeface="Times New Roman"/>
                      </a:endParaRPr>
                    </a:p>
                  </a:txBody>
                  <a:tcPr marL="44960" marR="4496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marR="0">
                        <a:spcBef>
                          <a:spcPts val="600"/>
                        </a:spcBef>
                        <a:spcAft>
                          <a:spcPts val="0"/>
                        </a:spcAft>
                      </a:pPr>
                      <a:r>
                        <a:rPr lang="en-US" sz="1100" dirty="0">
                          <a:effectLst/>
                        </a:rPr>
                        <a:t>Atlantic Refining</a:t>
                      </a:r>
                      <a:endParaRPr lang="en-US" sz="1100" dirty="0">
                        <a:effectLst/>
                        <a:latin typeface="Times New Roman"/>
                        <a:ea typeface="Times New Roman"/>
                      </a:endParaRPr>
                    </a:p>
                  </a:txBody>
                  <a:tcPr marL="44960" marR="4496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marR="0">
                        <a:spcBef>
                          <a:spcPts val="0"/>
                        </a:spcBef>
                        <a:spcAft>
                          <a:spcPts val="0"/>
                        </a:spcAft>
                      </a:pPr>
                      <a:r>
                        <a:rPr lang="en-US" sz="1100" dirty="0"/>
                        <a:t>Boeing</a:t>
                      </a:r>
                    </a:p>
                  </a:txBody>
                  <a:tcPr marL="44960" marR="4496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r>
              <a:tr h="156245">
                <a:tc>
                  <a:txBody>
                    <a:bodyPr/>
                    <a:lstStyle/>
                    <a:p>
                      <a:pPr marL="0" marR="0">
                        <a:spcBef>
                          <a:spcPts val="600"/>
                        </a:spcBef>
                        <a:spcAft>
                          <a:spcPts val="0"/>
                        </a:spcAft>
                      </a:pPr>
                      <a:r>
                        <a:rPr lang="en-US" sz="1100" dirty="0">
                          <a:effectLst/>
                        </a:rPr>
                        <a:t>Laclede Gas Light</a:t>
                      </a:r>
                      <a:endParaRPr lang="en-US" sz="1100" dirty="0">
                        <a:effectLst/>
                        <a:latin typeface="Times New Roman"/>
                        <a:ea typeface="Times New Roman"/>
                      </a:endParaRPr>
                    </a:p>
                  </a:txBody>
                  <a:tcPr marL="44960" marR="4496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marR="0">
                        <a:spcBef>
                          <a:spcPts val="600"/>
                        </a:spcBef>
                        <a:spcAft>
                          <a:spcPts val="0"/>
                        </a:spcAft>
                      </a:pPr>
                      <a:r>
                        <a:rPr lang="en-US" sz="1100">
                          <a:effectLst/>
                        </a:rPr>
                        <a:t>Bethlehem Steel</a:t>
                      </a:r>
                      <a:endParaRPr lang="en-US" sz="1100">
                        <a:effectLst/>
                        <a:latin typeface="Times New Roman"/>
                        <a:ea typeface="Times New Roman"/>
                      </a:endParaRPr>
                    </a:p>
                  </a:txBody>
                  <a:tcPr marL="44960" marR="4496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marR="0">
                        <a:spcBef>
                          <a:spcPts val="0"/>
                        </a:spcBef>
                        <a:spcAft>
                          <a:spcPts val="0"/>
                        </a:spcAft>
                      </a:pPr>
                      <a:r>
                        <a:rPr lang="en-US" sz="1100" dirty="0"/>
                        <a:t>Caterpillar</a:t>
                      </a:r>
                    </a:p>
                  </a:txBody>
                  <a:tcPr marL="44960" marR="4496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r>
              <a:tr h="156245">
                <a:tc>
                  <a:txBody>
                    <a:bodyPr/>
                    <a:lstStyle/>
                    <a:p>
                      <a:pPr marL="0" marR="0">
                        <a:spcBef>
                          <a:spcPts val="600"/>
                        </a:spcBef>
                        <a:spcAft>
                          <a:spcPts val="0"/>
                        </a:spcAft>
                      </a:pPr>
                      <a:r>
                        <a:rPr lang="en-US" sz="1100" dirty="0">
                          <a:effectLst/>
                        </a:rPr>
                        <a:t>National Lead</a:t>
                      </a:r>
                      <a:endParaRPr lang="en-US" sz="1100" dirty="0">
                        <a:effectLst/>
                        <a:latin typeface="Times New Roman"/>
                        <a:ea typeface="Times New Roman"/>
                      </a:endParaRPr>
                    </a:p>
                  </a:txBody>
                  <a:tcPr marL="44960" marR="4496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marR="0">
                        <a:spcBef>
                          <a:spcPts val="600"/>
                        </a:spcBef>
                        <a:spcAft>
                          <a:spcPts val="0"/>
                        </a:spcAft>
                      </a:pPr>
                      <a:r>
                        <a:rPr lang="en-US" sz="1100" dirty="0">
                          <a:effectLst/>
                        </a:rPr>
                        <a:t>Chrysler</a:t>
                      </a:r>
                      <a:endParaRPr lang="en-US" sz="1100" dirty="0">
                        <a:effectLst/>
                        <a:latin typeface="Times New Roman"/>
                        <a:ea typeface="Times New Roman"/>
                      </a:endParaRPr>
                    </a:p>
                  </a:txBody>
                  <a:tcPr marL="44960" marR="4496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marR="0">
                        <a:spcBef>
                          <a:spcPts val="0"/>
                        </a:spcBef>
                        <a:spcAft>
                          <a:spcPts val="0"/>
                        </a:spcAft>
                      </a:pPr>
                      <a:r>
                        <a:rPr lang="en-US" sz="1100" dirty="0"/>
                        <a:t>Chevron Corporation</a:t>
                      </a:r>
                    </a:p>
                  </a:txBody>
                  <a:tcPr marL="44960" marR="4496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r>
              <a:tr h="156245">
                <a:tc>
                  <a:txBody>
                    <a:bodyPr/>
                    <a:lstStyle/>
                    <a:p>
                      <a:pPr marL="0" marR="0">
                        <a:spcBef>
                          <a:spcPts val="600"/>
                        </a:spcBef>
                        <a:spcAft>
                          <a:spcPts val="0"/>
                        </a:spcAft>
                      </a:pPr>
                      <a:r>
                        <a:rPr lang="en-US" sz="1100" dirty="0">
                          <a:effectLst/>
                        </a:rPr>
                        <a:t>North American</a:t>
                      </a:r>
                      <a:endParaRPr lang="en-US" sz="1100" dirty="0">
                        <a:effectLst/>
                        <a:latin typeface="Times New Roman"/>
                        <a:ea typeface="Times New Roman"/>
                      </a:endParaRPr>
                    </a:p>
                  </a:txBody>
                  <a:tcPr marL="44960" marR="4496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marR="0">
                        <a:spcBef>
                          <a:spcPts val="600"/>
                        </a:spcBef>
                        <a:spcAft>
                          <a:spcPts val="0"/>
                        </a:spcAft>
                      </a:pPr>
                      <a:r>
                        <a:rPr lang="en-US" sz="1100" dirty="0">
                          <a:effectLst/>
                        </a:rPr>
                        <a:t>General Electric</a:t>
                      </a:r>
                      <a:endParaRPr lang="en-US" sz="1100" dirty="0">
                        <a:effectLst/>
                        <a:latin typeface="Times New Roman"/>
                        <a:ea typeface="Times New Roman"/>
                      </a:endParaRPr>
                    </a:p>
                  </a:txBody>
                  <a:tcPr marL="44960" marR="4496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marR="0">
                        <a:spcBef>
                          <a:spcPts val="0"/>
                        </a:spcBef>
                        <a:spcAft>
                          <a:spcPts val="0"/>
                        </a:spcAft>
                      </a:pPr>
                      <a:r>
                        <a:rPr lang="en-US" sz="1100" dirty="0"/>
                        <a:t>Cisco Systems</a:t>
                      </a:r>
                    </a:p>
                  </a:txBody>
                  <a:tcPr marL="44960" marR="4496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r>
              <a:tr h="151237">
                <a:tc>
                  <a:txBody>
                    <a:bodyPr/>
                    <a:lstStyle/>
                    <a:p>
                      <a:pPr marL="0" marR="0">
                        <a:spcBef>
                          <a:spcPts val="600"/>
                        </a:spcBef>
                        <a:spcAft>
                          <a:spcPts val="0"/>
                        </a:spcAft>
                      </a:pPr>
                      <a:r>
                        <a:rPr lang="en-US" sz="1100" dirty="0">
                          <a:effectLst/>
                        </a:rPr>
                        <a:t>Tennessee Coal, Iron &amp; Railroad</a:t>
                      </a:r>
                      <a:endParaRPr lang="en-US" sz="1100" dirty="0">
                        <a:effectLst/>
                        <a:latin typeface="Times New Roman"/>
                        <a:ea typeface="Times New Roman"/>
                      </a:endParaRPr>
                    </a:p>
                  </a:txBody>
                  <a:tcPr marL="44960" marR="4496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marR="0">
                        <a:spcBef>
                          <a:spcPts val="600"/>
                        </a:spcBef>
                        <a:spcAft>
                          <a:spcPts val="0"/>
                        </a:spcAft>
                      </a:pPr>
                      <a:r>
                        <a:rPr lang="en-US" sz="1100" dirty="0">
                          <a:effectLst/>
                        </a:rPr>
                        <a:t>General Motors</a:t>
                      </a:r>
                      <a:endParaRPr lang="en-US" sz="1100" dirty="0">
                        <a:effectLst/>
                        <a:latin typeface="Times New Roman"/>
                        <a:ea typeface="Times New Roman"/>
                      </a:endParaRPr>
                    </a:p>
                  </a:txBody>
                  <a:tcPr marL="44960" marR="4496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marR="0">
                        <a:spcBef>
                          <a:spcPts val="0"/>
                        </a:spcBef>
                        <a:spcAft>
                          <a:spcPts val="0"/>
                        </a:spcAft>
                      </a:pPr>
                      <a:r>
                        <a:rPr lang="en-US" sz="1100" dirty="0"/>
                        <a:t>Coca-Cola</a:t>
                      </a:r>
                    </a:p>
                  </a:txBody>
                  <a:tcPr marL="44960" marR="4496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r>
              <a:tr h="156245">
                <a:tc>
                  <a:txBody>
                    <a:bodyPr/>
                    <a:lstStyle/>
                    <a:p>
                      <a:pPr marL="0" marR="0">
                        <a:spcBef>
                          <a:spcPts val="600"/>
                        </a:spcBef>
                        <a:spcAft>
                          <a:spcPts val="0"/>
                        </a:spcAft>
                      </a:pPr>
                      <a:r>
                        <a:rPr lang="en-US" sz="1100" dirty="0">
                          <a:effectLst/>
                        </a:rPr>
                        <a:t>U.S. Leather</a:t>
                      </a:r>
                      <a:endParaRPr lang="en-US" sz="1100" dirty="0">
                        <a:effectLst/>
                        <a:latin typeface="Times New Roman"/>
                        <a:ea typeface="Times New Roman"/>
                      </a:endParaRPr>
                    </a:p>
                  </a:txBody>
                  <a:tcPr marL="44960" marR="4496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marR="0">
                        <a:spcBef>
                          <a:spcPts val="600"/>
                        </a:spcBef>
                        <a:spcAft>
                          <a:spcPts val="0"/>
                        </a:spcAft>
                      </a:pPr>
                      <a:r>
                        <a:rPr lang="en-US" sz="1100" dirty="0">
                          <a:effectLst/>
                        </a:rPr>
                        <a:t>General Railway</a:t>
                      </a:r>
                      <a:endParaRPr lang="en-US" sz="1100" dirty="0">
                        <a:effectLst/>
                        <a:latin typeface="Times New Roman"/>
                        <a:ea typeface="Times New Roman"/>
                      </a:endParaRPr>
                    </a:p>
                  </a:txBody>
                  <a:tcPr marL="44960" marR="4496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marR="0">
                        <a:spcBef>
                          <a:spcPts val="0"/>
                        </a:spcBef>
                        <a:spcAft>
                          <a:spcPts val="0"/>
                        </a:spcAft>
                      </a:pPr>
                      <a:r>
                        <a:rPr lang="en-US" sz="1100" dirty="0"/>
                        <a:t>DuPont</a:t>
                      </a:r>
                    </a:p>
                  </a:txBody>
                  <a:tcPr marL="44960" marR="4496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r>
              <a:tr h="156245">
                <a:tc>
                  <a:txBody>
                    <a:bodyPr/>
                    <a:lstStyle/>
                    <a:p>
                      <a:pPr marL="0" marR="0">
                        <a:spcBef>
                          <a:spcPts val="600"/>
                        </a:spcBef>
                        <a:spcAft>
                          <a:spcPts val="0"/>
                        </a:spcAft>
                      </a:pPr>
                      <a:r>
                        <a:rPr lang="en-US" sz="1100" dirty="0">
                          <a:effectLst/>
                        </a:rPr>
                        <a:t>U.S. Rubber</a:t>
                      </a:r>
                      <a:endParaRPr lang="en-US" sz="1100" dirty="0">
                        <a:effectLst/>
                        <a:latin typeface="Times New Roman"/>
                        <a:ea typeface="Times New Roman"/>
                      </a:endParaRPr>
                    </a:p>
                  </a:txBody>
                  <a:tcPr marL="44960" marR="4496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marR="0">
                        <a:spcBef>
                          <a:spcPts val="600"/>
                        </a:spcBef>
                        <a:spcAft>
                          <a:spcPts val="0"/>
                        </a:spcAft>
                      </a:pPr>
                      <a:r>
                        <a:rPr lang="en-US" sz="1100" dirty="0">
                          <a:effectLst/>
                        </a:rPr>
                        <a:t>Goodrich</a:t>
                      </a:r>
                      <a:endParaRPr lang="en-US" sz="1100" dirty="0">
                        <a:effectLst/>
                        <a:latin typeface="Times New Roman"/>
                        <a:ea typeface="Times New Roman"/>
                      </a:endParaRPr>
                    </a:p>
                  </a:txBody>
                  <a:tcPr marL="44960" marR="4496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marR="0">
                        <a:spcBef>
                          <a:spcPts val="0"/>
                        </a:spcBef>
                        <a:spcAft>
                          <a:spcPts val="0"/>
                        </a:spcAft>
                      </a:pPr>
                      <a:r>
                        <a:rPr lang="en-US" sz="1100"/>
                        <a:t>ExxonMobil</a:t>
                      </a:r>
                    </a:p>
                  </a:txBody>
                  <a:tcPr marL="44960" marR="4496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r>
              <a:tr h="156245">
                <a:tc>
                  <a:txBody>
                    <a:bodyPr/>
                    <a:lstStyle/>
                    <a:p>
                      <a:pPr marL="0" marR="0">
                        <a:spcBef>
                          <a:spcPts val="600"/>
                        </a:spcBef>
                        <a:spcAft>
                          <a:spcPts val="0"/>
                        </a:spcAft>
                      </a:pPr>
                      <a:r>
                        <a:rPr lang="en-US" sz="1100" dirty="0">
                          <a:effectLst/>
                        </a:rPr>
                        <a:t> </a:t>
                      </a:r>
                      <a:endParaRPr lang="en-US" sz="1100" dirty="0">
                        <a:effectLst/>
                        <a:latin typeface="Times New Roman"/>
                        <a:ea typeface="Times New Roman"/>
                      </a:endParaRPr>
                    </a:p>
                  </a:txBody>
                  <a:tcPr marL="44960" marR="4496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marR="0">
                        <a:spcBef>
                          <a:spcPts val="600"/>
                        </a:spcBef>
                        <a:spcAft>
                          <a:spcPts val="0"/>
                        </a:spcAft>
                      </a:pPr>
                      <a:r>
                        <a:rPr lang="en-US" sz="1100" dirty="0">
                          <a:effectLst/>
                        </a:rPr>
                        <a:t>International Harvester</a:t>
                      </a:r>
                      <a:endParaRPr lang="en-US" sz="1100" dirty="0">
                        <a:effectLst/>
                        <a:latin typeface="Times New Roman"/>
                        <a:ea typeface="Times New Roman"/>
                      </a:endParaRPr>
                    </a:p>
                  </a:txBody>
                  <a:tcPr marL="44960" marR="4496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marR="0">
                        <a:spcBef>
                          <a:spcPts val="0"/>
                        </a:spcBef>
                        <a:spcAft>
                          <a:spcPts val="0"/>
                        </a:spcAft>
                      </a:pPr>
                      <a:r>
                        <a:rPr lang="en-US" sz="1100"/>
                        <a:t>General Electric</a:t>
                      </a:r>
                    </a:p>
                  </a:txBody>
                  <a:tcPr marL="44960" marR="4496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r>
              <a:tr h="156245">
                <a:tc>
                  <a:txBody>
                    <a:bodyPr/>
                    <a:lstStyle/>
                    <a:p>
                      <a:pPr marL="0" marR="0">
                        <a:spcBef>
                          <a:spcPts val="600"/>
                        </a:spcBef>
                        <a:spcAft>
                          <a:spcPts val="0"/>
                        </a:spcAft>
                      </a:pPr>
                      <a:r>
                        <a:rPr lang="en-US" sz="1100">
                          <a:effectLst/>
                        </a:rPr>
                        <a:t> </a:t>
                      </a:r>
                      <a:endParaRPr lang="en-US" sz="1100">
                        <a:effectLst/>
                        <a:latin typeface="Times New Roman"/>
                        <a:ea typeface="Times New Roman"/>
                      </a:endParaRPr>
                    </a:p>
                  </a:txBody>
                  <a:tcPr marL="44960" marR="4496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marR="0">
                        <a:spcBef>
                          <a:spcPts val="600"/>
                        </a:spcBef>
                        <a:spcAft>
                          <a:spcPts val="0"/>
                        </a:spcAft>
                      </a:pPr>
                      <a:r>
                        <a:rPr lang="en-US" sz="1100">
                          <a:effectLst/>
                        </a:rPr>
                        <a:t>International Nickel</a:t>
                      </a:r>
                      <a:endParaRPr lang="en-US" sz="1100">
                        <a:effectLst/>
                        <a:latin typeface="Times New Roman"/>
                        <a:ea typeface="Times New Roman"/>
                      </a:endParaRPr>
                    </a:p>
                  </a:txBody>
                  <a:tcPr marL="44960" marR="4496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marR="0">
                        <a:spcBef>
                          <a:spcPts val="0"/>
                        </a:spcBef>
                        <a:spcAft>
                          <a:spcPts val="0"/>
                        </a:spcAft>
                      </a:pPr>
                      <a:r>
                        <a:rPr lang="en-US" sz="1100"/>
                        <a:t>Hewlett-Packard</a:t>
                      </a:r>
                    </a:p>
                  </a:txBody>
                  <a:tcPr marL="44960" marR="4496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r>
              <a:tr h="156245">
                <a:tc>
                  <a:txBody>
                    <a:bodyPr/>
                    <a:lstStyle/>
                    <a:p>
                      <a:pPr marL="0" marR="0">
                        <a:spcBef>
                          <a:spcPts val="600"/>
                        </a:spcBef>
                        <a:spcAft>
                          <a:spcPts val="0"/>
                        </a:spcAft>
                      </a:pPr>
                      <a:r>
                        <a:rPr lang="en-US" sz="1100" dirty="0">
                          <a:effectLst/>
                        </a:rPr>
                        <a:t> </a:t>
                      </a:r>
                      <a:endParaRPr lang="en-US" sz="1100" dirty="0">
                        <a:effectLst/>
                        <a:latin typeface="Times New Roman"/>
                        <a:ea typeface="Times New Roman"/>
                      </a:endParaRPr>
                    </a:p>
                  </a:txBody>
                  <a:tcPr marL="44960" marR="4496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marR="0">
                        <a:spcBef>
                          <a:spcPts val="600"/>
                        </a:spcBef>
                        <a:spcAft>
                          <a:spcPts val="0"/>
                        </a:spcAft>
                      </a:pPr>
                      <a:r>
                        <a:rPr lang="en-US" sz="1100" dirty="0">
                          <a:effectLst/>
                        </a:rPr>
                        <a:t>Mack Trucks</a:t>
                      </a:r>
                      <a:endParaRPr lang="en-US" sz="1100" dirty="0">
                        <a:effectLst/>
                        <a:latin typeface="Times New Roman"/>
                        <a:ea typeface="Times New Roman"/>
                      </a:endParaRPr>
                    </a:p>
                  </a:txBody>
                  <a:tcPr marL="44960" marR="4496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marR="0">
                        <a:spcBef>
                          <a:spcPts val="0"/>
                        </a:spcBef>
                        <a:spcAft>
                          <a:spcPts val="0"/>
                        </a:spcAft>
                      </a:pPr>
                      <a:r>
                        <a:rPr lang="en-US" sz="1100" dirty="0"/>
                        <a:t>The Home Depot</a:t>
                      </a:r>
                    </a:p>
                  </a:txBody>
                  <a:tcPr marL="44960" marR="4496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r>
              <a:tr h="156245">
                <a:tc>
                  <a:txBody>
                    <a:bodyPr/>
                    <a:lstStyle/>
                    <a:p>
                      <a:pPr marL="0" marR="0">
                        <a:spcBef>
                          <a:spcPts val="600"/>
                        </a:spcBef>
                        <a:spcAft>
                          <a:spcPts val="0"/>
                        </a:spcAft>
                      </a:pPr>
                      <a:r>
                        <a:rPr lang="en-US" sz="1100">
                          <a:effectLst/>
                        </a:rPr>
                        <a:t> </a:t>
                      </a:r>
                      <a:endParaRPr lang="en-US" sz="1100">
                        <a:effectLst/>
                        <a:latin typeface="Times New Roman"/>
                        <a:ea typeface="Times New Roman"/>
                      </a:endParaRPr>
                    </a:p>
                  </a:txBody>
                  <a:tcPr marL="44960" marR="4496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marR="0">
                        <a:spcBef>
                          <a:spcPts val="600"/>
                        </a:spcBef>
                        <a:spcAft>
                          <a:spcPts val="0"/>
                        </a:spcAft>
                      </a:pPr>
                      <a:r>
                        <a:rPr lang="en-US" sz="1100">
                          <a:effectLst/>
                        </a:rPr>
                        <a:t>Nash Motors</a:t>
                      </a:r>
                      <a:endParaRPr lang="en-US" sz="1100">
                        <a:effectLst/>
                        <a:latin typeface="Times New Roman"/>
                        <a:ea typeface="Times New Roman"/>
                      </a:endParaRPr>
                    </a:p>
                  </a:txBody>
                  <a:tcPr marL="44960" marR="4496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marR="0">
                        <a:spcBef>
                          <a:spcPts val="0"/>
                        </a:spcBef>
                        <a:spcAft>
                          <a:spcPts val="0"/>
                        </a:spcAft>
                      </a:pPr>
                      <a:r>
                        <a:rPr lang="en-US" sz="1100" dirty="0"/>
                        <a:t>Intel</a:t>
                      </a:r>
                    </a:p>
                  </a:txBody>
                  <a:tcPr marL="44960" marR="4496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r>
              <a:tr h="156245">
                <a:tc>
                  <a:txBody>
                    <a:bodyPr/>
                    <a:lstStyle/>
                    <a:p>
                      <a:pPr marL="0" marR="0">
                        <a:spcBef>
                          <a:spcPts val="600"/>
                        </a:spcBef>
                        <a:spcAft>
                          <a:spcPts val="0"/>
                        </a:spcAft>
                      </a:pPr>
                      <a:r>
                        <a:rPr lang="en-US" sz="1100">
                          <a:effectLst/>
                        </a:rPr>
                        <a:t> </a:t>
                      </a:r>
                      <a:endParaRPr lang="en-US" sz="1100">
                        <a:effectLst/>
                        <a:latin typeface="Times New Roman"/>
                        <a:ea typeface="Times New Roman"/>
                      </a:endParaRPr>
                    </a:p>
                  </a:txBody>
                  <a:tcPr marL="44960" marR="4496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marR="0">
                        <a:spcBef>
                          <a:spcPts val="600"/>
                        </a:spcBef>
                        <a:spcAft>
                          <a:spcPts val="0"/>
                        </a:spcAft>
                      </a:pPr>
                      <a:r>
                        <a:rPr lang="en-US" sz="1100" dirty="0">
                          <a:effectLst/>
                        </a:rPr>
                        <a:t>North American</a:t>
                      </a:r>
                      <a:endParaRPr lang="en-US" sz="1100" dirty="0">
                        <a:effectLst/>
                        <a:latin typeface="Times New Roman"/>
                        <a:ea typeface="Times New Roman"/>
                      </a:endParaRPr>
                    </a:p>
                  </a:txBody>
                  <a:tcPr marL="44960" marR="4496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marR="0">
                        <a:spcBef>
                          <a:spcPts val="0"/>
                        </a:spcBef>
                        <a:spcAft>
                          <a:spcPts val="0"/>
                        </a:spcAft>
                      </a:pPr>
                      <a:r>
                        <a:rPr lang="en-US" sz="1100"/>
                        <a:t>IBM</a:t>
                      </a:r>
                    </a:p>
                  </a:txBody>
                  <a:tcPr marL="44960" marR="4496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r>
              <a:tr h="156245">
                <a:tc>
                  <a:txBody>
                    <a:bodyPr/>
                    <a:lstStyle/>
                    <a:p>
                      <a:pPr marL="0" marR="0">
                        <a:spcBef>
                          <a:spcPts val="600"/>
                        </a:spcBef>
                        <a:spcAft>
                          <a:spcPts val="0"/>
                        </a:spcAft>
                      </a:pPr>
                      <a:r>
                        <a:rPr lang="en-US" sz="1100">
                          <a:effectLst/>
                        </a:rPr>
                        <a:t> </a:t>
                      </a:r>
                      <a:endParaRPr lang="en-US" sz="1100">
                        <a:effectLst/>
                        <a:latin typeface="Times New Roman"/>
                        <a:ea typeface="Times New Roman"/>
                      </a:endParaRPr>
                    </a:p>
                  </a:txBody>
                  <a:tcPr marL="44960" marR="4496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marR="0">
                        <a:spcBef>
                          <a:spcPts val="600"/>
                        </a:spcBef>
                        <a:spcAft>
                          <a:spcPts val="0"/>
                        </a:spcAft>
                      </a:pPr>
                      <a:r>
                        <a:rPr lang="en-US" sz="1100" dirty="0">
                          <a:effectLst/>
                        </a:rPr>
                        <a:t>Paramount Publix</a:t>
                      </a:r>
                      <a:endParaRPr lang="en-US" sz="1100" dirty="0">
                        <a:effectLst/>
                        <a:latin typeface="Times New Roman"/>
                        <a:ea typeface="Times New Roman"/>
                      </a:endParaRPr>
                    </a:p>
                  </a:txBody>
                  <a:tcPr marL="44960" marR="4496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marR="0">
                        <a:spcBef>
                          <a:spcPts val="0"/>
                        </a:spcBef>
                        <a:spcAft>
                          <a:spcPts val="0"/>
                        </a:spcAft>
                      </a:pPr>
                      <a:r>
                        <a:rPr lang="en-US" sz="1100"/>
                        <a:t>Johnson &amp; Johnson</a:t>
                      </a:r>
                    </a:p>
                  </a:txBody>
                  <a:tcPr marL="44960" marR="4496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r>
              <a:tr h="156245">
                <a:tc>
                  <a:txBody>
                    <a:bodyPr/>
                    <a:lstStyle/>
                    <a:p>
                      <a:pPr marL="0" marR="0">
                        <a:spcBef>
                          <a:spcPts val="600"/>
                        </a:spcBef>
                        <a:spcAft>
                          <a:spcPts val="0"/>
                        </a:spcAft>
                      </a:pPr>
                      <a:r>
                        <a:rPr lang="en-US" sz="1100">
                          <a:effectLst/>
                        </a:rPr>
                        <a:t> </a:t>
                      </a:r>
                      <a:endParaRPr lang="en-US" sz="1100">
                        <a:effectLst/>
                        <a:latin typeface="Times New Roman"/>
                        <a:ea typeface="Times New Roman"/>
                      </a:endParaRPr>
                    </a:p>
                  </a:txBody>
                  <a:tcPr marL="44960" marR="4496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marR="0">
                        <a:spcBef>
                          <a:spcPts val="600"/>
                        </a:spcBef>
                        <a:spcAft>
                          <a:spcPts val="0"/>
                        </a:spcAft>
                      </a:pPr>
                      <a:r>
                        <a:rPr lang="en-US" sz="1100" dirty="0" err="1">
                          <a:effectLst/>
                        </a:rPr>
                        <a:t>Postum</a:t>
                      </a:r>
                      <a:endParaRPr lang="en-US" sz="1100" dirty="0">
                        <a:effectLst/>
                        <a:latin typeface="Times New Roman"/>
                        <a:ea typeface="Times New Roman"/>
                      </a:endParaRPr>
                    </a:p>
                  </a:txBody>
                  <a:tcPr marL="44960" marR="4496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marR="0">
                        <a:spcBef>
                          <a:spcPts val="0"/>
                        </a:spcBef>
                        <a:spcAft>
                          <a:spcPts val="0"/>
                        </a:spcAft>
                      </a:pPr>
                      <a:r>
                        <a:rPr lang="en-US" sz="1100" dirty="0"/>
                        <a:t>JPMorgan Chase</a:t>
                      </a:r>
                    </a:p>
                  </a:txBody>
                  <a:tcPr marL="44960" marR="4496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r>
              <a:tr h="156245">
                <a:tc>
                  <a:txBody>
                    <a:bodyPr/>
                    <a:lstStyle/>
                    <a:p>
                      <a:pPr marL="0" marR="0">
                        <a:spcBef>
                          <a:spcPts val="600"/>
                        </a:spcBef>
                        <a:spcAft>
                          <a:spcPts val="0"/>
                        </a:spcAft>
                      </a:pPr>
                      <a:r>
                        <a:rPr lang="en-US" sz="1100">
                          <a:effectLst/>
                        </a:rPr>
                        <a:t> </a:t>
                      </a:r>
                      <a:endParaRPr lang="en-US" sz="1100">
                        <a:effectLst/>
                        <a:latin typeface="Times New Roman"/>
                        <a:ea typeface="Times New Roman"/>
                      </a:endParaRPr>
                    </a:p>
                  </a:txBody>
                  <a:tcPr marL="44960" marR="4496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marR="0">
                        <a:spcBef>
                          <a:spcPts val="600"/>
                        </a:spcBef>
                        <a:spcAft>
                          <a:spcPts val="0"/>
                        </a:spcAft>
                      </a:pPr>
                      <a:r>
                        <a:rPr lang="en-US" sz="1100" dirty="0">
                          <a:effectLst/>
                        </a:rPr>
                        <a:t>Radio Corporation</a:t>
                      </a:r>
                      <a:endParaRPr lang="en-US" sz="1100" dirty="0">
                        <a:effectLst/>
                        <a:latin typeface="Times New Roman"/>
                        <a:ea typeface="Times New Roman"/>
                      </a:endParaRPr>
                    </a:p>
                  </a:txBody>
                  <a:tcPr marL="44960" marR="4496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marR="0">
                        <a:spcBef>
                          <a:spcPts val="0"/>
                        </a:spcBef>
                        <a:spcAft>
                          <a:spcPts val="0"/>
                        </a:spcAft>
                      </a:pPr>
                      <a:r>
                        <a:rPr lang="en-US" sz="1100" dirty="0"/>
                        <a:t>UnitedHealth Group</a:t>
                      </a:r>
                    </a:p>
                  </a:txBody>
                  <a:tcPr marL="44960" marR="4496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r>
              <a:tr h="156245">
                <a:tc>
                  <a:txBody>
                    <a:bodyPr/>
                    <a:lstStyle/>
                    <a:p>
                      <a:pPr marL="0" marR="0">
                        <a:spcBef>
                          <a:spcPts val="600"/>
                        </a:spcBef>
                        <a:spcAft>
                          <a:spcPts val="0"/>
                        </a:spcAft>
                      </a:pPr>
                      <a:r>
                        <a:rPr lang="en-US" sz="1100">
                          <a:effectLst/>
                        </a:rPr>
                        <a:t> </a:t>
                      </a:r>
                      <a:endParaRPr lang="en-US" sz="1100">
                        <a:effectLst/>
                        <a:latin typeface="Times New Roman"/>
                        <a:ea typeface="Times New Roman"/>
                      </a:endParaRPr>
                    </a:p>
                  </a:txBody>
                  <a:tcPr marL="44960" marR="4496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marR="0">
                        <a:spcBef>
                          <a:spcPts val="600"/>
                        </a:spcBef>
                        <a:spcAft>
                          <a:spcPts val="0"/>
                        </a:spcAft>
                      </a:pPr>
                      <a:r>
                        <a:rPr lang="en-US" sz="1100" dirty="0">
                          <a:effectLst/>
                        </a:rPr>
                        <a:t>Sears, Roebuck</a:t>
                      </a:r>
                      <a:endParaRPr lang="en-US" sz="1100" dirty="0">
                        <a:effectLst/>
                        <a:latin typeface="Times New Roman"/>
                        <a:ea typeface="Times New Roman"/>
                      </a:endParaRPr>
                    </a:p>
                  </a:txBody>
                  <a:tcPr marL="44960" marR="4496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marR="0">
                        <a:spcBef>
                          <a:spcPts val="0"/>
                        </a:spcBef>
                        <a:spcAft>
                          <a:spcPts val="0"/>
                        </a:spcAft>
                      </a:pPr>
                      <a:r>
                        <a:rPr lang="en-US" sz="1100"/>
                        <a:t>McDonald's</a:t>
                      </a:r>
                    </a:p>
                  </a:txBody>
                  <a:tcPr marL="44960" marR="4496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r>
              <a:tr h="156245">
                <a:tc>
                  <a:txBody>
                    <a:bodyPr/>
                    <a:lstStyle/>
                    <a:p>
                      <a:pPr marL="0" marR="0">
                        <a:spcBef>
                          <a:spcPts val="600"/>
                        </a:spcBef>
                        <a:spcAft>
                          <a:spcPts val="0"/>
                        </a:spcAft>
                      </a:pPr>
                      <a:r>
                        <a:rPr lang="en-US" sz="1100">
                          <a:effectLst/>
                        </a:rPr>
                        <a:t> </a:t>
                      </a:r>
                      <a:endParaRPr lang="en-US" sz="1100">
                        <a:effectLst/>
                        <a:latin typeface="Times New Roman"/>
                        <a:ea typeface="Times New Roman"/>
                      </a:endParaRPr>
                    </a:p>
                  </a:txBody>
                  <a:tcPr marL="44960" marR="4496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marR="0">
                        <a:spcBef>
                          <a:spcPts val="600"/>
                        </a:spcBef>
                        <a:spcAft>
                          <a:spcPts val="0"/>
                        </a:spcAft>
                      </a:pPr>
                      <a:r>
                        <a:rPr lang="en-US" sz="1100">
                          <a:effectLst/>
                        </a:rPr>
                        <a:t>Standard Oil (NJ)</a:t>
                      </a:r>
                      <a:endParaRPr lang="en-US" sz="1100">
                        <a:effectLst/>
                        <a:latin typeface="Times New Roman"/>
                        <a:ea typeface="Times New Roman"/>
                      </a:endParaRPr>
                    </a:p>
                  </a:txBody>
                  <a:tcPr marL="44960" marR="4496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marR="0">
                        <a:spcBef>
                          <a:spcPts val="0"/>
                        </a:spcBef>
                        <a:spcAft>
                          <a:spcPts val="0"/>
                        </a:spcAft>
                      </a:pPr>
                      <a:r>
                        <a:rPr lang="en-US" sz="1100"/>
                        <a:t>Merck</a:t>
                      </a:r>
                    </a:p>
                  </a:txBody>
                  <a:tcPr marL="44960" marR="4496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r>
              <a:tr h="156245">
                <a:tc>
                  <a:txBody>
                    <a:bodyPr/>
                    <a:lstStyle/>
                    <a:p>
                      <a:pPr marL="0" marR="0">
                        <a:spcBef>
                          <a:spcPts val="600"/>
                        </a:spcBef>
                        <a:spcAft>
                          <a:spcPts val="0"/>
                        </a:spcAft>
                      </a:pPr>
                      <a:r>
                        <a:rPr lang="en-US" sz="1100">
                          <a:effectLst/>
                        </a:rPr>
                        <a:t> </a:t>
                      </a:r>
                      <a:endParaRPr lang="en-US" sz="1100">
                        <a:effectLst/>
                        <a:latin typeface="Times New Roman"/>
                        <a:ea typeface="Times New Roman"/>
                      </a:endParaRPr>
                    </a:p>
                  </a:txBody>
                  <a:tcPr marL="44960" marR="4496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marR="0">
                        <a:spcBef>
                          <a:spcPts val="600"/>
                        </a:spcBef>
                        <a:spcAft>
                          <a:spcPts val="0"/>
                        </a:spcAft>
                      </a:pPr>
                      <a:r>
                        <a:rPr lang="en-US" sz="1100">
                          <a:effectLst/>
                        </a:rPr>
                        <a:t>Texas Corporation</a:t>
                      </a:r>
                      <a:endParaRPr lang="en-US" sz="1100">
                        <a:effectLst/>
                        <a:latin typeface="Times New Roman"/>
                        <a:ea typeface="Times New Roman"/>
                      </a:endParaRPr>
                    </a:p>
                  </a:txBody>
                  <a:tcPr marL="44960" marR="4496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marR="0">
                        <a:spcBef>
                          <a:spcPts val="0"/>
                        </a:spcBef>
                        <a:spcAft>
                          <a:spcPts val="0"/>
                        </a:spcAft>
                      </a:pPr>
                      <a:r>
                        <a:rPr lang="en-US" sz="1100"/>
                        <a:t>Microsoft</a:t>
                      </a:r>
                    </a:p>
                  </a:txBody>
                  <a:tcPr marL="44960" marR="4496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r>
              <a:tr h="156245">
                <a:tc>
                  <a:txBody>
                    <a:bodyPr/>
                    <a:lstStyle/>
                    <a:p>
                      <a:pPr marL="0" marR="0">
                        <a:spcBef>
                          <a:spcPts val="600"/>
                        </a:spcBef>
                        <a:spcAft>
                          <a:spcPts val="0"/>
                        </a:spcAft>
                      </a:pPr>
                      <a:r>
                        <a:rPr lang="en-US" sz="1100">
                          <a:effectLst/>
                        </a:rPr>
                        <a:t> </a:t>
                      </a:r>
                      <a:endParaRPr lang="en-US" sz="1100">
                        <a:effectLst/>
                        <a:latin typeface="Times New Roman"/>
                        <a:ea typeface="Times New Roman"/>
                      </a:endParaRPr>
                    </a:p>
                  </a:txBody>
                  <a:tcPr marL="44960" marR="4496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marR="0">
                        <a:spcBef>
                          <a:spcPts val="600"/>
                        </a:spcBef>
                        <a:spcAft>
                          <a:spcPts val="0"/>
                        </a:spcAft>
                      </a:pPr>
                      <a:r>
                        <a:rPr lang="en-US" sz="1100">
                          <a:effectLst/>
                        </a:rPr>
                        <a:t>Texas Gulf Sulphur</a:t>
                      </a:r>
                      <a:endParaRPr lang="en-US" sz="1100">
                        <a:effectLst/>
                        <a:latin typeface="Times New Roman"/>
                        <a:ea typeface="Times New Roman"/>
                      </a:endParaRPr>
                    </a:p>
                  </a:txBody>
                  <a:tcPr marL="44960" marR="4496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marR="0">
                        <a:spcBef>
                          <a:spcPts val="0"/>
                        </a:spcBef>
                        <a:spcAft>
                          <a:spcPts val="0"/>
                        </a:spcAft>
                      </a:pPr>
                      <a:r>
                        <a:rPr lang="en-US" sz="1100"/>
                        <a:t>Pfizer</a:t>
                      </a:r>
                    </a:p>
                  </a:txBody>
                  <a:tcPr marL="44960" marR="4496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r>
              <a:tr h="156245">
                <a:tc>
                  <a:txBody>
                    <a:bodyPr/>
                    <a:lstStyle/>
                    <a:p>
                      <a:pPr marL="0" marR="0">
                        <a:spcBef>
                          <a:spcPts val="600"/>
                        </a:spcBef>
                        <a:spcAft>
                          <a:spcPts val="0"/>
                        </a:spcAft>
                      </a:pPr>
                      <a:r>
                        <a:rPr lang="en-US" sz="1100">
                          <a:effectLst/>
                        </a:rPr>
                        <a:t> </a:t>
                      </a:r>
                      <a:endParaRPr lang="en-US" sz="1100">
                        <a:effectLst/>
                        <a:latin typeface="Times New Roman"/>
                        <a:ea typeface="Times New Roman"/>
                      </a:endParaRPr>
                    </a:p>
                  </a:txBody>
                  <a:tcPr marL="44960" marR="4496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marR="0">
                        <a:spcBef>
                          <a:spcPts val="600"/>
                        </a:spcBef>
                        <a:spcAft>
                          <a:spcPts val="0"/>
                        </a:spcAft>
                      </a:pPr>
                      <a:r>
                        <a:rPr lang="en-US" sz="1100">
                          <a:effectLst/>
                        </a:rPr>
                        <a:t>Union Carbide</a:t>
                      </a:r>
                      <a:endParaRPr lang="en-US" sz="1100">
                        <a:effectLst/>
                        <a:latin typeface="Times New Roman"/>
                        <a:ea typeface="Times New Roman"/>
                      </a:endParaRPr>
                    </a:p>
                  </a:txBody>
                  <a:tcPr marL="44960" marR="4496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marR="0">
                        <a:spcBef>
                          <a:spcPts val="0"/>
                        </a:spcBef>
                        <a:spcAft>
                          <a:spcPts val="0"/>
                        </a:spcAft>
                      </a:pPr>
                      <a:r>
                        <a:rPr lang="en-US" sz="1100"/>
                        <a:t>Procter &amp; Gamble</a:t>
                      </a:r>
                    </a:p>
                  </a:txBody>
                  <a:tcPr marL="44960" marR="4496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r>
              <a:tr h="156245">
                <a:tc>
                  <a:txBody>
                    <a:bodyPr/>
                    <a:lstStyle/>
                    <a:p>
                      <a:pPr marL="0" marR="0">
                        <a:spcBef>
                          <a:spcPts val="600"/>
                        </a:spcBef>
                        <a:spcAft>
                          <a:spcPts val="0"/>
                        </a:spcAft>
                      </a:pPr>
                      <a:r>
                        <a:rPr lang="en-US" sz="1100">
                          <a:effectLst/>
                        </a:rPr>
                        <a:t> </a:t>
                      </a:r>
                      <a:endParaRPr lang="en-US" sz="1100">
                        <a:effectLst/>
                        <a:latin typeface="Times New Roman"/>
                        <a:ea typeface="Times New Roman"/>
                      </a:endParaRPr>
                    </a:p>
                  </a:txBody>
                  <a:tcPr marL="44960" marR="4496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marR="0">
                        <a:spcBef>
                          <a:spcPts val="600"/>
                        </a:spcBef>
                        <a:spcAft>
                          <a:spcPts val="0"/>
                        </a:spcAft>
                      </a:pPr>
                      <a:r>
                        <a:rPr lang="en-US" sz="1100">
                          <a:effectLst/>
                        </a:rPr>
                        <a:t>U.S. Steel</a:t>
                      </a:r>
                      <a:endParaRPr lang="en-US" sz="1100">
                        <a:effectLst/>
                        <a:latin typeface="Times New Roman"/>
                        <a:ea typeface="Times New Roman"/>
                      </a:endParaRPr>
                    </a:p>
                  </a:txBody>
                  <a:tcPr marL="44960" marR="4496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marR="0">
                        <a:spcBef>
                          <a:spcPts val="0"/>
                        </a:spcBef>
                        <a:spcAft>
                          <a:spcPts val="0"/>
                        </a:spcAft>
                      </a:pPr>
                      <a:r>
                        <a:rPr lang="en-US" sz="1100" dirty="0"/>
                        <a:t>Travelers</a:t>
                      </a:r>
                    </a:p>
                  </a:txBody>
                  <a:tcPr marL="44960" marR="4496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r>
              <a:tr h="165917">
                <a:tc>
                  <a:txBody>
                    <a:bodyPr/>
                    <a:lstStyle/>
                    <a:p>
                      <a:pPr marL="0" marR="0">
                        <a:spcBef>
                          <a:spcPts val="600"/>
                        </a:spcBef>
                        <a:spcAft>
                          <a:spcPts val="0"/>
                        </a:spcAft>
                      </a:pPr>
                      <a:r>
                        <a:rPr lang="en-US" sz="1100">
                          <a:effectLst/>
                        </a:rPr>
                        <a:t> </a:t>
                      </a:r>
                      <a:endParaRPr lang="en-US" sz="1100">
                        <a:effectLst/>
                        <a:latin typeface="Times New Roman"/>
                        <a:ea typeface="Times New Roman"/>
                      </a:endParaRPr>
                    </a:p>
                  </a:txBody>
                  <a:tcPr marL="44960" marR="4496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marR="0">
                        <a:spcBef>
                          <a:spcPts val="600"/>
                        </a:spcBef>
                        <a:spcAft>
                          <a:spcPts val="0"/>
                        </a:spcAft>
                      </a:pPr>
                      <a:r>
                        <a:rPr lang="en-US" sz="1100" dirty="0">
                          <a:effectLst/>
                        </a:rPr>
                        <a:t>Victor Talking Machines</a:t>
                      </a:r>
                      <a:endParaRPr lang="en-US" sz="1100" dirty="0">
                        <a:effectLst/>
                        <a:latin typeface="Times New Roman"/>
                        <a:ea typeface="Times New Roman"/>
                      </a:endParaRPr>
                    </a:p>
                  </a:txBody>
                  <a:tcPr marL="44960" marR="4496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marR="0">
                        <a:spcBef>
                          <a:spcPts val="0"/>
                        </a:spcBef>
                        <a:spcAft>
                          <a:spcPts val="0"/>
                        </a:spcAft>
                      </a:pPr>
                      <a:r>
                        <a:rPr lang="en-US" sz="1100" dirty="0"/>
                        <a:t>United Technologies </a:t>
                      </a:r>
                      <a:r>
                        <a:rPr lang="en-US" sz="1100" dirty="0" smtClean="0"/>
                        <a:t>Corporation</a:t>
                      </a:r>
                      <a:endParaRPr lang="en-US" sz="1100" dirty="0"/>
                    </a:p>
                  </a:txBody>
                  <a:tcPr marL="44960" marR="4496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r>
              <a:tr h="156245">
                <a:tc>
                  <a:txBody>
                    <a:bodyPr/>
                    <a:lstStyle/>
                    <a:p>
                      <a:pPr marL="0" marR="0">
                        <a:spcBef>
                          <a:spcPts val="600"/>
                        </a:spcBef>
                        <a:spcAft>
                          <a:spcPts val="0"/>
                        </a:spcAft>
                      </a:pPr>
                      <a:r>
                        <a:rPr lang="en-US" sz="1100">
                          <a:effectLst/>
                        </a:rPr>
                        <a:t> </a:t>
                      </a:r>
                      <a:endParaRPr lang="en-US" sz="1100">
                        <a:effectLst/>
                        <a:latin typeface="Times New Roman"/>
                        <a:ea typeface="Times New Roman"/>
                      </a:endParaRPr>
                    </a:p>
                  </a:txBody>
                  <a:tcPr marL="44960" marR="4496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marR="0">
                        <a:spcBef>
                          <a:spcPts val="600"/>
                        </a:spcBef>
                        <a:spcAft>
                          <a:spcPts val="0"/>
                        </a:spcAft>
                      </a:pPr>
                      <a:r>
                        <a:rPr lang="en-US" sz="1100" dirty="0">
                          <a:effectLst/>
                        </a:rPr>
                        <a:t>Westinghouse</a:t>
                      </a:r>
                      <a:endParaRPr lang="en-US" sz="1100" dirty="0">
                        <a:effectLst/>
                        <a:latin typeface="Times New Roman"/>
                        <a:ea typeface="Times New Roman"/>
                      </a:endParaRPr>
                    </a:p>
                  </a:txBody>
                  <a:tcPr marL="44960" marR="4496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marR="0">
                        <a:spcBef>
                          <a:spcPts val="0"/>
                        </a:spcBef>
                        <a:spcAft>
                          <a:spcPts val="0"/>
                        </a:spcAft>
                      </a:pPr>
                      <a:r>
                        <a:rPr lang="en-US" sz="1100" dirty="0"/>
                        <a:t>Verizon</a:t>
                      </a:r>
                    </a:p>
                  </a:txBody>
                  <a:tcPr marL="44960" marR="4496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r>
              <a:tr h="156245">
                <a:tc>
                  <a:txBody>
                    <a:bodyPr/>
                    <a:lstStyle/>
                    <a:p>
                      <a:pPr marL="0" marR="0">
                        <a:spcBef>
                          <a:spcPts val="600"/>
                        </a:spcBef>
                        <a:spcAft>
                          <a:spcPts val="0"/>
                        </a:spcAft>
                      </a:pPr>
                      <a:r>
                        <a:rPr lang="en-US" sz="1100">
                          <a:effectLst/>
                        </a:rPr>
                        <a:t> </a:t>
                      </a:r>
                      <a:endParaRPr lang="en-US" sz="1100">
                        <a:effectLst/>
                        <a:latin typeface="Times New Roman"/>
                        <a:ea typeface="Times New Roman"/>
                      </a:endParaRPr>
                    </a:p>
                  </a:txBody>
                  <a:tcPr marL="44960" marR="4496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marR="0">
                        <a:spcBef>
                          <a:spcPts val="600"/>
                        </a:spcBef>
                        <a:spcAft>
                          <a:spcPts val="0"/>
                        </a:spcAft>
                      </a:pPr>
                      <a:r>
                        <a:rPr lang="en-US" sz="1100" dirty="0">
                          <a:effectLst/>
                        </a:rPr>
                        <a:t>Woolworth</a:t>
                      </a:r>
                      <a:endParaRPr lang="en-US" sz="1100" dirty="0">
                        <a:effectLst/>
                        <a:latin typeface="Times New Roman"/>
                        <a:ea typeface="Times New Roman"/>
                      </a:endParaRPr>
                    </a:p>
                  </a:txBody>
                  <a:tcPr marL="44960" marR="4496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marR="0">
                        <a:spcBef>
                          <a:spcPts val="0"/>
                        </a:spcBef>
                        <a:spcAft>
                          <a:spcPts val="0"/>
                        </a:spcAft>
                      </a:pPr>
                      <a:r>
                        <a:rPr lang="en-US" sz="1100" dirty="0"/>
                        <a:t>Walmart</a:t>
                      </a:r>
                    </a:p>
                  </a:txBody>
                  <a:tcPr marL="44960" marR="4496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r>
              <a:tr h="156245">
                <a:tc>
                  <a:txBody>
                    <a:bodyPr/>
                    <a:lstStyle/>
                    <a:p>
                      <a:pPr marL="0" marR="0">
                        <a:spcBef>
                          <a:spcPts val="600"/>
                        </a:spcBef>
                        <a:spcAft>
                          <a:spcPts val="0"/>
                        </a:spcAft>
                      </a:pPr>
                      <a:r>
                        <a:rPr lang="en-US" sz="1100" dirty="0">
                          <a:effectLst/>
                        </a:rPr>
                        <a:t> </a:t>
                      </a:r>
                      <a:endParaRPr lang="en-US" sz="1100" dirty="0">
                        <a:effectLst/>
                        <a:latin typeface="Times New Roman"/>
                        <a:ea typeface="Times New Roman"/>
                      </a:endParaRPr>
                    </a:p>
                  </a:txBody>
                  <a:tcPr marL="44960" marR="4496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tc>
                  <a:txBody>
                    <a:bodyPr/>
                    <a:lstStyle/>
                    <a:p>
                      <a:pPr marL="0" marR="0">
                        <a:spcBef>
                          <a:spcPts val="600"/>
                        </a:spcBef>
                        <a:spcAft>
                          <a:spcPts val="0"/>
                        </a:spcAft>
                      </a:pPr>
                      <a:r>
                        <a:rPr lang="en-US" sz="1100" dirty="0">
                          <a:effectLst/>
                        </a:rPr>
                        <a:t>Wright</a:t>
                      </a:r>
                      <a:endParaRPr lang="en-US" sz="1100" dirty="0">
                        <a:effectLst/>
                        <a:latin typeface="Times New Roman"/>
                        <a:ea typeface="Times New Roman"/>
                      </a:endParaRPr>
                    </a:p>
                  </a:txBody>
                  <a:tcPr marL="44960" marR="4496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1100" dirty="0"/>
                        <a:t>Walt Disney</a:t>
                      </a:r>
                    </a:p>
                  </a:txBody>
                  <a:tcPr marL="44960" marR="4496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tr>
            </a:tbl>
          </a:graphicData>
        </a:graphic>
      </p:graphicFrame>
      <p:sp>
        <p:nvSpPr>
          <p:cNvPr id="2" name="Footer Placeholder 1"/>
          <p:cNvSpPr>
            <a:spLocks noGrp="1"/>
          </p:cNvSpPr>
          <p:nvPr>
            <p:ph type="ftr" sz="quarter" idx="11"/>
          </p:nvPr>
        </p:nvSpPr>
        <p:spPr>
          <a:xfrm>
            <a:off x="3124200" y="6492875"/>
            <a:ext cx="2895600" cy="365125"/>
          </a:xfrm>
        </p:spPr>
        <p:txBody>
          <a:bodyPr/>
          <a:lstStyle/>
          <a:p>
            <a:r>
              <a:rPr lang="en-US" dirty="0" smtClean="0"/>
              <a:t>Copyright © 2014 John Wiley &amp; Sons, Inc.</a:t>
            </a:r>
            <a:endParaRPr lang="en-US" dirty="0"/>
          </a:p>
        </p:txBody>
      </p:sp>
    </p:spTree>
    <p:extLst>
      <p:ext uri="{BB962C8B-B14F-4D97-AF65-F5344CB8AC3E}">
        <p14:creationId xmlns:p14="http://schemas.microsoft.com/office/powerpoint/2010/main" val="382465817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Box 3"/>
          <p:cNvSpPr txBox="1"/>
          <p:nvPr/>
        </p:nvSpPr>
        <p:spPr>
          <a:xfrm>
            <a:off x="76199" y="221159"/>
            <a:ext cx="9077871" cy="830997"/>
          </a:xfrm>
          <a:prstGeom prst="rect">
            <a:avLst/>
          </a:prstGeom>
          <a:noFill/>
        </p:spPr>
        <p:txBody>
          <a:bodyPr wrap="none" rtlCol="0">
            <a:spAutoFit/>
          </a:bodyPr>
          <a:lstStyle/>
          <a:p>
            <a:pPr algn="ctr"/>
            <a:r>
              <a:rPr lang="en-US" sz="4800" b="1" dirty="0" smtClean="0">
                <a:latin typeface="Arial" panose="020B0604020202020204" pitchFamily="34" charset="0"/>
                <a:cs typeface="Arial" panose="020B0604020202020204" pitchFamily="34" charset="0"/>
              </a:rPr>
              <a:t>NEW TECHOLOGY ADOPTION</a:t>
            </a:r>
            <a:endParaRPr lang="en-US" sz="4800" b="1" dirty="0">
              <a:latin typeface="Arial" panose="020B0604020202020204" pitchFamily="34" charset="0"/>
              <a:cs typeface="Arial" panose="020B0604020202020204" pitchFamily="34" charset="0"/>
            </a:endParaRPr>
          </a:p>
        </p:txBody>
      </p:sp>
      <p:graphicFrame>
        <p:nvGraphicFramePr>
          <p:cNvPr id="2" name="Table 1"/>
          <p:cNvGraphicFramePr>
            <a:graphicFrameLocks noGrp="1"/>
          </p:cNvGraphicFramePr>
          <p:nvPr>
            <p:extLst>
              <p:ext uri="{D42A27DB-BD31-4B8C-83A1-F6EECF244321}">
                <p14:modId xmlns:p14="http://schemas.microsoft.com/office/powerpoint/2010/main" val="3414836255"/>
              </p:ext>
            </p:extLst>
          </p:nvPr>
        </p:nvGraphicFramePr>
        <p:xfrm>
          <a:off x="1214488" y="2209800"/>
          <a:ext cx="6329312" cy="3200400"/>
        </p:xfrm>
        <a:graphic>
          <a:graphicData uri="http://schemas.openxmlformats.org/drawingml/2006/table">
            <a:tbl>
              <a:tblPr>
                <a:tableStyleId>{5C22544A-7EE6-4342-B048-85BDC9FD1C3A}</a:tableStyleId>
              </a:tblPr>
              <a:tblGrid>
                <a:gridCol w="4152029"/>
                <a:gridCol w="2177283"/>
              </a:tblGrid>
              <a:tr h="320040">
                <a:tc>
                  <a:txBody>
                    <a:bodyPr/>
                    <a:lstStyle/>
                    <a:p>
                      <a:pPr marL="0" marR="0">
                        <a:spcBef>
                          <a:spcPts val="600"/>
                        </a:spcBef>
                        <a:spcAft>
                          <a:spcPts val="0"/>
                        </a:spcAft>
                      </a:pPr>
                      <a:r>
                        <a:rPr lang="en-US" sz="1600" dirty="0" smtClean="0">
                          <a:effectLst/>
                          <a:latin typeface="Adobe Heiti Std R" pitchFamily="34" charset="-128"/>
                          <a:ea typeface="Adobe Heiti Std R" pitchFamily="34" charset="-128"/>
                        </a:rPr>
                        <a:t>Household </a:t>
                      </a:r>
                      <a:r>
                        <a:rPr lang="en-US" sz="1600" dirty="0">
                          <a:effectLst/>
                          <a:latin typeface="Adobe Heiti Std R" pitchFamily="34" charset="-128"/>
                          <a:ea typeface="Adobe Heiti Std R" pitchFamily="34" charset="-128"/>
                        </a:rPr>
                        <a:t>electricity (1873)</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tc>
                  <a:txBody>
                    <a:bodyPr/>
                    <a:lstStyle/>
                    <a:p>
                      <a:pPr marL="0" marR="0">
                        <a:spcBef>
                          <a:spcPts val="600"/>
                        </a:spcBef>
                        <a:spcAft>
                          <a:spcPts val="0"/>
                        </a:spcAft>
                      </a:pPr>
                      <a:r>
                        <a:rPr lang="en-US" sz="1600">
                          <a:effectLst/>
                          <a:latin typeface="Adobe Heiti Std R" pitchFamily="34" charset="-128"/>
                          <a:ea typeface="Adobe Heiti Std R" pitchFamily="34" charset="-128"/>
                        </a:rPr>
                        <a:t>46 years</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tr>
              <a:tr h="320040">
                <a:tc>
                  <a:txBody>
                    <a:bodyPr/>
                    <a:lstStyle/>
                    <a:p>
                      <a:pPr marL="0" marR="0">
                        <a:spcBef>
                          <a:spcPts val="600"/>
                        </a:spcBef>
                        <a:spcAft>
                          <a:spcPts val="0"/>
                        </a:spcAft>
                      </a:pPr>
                      <a:r>
                        <a:rPr lang="en-US" sz="1600">
                          <a:effectLst/>
                          <a:latin typeface="Adobe Heiti Std R" pitchFamily="34" charset="-128"/>
                          <a:ea typeface="Adobe Heiti Std R" pitchFamily="34" charset="-128"/>
                        </a:rPr>
                        <a:t>Telephone (1875)</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marR="0">
                        <a:spcBef>
                          <a:spcPts val="600"/>
                        </a:spcBef>
                        <a:spcAft>
                          <a:spcPts val="0"/>
                        </a:spcAft>
                      </a:pPr>
                      <a:r>
                        <a:rPr lang="en-US" sz="1600">
                          <a:effectLst/>
                          <a:latin typeface="Adobe Heiti Std R" pitchFamily="34" charset="-128"/>
                          <a:ea typeface="Adobe Heiti Std R" pitchFamily="34" charset="-128"/>
                        </a:rPr>
                        <a:t>35 years</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r>
              <a:tr h="320040">
                <a:tc>
                  <a:txBody>
                    <a:bodyPr/>
                    <a:lstStyle/>
                    <a:p>
                      <a:pPr marL="0" marR="0">
                        <a:spcBef>
                          <a:spcPts val="600"/>
                        </a:spcBef>
                        <a:spcAft>
                          <a:spcPts val="0"/>
                        </a:spcAft>
                      </a:pPr>
                      <a:r>
                        <a:rPr lang="en-US" sz="1600">
                          <a:effectLst/>
                          <a:latin typeface="Adobe Heiti Std R" pitchFamily="34" charset="-128"/>
                          <a:ea typeface="Adobe Heiti Std R" pitchFamily="34" charset="-128"/>
                        </a:rPr>
                        <a:t>Automobile (1885)</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marR="0">
                        <a:spcBef>
                          <a:spcPts val="600"/>
                        </a:spcBef>
                        <a:spcAft>
                          <a:spcPts val="0"/>
                        </a:spcAft>
                      </a:pPr>
                      <a:r>
                        <a:rPr lang="en-US" sz="1600">
                          <a:effectLst/>
                          <a:latin typeface="Adobe Heiti Std R" pitchFamily="34" charset="-128"/>
                          <a:ea typeface="Adobe Heiti Std R" pitchFamily="34" charset="-128"/>
                        </a:rPr>
                        <a:t>55 years</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r>
              <a:tr h="320040">
                <a:tc>
                  <a:txBody>
                    <a:bodyPr/>
                    <a:lstStyle/>
                    <a:p>
                      <a:pPr marL="0" marR="0">
                        <a:spcBef>
                          <a:spcPts val="600"/>
                        </a:spcBef>
                        <a:spcAft>
                          <a:spcPts val="0"/>
                        </a:spcAft>
                      </a:pPr>
                      <a:r>
                        <a:rPr lang="en-US" sz="1600">
                          <a:effectLst/>
                          <a:latin typeface="Adobe Heiti Std R" pitchFamily="34" charset="-128"/>
                          <a:ea typeface="Adobe Heiti Std R" pitchFamily="34" charset="-128"/>
                        </a:rPr>
                        <a:t>Airplane travel (1903)</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marR="0">
                        <a:spcBef>
                          <a:spcPts val="600"/>
                        </a:spcBef>
                        <a:spcAft>
                          <a:spcPts val="0"/>
                        </a:spcAft>
                      </a:pPr>
                      <a:r>
                        <a:rPr lang="en-US" sz="1600">
                          <a:effectLst/>
                          <a:latin typeface="Adobe Heiti Std R" pitchFamily="34" charset="-128"/>
                          <a:ea typeface="Adobe Heiti Std R" pitchFamily="34" charset="-128"/>
                        </a:rPr>
                        <a:t>54 years</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r>
              <a:tr h="320040">
                <a:tc>
                  <a:txBody>
                    <a:bodyPr/>
                    <a:lstStyle/>
                    <a:p>
                      <a:pPr marL="0" marR="0">
                        <a:spcBef>
                          <a:spcPts val="600"/>
                        </a:spcBef>
                        <a:spcAft>
                          <a:spcPts val="0"/>
                        </a:spcAft>
                      </a:pPr>
                      <a:r>
                        <a:rPr lang="en-US" sz="1600">
                          <a:effectLst/>
                          <a:latin typeface="Adobe Heiti Std R" pitchFamily="34" charset="-128"/>
                          <a:ea typeface="Adobe Heiti Std R" pitchFamily="34" charset="-128"/>
                        </a:rPr>
                        <a:t>Radio (1906)</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marR="0">
                        <a:spcBef>
                          <a:spcPts val="600"/>
                        </a:spcBef>
                        <a:spcAft>
                          <a:spcPts val="0"/>
                        </a:spcAft>
                      </a:pPr>
                      <a:r>
                        <a:rPr lang="en-US" sz="1600">
                          <a:effectLst/>
                          <a:latin typeface="Adobe Heiti Std R" pitchFamily="34" charset="-128"/>
                          <a:ea typeface="Adobe Heiti Std R" pitchFamily="34" charset="-128"/>
                        </a:rPr>
                        <a:t>22 years</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r>
              <a:tr h="320040">
                <a:tc>
                  <a:txBody>
                    <a:bodyPr/>
                    <a:lstStyle/>
                    <a:p>
                      <a:pPr marL="0" marR="0">
                        <a:spcBef>
                          <a:spcPts val="600"/>
                        </a:spcBef>
                        <a:spcAft>
                          <a:spcPts val="0"/>
                        </a:spcAft>
                      </a:pPr>
                      <a:r>
                        <a:rPr lang="en-US" sz="1600">
                          <a:effectLst/>
                          <a:latin typeface="Adobe Heiti Std R" pitchFamily="34" charset="-128"/>
                          <a:ea typeface="Adobe Heiti Std R" pitchFamily="34" charset="-128"/>
                        </a:rPr>
                        <a:t>Television (1925)</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marR="0">
                        <a:spcBef>
                          <a:spcPts val="600"/>
                        </a:spcBef>
                        <a:spcAft>
                          <a:spcPts val="0"/>
                        </a:spcAft>
                      </a:pPr>
                      <a:r>
                        <a:rPr lang="en-US" sz="1600">
                          <a:effectLst/>
                          <a:latin typeface="Adobe Heiti Std R" pitchFamily="34" charset="-128"/>
                          <a:ea typeface="Adobe Heiti Std R" pitchFamily="34" charset="-128"/>
                        </a:rPr>
                        <a:t>26 years</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r>
              <a:tr h="320040">
                <a:tc>
                  <a:txBody>
                    <a:bodyPr/>
                    <a:lstStyle/>
                    <a:p>
                      <a:pPr marL="0" marR="0">
                        <a:spcBef>
                          <a:spcPts val="600"/>
                        </a:spcBef>
                        <a:spcAft>
                          <a:spcPts val="0"/>
                        </a:spcAft>
                      </a:pPr>
                      <a:r>
                        <a:rPr lang="en-US" sz="1600">
                          <a:effectLst/>
                          <a:latin typeface="Adobe Heiti Std R" pitchFamily="34" charset="-128"/>
                          <a:ea typeface="Adobe Heiti Std R" pitchFamily="34" charset="-128"/>
                        </a:rPr>
                        <a:t>VCR (1952)</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marR="0">
                        <a:spcBef>
                          <a:spcPts val="600"/>
                        </a:spcBef>
                        <a:spcAft>
                          <a:spcPts val="0"/>
                        </a:spcAft>
                      </a:pPr>
                      <a:r>
                        <a:rPr lang="en-US" sz="1600">
                          <a:effectLst/>
                          <a:latin typeface="Adobe Heiti Std R" pitchFamily="34" charset="-128"/>
                          <a:ea typeface="Adobe Heiti Std R" pitchFamily="34" charset="-128"/>
                        </a:rPr>
                        <a:t>34 years</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r>
              <a:tr h="320040">
                <a:tc>
                  <a:txBody>
                    <a:bodyPr/>
                    <a:lstStyle/>
                    <a:p>
                      <a:pPr marL="0" marR="0">
                        <a:spcBef>
                          <a:spcPts val="600"/>
                        </a:spcBef>
                        <a:spcAft>
                          <a:spcPts val="0"/>
                        </a:spcAft>
                      </a:pPr>
                      <a:r>
                        <a:rPr lang="en-US" sz="1600">
                          <a:effectLst/>
                          <a:latin typeface="Adobe Heiti Std R" pitchFamily="34" charset="-128"/>
                          <a:ea typeface="Adobe Heiti Std R" pitchFamily="34" charset="-128"/>
                        </a:rPr>
                        <a:t>PC (1975)</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marR="0">
                        <a:spcBef>
                          <a:spcPts val="600"/>
                        </a:spcBef>
                        <a:spcAft>
                          <a:spcPts val="0"/>
                        </a:spcAft>
                      </a:pPr>
                      <a:r>
                        <a:rPr lang="en-US" sz="1600">
                          <a:effectLst/>
                          <a:latin typeface="Adobe Heiti Std R" pitchFamily="34" charset="-128"/>
                          <a:ea typeface="Adobe Heiti Std R" pitchFamily="34" charset="-128"/>
                        </a:rPr>
                        <a:t>15 years</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r>
              <a:tr h="320040">
                <a:tc>
                  <a:txBody>
                    <a:bodyPr/>
                    <a:lstStyle/>
                    <a:p>
                      <a:pPr marL="0" marR="0">
                        <a:spcBef>
                          <a:spcPts val="600"/>
                        </a:spcBef>
                        <a:spcAft>
                          <a:spcPts val="0"/>
                        </a:spcAft>
                      </a:pPr>
                      <a:r>
                        <a:rPr lang="en-US" sz="1600">
                          <a:effectLst/>
                          <a:latin typeface="Adobe Heiti Std R" pitchFamily="34" charset="-128"/>
                          <a:ea typeface="Adobe Heiti Std R" pitchFamily="34" charset="-128"/>
                        </a:rPr>
                        <a:t>Mobile Phone (1983)</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marR="0">
                        <a:spcBef>
                          <a:spcPts val="600"/>
                        </a:spcBef>
                        <a:spcAft>
                          <a:spcPts val="0"/>
                        </a:spcAft>
                      </a:pPr>
                      <a:r>
                        <a:rPr lang="en-US" sz="1600">
                          <a:effectLst/>
                          <a:latin typeface="Adobe Heiti Std R" pitchFamily="34" charset="-128"/>
                          <a:ea typeface="Adobe Heiti Std R" pitchFamily="34" charset="-128"/>
                        </a:rPr>
                        <a:t>13 years</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r>
              <a:tr h="320040">
                <a:tc>
                  <a:txBody>
                    <a:bodyPr/>
                    <a:lstStyle/>
                    <a:p>
                      <a:pPr marL="0" marR="0">
                        <a:spcBef>
                          <a:spcPts val="600"/>
                        </a:spcBef>
                        <a:spcAft>
                          <a:spcPts val="0"/>
                        </a:spcAft>
                      </a:pPr>
                      <a:r>
                        <a:rPr lang="en-US" sz="1600" dirty="0">
                          <a:effectLst/>
                          <a:latin typeface="Adobe Heiti Std R" pitchFamily="34" charset="-128"/>
                          <a:ea typeface="Adobe Heiti Std R" pitchFamily="34" charset="-128"/>
                        </a:rPr>
                        <a:t>World Wide Web (1992)</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tc>
                  <a:txBody>
                    <a:bodyPr/>
                    <a:lstStyle/>
                    <a:p>
                      <a:pPr marL="0" marR="0">
                        <a:spcBef>
                          <a:spcPts val="600"/>
                        </a:spcBef>
                        <a:spcAft>
                          <a:spcPts val="0"/>
                        </a:spcAft>
                      </a:pPr>
                      <a:r>
                        <a:rPr lang="en-US" sz="1600" dirty="0">
                          <a:effectLst/>
                          <a:latin typeface="Adobe Heiti Std R" pitchFamily="34" charset="-128"/>
                          <a:ea typeface="Adobe Heiti Std R" pitchFamily="34" charset="-128"/>
                        </a:rPr>
                        <a:t>5 years</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tr>
            </a:tbl>
          </a:graphicData>
        </a:graphic>
      </p:graphicFrame>
      <p:sp>
        <p:nvSpPr>
          <p:cNvPr id="5" name="Rectangle 1"/>
          <p:cNvSpPr>
            <a:spLocks noChangeArrowheads="1"/>
          </p:cNvSpPr>
          <p:nvPr/>
        </p:nvSpPr>
        <p:spPr bwMode="auto">
          <a:xfrm>
            <a:off x="3505200" y="5465802"/>
            <a:ext cx="4089581" cy="5539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1" u="none" strike="noStrike" cap="none" normalizeH="0" baseline="0" dirty="0" smtClean="0">
                <a:ln>
                  <a:noFill/>
                </a:ln>
                <a:solidFill>
                  <a:schemeClr val="tx1"/>
                </a:solidFill>
                <a:effectLst/>
                <a:latin typeface="Arial" pitchFamily="34" charset="0"/>
                <a:ea typeface="Times New Roman" pitchFamily="18" charset="0"/>
                <a:cs typeface="Times New Roman" pitchFamily="18" charset="0"/>
              </a:rPr>
              <a:t>Source: The Wall Street Journal</a:t>
            </a:r>
            <a:r>
              <a:rPr kumimoji="0" lang="en-US" altLang="en-US" sz="1000" b="0" i="0" u="none" strike="noStrike" cap="none" normalizeH="0" baseline="0" dirty="0" smtClean="0">
                <a:ln>
                  <a:noFill/>
                </a:ln>
                <a:solidFill>
                  <a:schemeClr val="tx1"/>
                </a:solidFill>
                <a:effectLst/>
                <a:latin typeface="Arial" pitchFamily="34" charset="0"/>
                <a:ea typeface="Times New Roman" pitchFamily="18" charset="0"/>
                <a:cs typeface="Times New Roman" pitchFamily="18" charset="0"/>
              </a:rPr>
              <a:t>, June 1997; </a:t>
            </a:r>
          </a:p>
          <a:p>
            <a:pPr eaLnBrk="0" fontAlgn="base" hangingPunct="0">
              <a:spcBef>
                <a:spcPct val="0"/>
              </a:spcBef>
              <a:spcAft>
                <a:spcPct val="0"/>
              </a:spcAft>
            </a:pPr>
            <a:r>
              <a:rPr lang="en-US" altLang="en-US" sz="1000" dirty="0">
                <a:latin typeface="Arial" pitchFamily="34" charset="0"/>
                <a:ea typeface="Times New Roman" pitchFamily="18" charset="0"/>
                <a:cs typeface="Times New Roman" pitchFamily="18" charset="0"/>
              </a:rPr>
              <a:t>http://en.wikipedia.org/wiki/Advanced_Mobile_Phone_Service; </a:t>
            </a:r>
          </a:p>
          <a:p>
            <a:pPr eaLnBrk="0" fontAlgn="base" hangingPunct="0">
              <a:spcBef>
                <a:spcPct val="0"/>
              </a:spcBef>
              <a:spcAft>
                <a:spcPct val="0"/>
              </a:spcAft>
            </a:pPr>
            <a:r>
              <a:rPr lang="en-US" altLang="en-US" sz="1000" dirty="0" smtClean="0">
                <a:latin typeface="Arial" pitchFamily="34" charset="0"/>
                <a:ea typeface="Times New Roman" pitchFamily="18" charset="0"/>
                <a:cs typeface="Times New Roman" pitchFamily="18" charset="0"/>
              </a:rPr>
              <a:t>www.netbanker.com/2000/04/internet_usage_web_users_world.html</a:t>
            </a:r>
            <a:endParaRPr kumimoji="0" lang="en-US" altLang="en-US" sz="1800" b="0" i="0" u="none" strike="noStrike" cap="none" normalizeH="0" baseline="0" dirty="0" smtClean="0">
              <a:ln>
                <a:noFill/>
              </a:ln>
              <a:solidFill>
                <a:schemeClr val="tx1"/>
              </a:solidFill>
              <a:effectLst/>
              <a:latin typeface="Arial" pitchFamily="34" charset="0"/>
              <a:cs typeface="Arial" pitchFamily="34" charset="0"/>
            </a:endParaRPr>
          </a:p>
        </p:txBody>
      </p:sp>
      <p:sp>
        <p:nvSpPr>
          <p:cNvPr id="8" name="TextBox 7"/>
          <p:cNvSpPr txBox="1"/>
          <p:nvPr/>
        </p:nvSpPr>
        <p:spPr>
          <a:xfrm>
            <a:off x="1356662" y="1295400"/>
            <a:ext cx="6086153" cy="830997"/>
          </a:xfrm>
          <a:prstGeom prst="rect">
            <a:avLst/>
          </a:prstGeom>
          <a:noFill/>
        </p:spPr>
        <p:txBody>
          <a:bodyPr wrap="none" rtlCol="0">
            <a:spAutoFit/>
          </a:bodyPr>
          <a:lstStyle/>
          <a:p>
            <a:pPr algn="ctr"/>
            <a:r>
              <a:rPr lang="en-US" sz="2400" b="1" dirty="0" smtClean="0">
                <a:latin typeface="Novecento wide Book" pitchFamily="50" charset="0"/>
              </a:rPr>
              <a:t>TIME FOR NEW TECHNOLOGIES TO </a:t>
            </a:r>
          </a:p>
          <a:p>
            <a:pPr algn="ctr"/>
            <a:r>
              <a:rPr lang="en-US" sz="2400" b="1" dirty="0" smtClean="0">
                <a:latin typeface="Novecento wide Book" pitchFamily="50" charset="0"/>
              </a:rPr>
              <a:t>PENETRATE 25% OF U.S. POPULATION </a:t>
            </a:r>
            <a:endParaRPr lang="en-US" sz="2400" b="1" dirty="0">
              <a:latin typeface="Novecento wide Book" pitchFamily="50" charset="0"/>
            </a:endParaRPr>
          </a:p>
        </p:txBody>
      </p:sp>
      <p:sp>
        <p:nvSpPr>
          <p:cNvPr id="3" name="Footer Placeholder 2"/>
          <p:cNvSpPr>
            <a:spLocks noGrp="1"/>
          </p:cNvSpPr>
          <p:nvPr>
            <p:ph type="ftr" sz="quarter" idx="11"/>
          </p:nvPr>
        </p:nvSpPr>
        <p:spPr/>
        <p:txBody>
          <a:bodyPr/>
          <a:lstStyle/>
          <a:p>
            <a:r>
              <a:rPr lang="en-US" smtClean="0"/>
              <a:t>Copyright © 2014 John Wiley &amp; Sons, Inc.</a:t>
            </a:r>
            <a:endParaRPr lang="en-US"/>
          </a:p>
        </p:txBody>
      </p:sp>
    </p:spTree>
    <p:extLst>
      <p:ext uri="{BB962C8B-B14F-4D97-AF65-F5344CB8AC3E}">
        <p14:creationId xmlns:p14="http://schemas.microsoft.com/office/powerpoint/2010/main" val="173553737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Box 3"/>
          <p:cNvSpPr txBox="1"/>
          <p:nvPr/>
        </p:nvSpPr>
        <p:spPr>
          <a:xfrm>
            <a:off x="76200" y="221159"/>
            <a:ext cx="9067800" cy="1569660"/>
          </a:xfrm>
          <a:prstGeom prst="rect">
            <a:avLst/>
          </a:prstGeom>
          <a:noFill/>
        </p:spPr>
        <p:txBody>
          <a:bodyPr wrap="square" rtlCol="0">
            <a:spAutoFit/>
          </a:bodyPr>
          <a:lstStyle/>
          <a:p>
            <a:pPr algn="ctr"/>
            <a:r>
              <a:rPr lang="en-US" sz="4800" b="1" dirty="0" smtClean="0">
                <a:latin typeface="Arial" panose="020B0604020202020204" pitchFamily="34" charset="0"/>
                <a:cs typeface="Arial" panose="020B0604020202020204" pitchFamily="34" charset="0"/>
              </a:rPr>
              <a:t>INTERNET PENETRATION </a:t>
            </a:r>
          </a:p>
          <a:p>
            <a:pPr algn="ctr"/>
            <a:r>
              <a:rPr lang="en-US" sz="4800" b="1" dirty="0" smtClean="0">
                <a:latin typeface="Arial" panose="020B0604020202020204" pitchFamily="34" charset="0"/>
                <a:cs typeface="Arial" panose="020B0604020202020204" pitchFamily="34" charset="0"/>
              </a:rPr>
              <a:t>AROUND THE WORLD</a:t>
            </a:r>
            <a:endParaRPr lang="en-US" sz="4800" b="1" dirty="0">
              <a:latin typeface="Arial" panose="020B0604020202020204" pitchFamily="34" charset="0"/>
              <a:cs typeface="Arial" panose="020B0604020202020204" pitchFamily="34" charset="0"/>
            </a:endParaRPr>
          </a:p>
        </p:txBody>
      </p:sp>
      <p:pic>
        <p:nvPicPr>
          <p:cNvPr id="9" name="Picture 8"/>
          <p:cNvPicPr/>
          <p:nvPr/>
        </p:nvPicPr>
        <p:blipFill>
          <a:blip r:embed="rId2">
            <a:extLst>
              <a:ext uri="{28A0092B-C50C-407E-A947-70E740481C1C}">
                <a14:useLocalDpi xmlns:a14="http://schemas.microsoft.com/office/drawing/2010/main" val="0"/>
              </a:ext>
            </a:extLst>
          </a:blip>
          <a:srcRect/>
          <a:stretch>
            <a:fillRect/>
          </a:stretch>
        </p:blipFill>
        <p:spPr bwMode="auto">
          <a:xfrm>
            <a:off x="685800" y="1981200"/>
            <a:ext cx="7696200" cy="4038600"/>
          </a:xfrm>
          <a:prstGeom prst="rect">
            <a:avLst/>
          </a:prstGeom>
          <a:noFill/>
          <a:ln>
            <a:noFill/>
          </a:ln>
        </p:spPr>
      </p:pic>
      <p:sp>
        <p:nvSpPr>
          <p:cNvPr id="2" name="Footer Placeholder 1"/>
          <p:cNvSpPr>
            <a:spLocks noGrp="1"/>
          </p:cNvSpPr>
          <p:nvPr>
            <p:ph type="ftr" sz="quarter" idx="11"/>
          </p:nvPr>
        </p:nvSpPr>
        <p:spPr/>
        <p:txBody>
          <a:bodyPr/>
          <a:lstStyle/>
          <a:p>
            <a:r>
              <a:rPr lang="en-US" smtClean="0"/>
              <a:t>Copyright © 2014 John Wiley &amp; Sons, Inc.</a:t>
            </a:r>
            <a:endParaRPr lang="en-US"/>
          </a:p>
        </p:txBody>
      </p:sp>
    </p:spTree>
    <p:extLst>
      <p:ext uri="{BB962C8B-B14F-4D97-AF65-F5344CB8AC3E}">
        <p14:creationId xmlns:p14="http://schemas.microsoft.com/office/powerpoint/2010/main" val="175107398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Box 3"/>
          <p:cNvSpPr txBox="1"/>
          <p:nvPr/>
        </p:nvSpPr>
        <p:spPr>
          <a:xfrm>
            <a:off x="1215151" y="230684"/>
            <a:ext cx="6713697" cy="1569660"/>
          </a:xfrm>
          <a:prstGeom prst="rect">
            <a:avLst/>
          </a:prstGeom>
          <a:noFill/>
        </p:spPr>
        <p:txBody>
          <a:bodyPr wrap="none" rtlCol="0">
            <a:spAutoFit/>
          </a:bodyPr>
          <a:lstStyle/>
          <a:p>
            <a:pPr algn="ctr"/>
            <a:r>
              <a:rPr lang="en-US" sz="4800" b="1" dirty="0" smtClean="0">
                <a:latin typeface="Arial" panose="020B0604020202020204" pitchFamily="34" charset="0"/>
                <a:cs typeface="Arial" panose="020B0604020202020204" pitchFamily="34" charset="0"/>
              </a:rPr>
              <a:t>ENTREPRENEURSHIP</a:t>
            </a:r>
          </a:p>
          <a:p>
            <a:pPr algn="ctr"/>
            <a:r>
              <a:rPr lang="en-US" sz="4800" b="1" dirty="0" smtClean="0">
                <a:latin typeface="Arial" panose="020B0604020202020204" pitchFamily="34" charset="0"/>
                <a:cs typeface="Arial" panose="020B0604020202020204" pitchFamily="34" charset="0"/>
              </a:rPr>
              <a:t>STRIKES GOLD</a:t>
            </a:r>
          </a:p>
        </p:txBody>
      </p:sp>
      <p:sp>
        <p:nvSpPr>
          <p:cNvPr id="11" name="Text Box 3"/>
          <p:cNvSpPr txBox="1">
            <a:spLocks noChangeArrowheads="1"/>
          </p:cNvSpPr>
          <p:nvPr/>
        </p:nvSpPr>
        <p:spPr bwMode="auto">
          <a:xfrm>
            <a:off x="496834" y="2797314"/>
            <a:ext cx="8040604" cy="707886"/>
          </a:xfrm>
          <a:prstGeom prst="rect">
            <a:avLst/>
          </a:prstGeom>
          <a:noFill/>
          <a:ln w="9525">
            <a:noFill/>
            <a:miter lim="800000"/>
            <a:headEnd/>
            <a:tailEnd/>
          </a:ln>
          <a:effectLst/>
        </p:spPr>
        <p:txBody>
          <a:bodyPr wrap="square">
            <a:prstTxWarp prst="textNoShape">
              <a:avLst/>
            </a:prstTxWarp>
            <a:spAutoFit/>
          </a:bodyPr>
          <a:lstStyle/>
          <a:p>
            <a:r>
              <a:rPr lang="en-US" sz="2000" b="1" dirty="0" smtClean="0">
                <a:solidFill>
                  <a:schemeClr val="tx1"/>
                </a:solidFill>
                <a:latin typeface="Adobe Heiti Std R" pitchFamily="34" charset="-128"/>
                <a:ea typeface="Adobe Heiti Std R" pitchFamily="34" charset="-128"/>
              </a:rPr>
              <a:t>$</a:t>
            </a:r>
            <a:r>
              <a:rPr lang="en-US" sz="2000" b="1" dirty="0">
                <a:solidFill>
                  <a:schemeClr val="tx1"/>
                </a:solidFill>
                <a:latin typeface="Adobe Heiti Std R" pitchFamily="34" charset="-128"/>
                <a:ea typeface="Adobe Heiti Std R" pitchFamily="34" charset="-128"/>
              </a:rPr>
              <a:t>6 million</a:t>
            </a:r>
            <a:r>
              <a:rPr lang="en-US" sz="2000" dirty="0">
                <a:solidFill>
                  <a:schemeClr val="tx1"/>
                </a:solidFill>
                <a:latin typeface="Adobe Heiti Std R" pitchFamily="34" charset="-128"/>
                <a:ea typeface="Adobe Heiti Std R" pitchFamily="34" charset="-128"/>
              </a:rPr>
              <a:t> of own money + </a:t>
            </a:r>
            <a:r>
              <a:rPr lang="en-US" sz="2000" b="1" dirty="0">
                <a:solidFill>
                  <a:schemeClr val="tx1"/>
                </a:solidFill>
                <a:latin typeface="Adobe Heiti Std R" pitchFamily="34" charset="-128"/>
                <a:ea typeface="Adobe Heiti Std R" pitchFamily="34" charset="-128"/>
              </a:rPr>
              <a:t>$6 million</a:t>
            </a:r>
            <a:r>
              <a:rPr lang="en-US" sz="2000" dirty="0">
                <a:solidFill>
                  <a:schemeClr val="tx1"/>
                </a:solidFill>
                <a:latin typeface="Adobe Heiti Std R" pitchFamily="34" charset="-128"/>
                <a:ea typeface="Adobe Heiti Std R" pitchFamily="34" charset="-128"/>
              </a:rPr>
              <a:t> of VC money</a:t>
            </a:r>
            <a:r>
              <a:rPr lang="en-US" sz="2000" b="1" dirty="0">
                <a:solidFill>
                  <a:schemeClr val="tx1"/>
                </a:solidFill>
                <a:latin typeface="Adobe Heiti Std R" pitchFamily="34" charset="-128"/>
                <a:ea typeface="Adobe Heiti Std R" pitchFamily="34" charset="-128"/>
              </a:rPr>
              <a:t> = $2.2 billion </a:t>
            </a:r>
            <a:r>
              <a:rPr lang="en-US" sz="2000" dirty="0" smtClean="0">
                <a:solidFill>
                  <a:schemeClr val="tx1"/>
                </a:solidFill>
                <a:latin typeface="Adobe Heiti Std R" pitchFamily="34" charset="-128"/>
                <a:ea typeface="Adobe Heiti Std R" pitchFamily="34" charset="-128"/>
              </a:rPr>
              <a:t>of</a:t>
            </a:r>
            <a:r>
              <a:rPr lang="en-US" sz="2000" dirty="0">
                <a:solidFill>
                  <a:schemeClr val="tx1"/>
                </a:solidFill>
                <a:latin typeface="Adobe Heiti Std R" pitchFamily="34" charset="-128"/>
                <a:ea typeface="Adobe Heiti Std R" pitchFamily="34" charset="-128"/>
              </a:rPr>
              <a:t> </a:t>
            </a:r>
            <a:r>
              <a:rPr lang="en-US" sz="2000" dirty="0" smtClean="0">
                <a:solidFill>
                  <a:schemeClr val="tx1"/>
                </a:solidFill>
                <a:latin typeface="Adobe Heiti Std R" pitchFamily="34" charset="-128"/>
                <a:ea typeface="Adobe Heiti Std R" pitchFamily="34" charset="-128"/>
              </a:rPr>
              <a:t>market capitalization </a:t>
            </a:r>
            <a:r>
              <a:rPr lang="en-US" sz="2000" dirty="0">
                <a:solidFill>
                  <a:schemeClr val="tx1"/>
                </a:solidFill>
                <a:latin typeface="Adobe Heiti Std R" pitchFamily="34" charset="-128"/>
                <a:ea typeface="Adobe Heiti Std R" pitchFamily="34" charset="-128"/>
              </a:rPr>
              <a:t>on the first day of IPO</a:t>
            </a:r>
            <a:endParaRPr lang="en-US" sz="2000" b="1" dirty="0">
              <a:solidFill>
                <a:schemeClr val="tx1"/>
              </a:solidFill>
              <a:latin typeface="Adobe Heiti Std R" pitchFamily="34" charset="-128"/>
              <a:ea typeface="Adobe Heiti Std R" pitchFamily="34" charset="-128"/>
            </a:endParaRPr>
          </a:p>
        </p:txBody>
      </p:sp>
      <p:sp>
        <p:nvSpPr>
          <p:cNvPr id="15" name="Text Box 4"/>
          <p:cNvSpPr txBox="1">
            <a:spLocks noChangeArrowheads="1"/>
          </p:cNvSpPr>
          <p:nvPr/>
        </p:nvSpPr>
        <p:spPr bwMode="auto">
          <a:xfrm>
            <a:off x="548651" y="4397514"/>
            <a:ext cx="8046698" cy="707886"/>
          </a:xfrm>
          <a:prstGeom prst="rect">
            <a:avLst/>
          </a:prstGeom>
          <a:noFill/>
          <a:ln w="9525">
            <a:noFill/>
            <a:miter lim="800000"/>
            <a:headEnd/>
            <a:tailEnd/>
          </a:ln>
          <a:effectLst/>
        </p:spPr>
        <p:txBody>
          <a:bodyPr wrap="square">
            <a:prstTxWarp prst="textNoShape">
              <a:avLst/>
            </a:prstTxWarp>
            <a:spAutoFit/>
          </a:bodyPr>
          <a:lstStyle/>
          <a:p>
            <a:r>
              <a:rPr lang="en-US" sz="2000" dirty="0" smtClean="0">
                <a:solidFill>
                  <a:schemeClr val="tx1"/>
                </a:solidFill>
                <a:latin typeface="Adobe Heiti Std R" pitchFamily="34" charset="-128"/>
                <a:ea typeface="Adobe Heiti Std R" pitchFamily="34" charset="-128"/>
              </a:rPr>
              <a:t>Benchmark Capital</a:t>
            </a:r>
            <a:r>
              <a:rPr lang="en-US" sz="2000" dirty="0" smtClean="0">
                <a:solidFill>
                  <a:schemeClr val="tx1"/>
                </a:solidFill>
                <a:ea typeface="Adobe Heiti Std R" pitchFamily="34" charset="-128"/>
              </a:rPr>
              <a:t>’</a:t>
            </a:r>
            <a:r>
              <a:rPr lang="en-US" sz="2000" dirty="0" smtClean="0">
                <a:solidFill>
                  <a:schemeClr val="tx1"/>
                </a:solidFill>
                <a:latin typeface="Adobe Heiti Std R" pitchFamily="34" charset="-128"/>
                <a:ea typeface="Adobe Heiti Std R" pitchFamily="34" charset="-128"/>
              </a:rPr>
              <a:t>s </a:t>
            </a:r>
            <a:r>
              <a:rPr lang="en-US" sz="2000" dirty="0">
                <a:solidFill>
                  <a:schemeClr val="tx1"/>
                </a:solidFill>
                <a:latin typeface="Adobe Heiti Std R" pitchFamily="34" charset="-128"/>
                <a:ea typeface="Adobe Heiti Std R" pitchFamily="34" charset="-128"/>
              </a:rPr>
              <a:t>investment of </a:t>
            </a:r>
            <a:r>
              <a:rPr lang="en-US" sz="2000" b="1" dirty="0">
                <a:solidFill>
                  <a:schemeClr val="tx1"/>
                </a:solidFill>
                <a:latin typeface="Adobe Heiti Std R" pitchFamily="34" charset="-128"/>
                <a:ea typeface="Adobe Heiti Std R" pitchFamily="34" charset="-128"/>
              </a:rPr>
              <a:t>$5 million</a:t>
            </a:r>
            <a:r>
              <a:rPr lang="en-US" sz="2000" dirty="0">
                <a:solidFill>
                  <a:schemeClr val="tx1"/>
                </a:solidFill>
                <a:latin typeface="Adobe Heiti Std R" pitchFamily="34" charset="-128"/>
                <a:ea typeface="Adobe Heiti Std R" pitchFamily="34" charset="-128"/>
              </a:rPr>
              <a:t> in eBay multiplied </a:t>
            </a:r>
            <a:r>
              <a:rPr lang="en-US" sz="2000" b="1" dirty="0">
                <a:solidFill>
                  <a:schemeClr val="tx1"/>
                </a:solidFill>
                <a:latin typeface="Adobe Heiti Std R" pitchFamily="34" charset="-128"/>
                <a:ea typeface="Adobe Heiti Std R" pitchFamily="34" charset="-128"/>
              </a:rPr>
              <a:t>1500-</a:t>
            </a:r>
            <a:r>
              <a:rPr lang="en-US" sz="2000" b="1" dirty="0" smtClean="0">
                <a:solidFill>
                  <a:schemeClr val="tx1"/>
                </a:solidFill>
                <a:latin typeface="Adobe Heiti Std R" pitchFamily="34" charset="-128"/>
                <a:ea typeface="Adobe Heiti Std R" pitchFamily="34" charset="-128"/>
              </a:rPr>
              <a:t>fold </a:t>
            </a:r>
            <a:r>
              <a:rPr lang="en-US" sz="2000" dirty="0" smtClean="0">
                <a:solidFill>
                  <a:schemeClr val="tx1"/>
                </a:solidFill>
                <a:latin typeface="Adobe Heiti Std R" pitchFamily="34" charset="-128"/>
                <a:ea typeface="Adobe Heiti Std R" pitchFamily="34" charset="-128"/>
              </a:rPr>
              <a:t>in </a:t>
            </a:r>
            <a:r>
              <a:rPr lang="en-US" sz="2000" dirty="0">
                <a:solidFill>
                  <a:schemeClr val="tx1"/>
                </a:solidFill>
                <a:latin typeface="Adobe Heiti Std R" pitchFamily="34" charset="-128"/>
                <a:ea typeface="Adobe Heiti Std R" pitchFamily="34" charset="-128"/>
              </a:rPr>
              <a:t>just two years </a:t>
            </a:r>
            <a:r>
              <a:rPr lang="en-US" sz="2000" dirty="0" smtClean="0">
                <a:solidFill>
                  <a:schemeClr val="tx1"/>
                </a:solidFill>
                <a:latin typeface="Adobe Heiti Std R" pitchFamily="34" charset="-128"/>
                <a:ea typeface="Adobe Heiti Std R" pitchFamily="34" charset="-128"/>
              </a:rPr>
              <a:t>– the all-time record for Silicon Valley</a:t>
            </a:r>
            <a:endParaRPr lang="en-US" sz="2000" dirty="0">
              <a:solidFill>
                <a:schemeClr val="tx1"/>
              </a:solidFill>
              <a:latin typeface="Adobe Heiti Std R" pitchFamily="34" charset="-128"/>
              <a:ea typeface="Adobe Heiti Std R" pitchFamily="34" charset="-128"/>
            </a:endParaRPr>
          </a:p>
        </p:txBody>
      </p:sp>
      <p:sp>
        <p:nvSpPr>
          <p:cNvPr id="16" name="Text Box 4"/>
          <p:cNvSpPr txBox="1">
            <a:spLocks noChangeArrowheads="1"/>
          </p:cNvSpPr>
          <p:nvPr/>
        </p:nvSpPr>
        <p:spPr bwMode="auto">
          <a:xfrm>
            <a:off x="2780810" y="2114490"/>
            <a:ext cx="3461204" cy="400110"/>
          </a:xfrm>
          <a:prstGeom prst="rect">
            <a:avLst/>
          </a:prstGeom>
          <a:noFill/>
          <a:ln w="9525">
            <a:noFill/>
            <a:miter lim="800000"/>
            <a:headEnd/>
            <a:tailEnd/>
          </a:ln>
          <a:effectLst/>
        </p:spPr>
        <p:txBody>
          <a:bodyPr wrap="none">
            <a:prstTxWarp prst="textNoShape">
              <a:avLst/>
            </a:prstTxWarp>
            <a:spAutoFit/>
          </a:bodyPr>
          <a:lstStyle/>
          <a:p>
            <a:r>
              <a:rPr lang="en-US" sz="2000" b="1" dirty="0" smtClean="0">
                <a:solidFill>
                  <a:schemeClr val="tx1"/>
                </a:solidFill>
                <a:latin typeface="Adobe Heiti Std R" pitchFamily="34" charset="-128"/>
                <a:ea typeface="Adobe Heiti Std R" pitchFamily="34" charset="-128"/>
              </a:rPr>
              <a:t>Netscape Communications</a:t>
            </a:r>
            <a:endParaRPr lang="en-US" sz="2000" b="1" dirty="0">
              <a:solidFill>
                <a:schemeClr val="tx1"/>
              </a:solidFill>
              <a:latin typeface="Adobe Heiti Std R" pitchFamily="34" charset="-128"/>
              <a:ea typeface="Adobe Heiti Std R" pitchFamily="34" charset="-128"/>
            </a:endParaRPr>
          </a:p>
        </p:txBody>
      </p:sp>
      <p:sp>
        <p:nvSpPr>
          <p:cNvPr id="17" name="Text Box 4"/>
          <p:cNvSpPr txBox="1">
            <a:spLocks noChangeArrowheads="1"/>
          </p:cNvSpPr>
          <p:nvPr/>
        </p:nvSpPr>
        <p:spPr bwMode="auto">
          <a:xfrm>
            <a:off x="4161521" y="3972064"/>
            <a:ext cx="774571" cy="400110"/>
          </a:xfrm>
          <a:prstGeom prst="rect">
            <a:avLst/>
          </a:prstGeom>
          <a:noFill/>
          <a:ln w="9525">
            <a:noFill/>
            <a:miter lim="800000"/>
            <a:headEnd/>
            <a:tailEnd/>
          </a:ln>
          <a:effectLst/>
        </p:spPr>
        <p:txBody>
          <a:bodyPr wrap="none">
            <a:prstTxWarp prst="textNoShape">
              <a:avLst/>
            </a:prstTxWarp>
            <a:spAutoFit/>
          </a:bodyPr>
          <a:lstStyle/>
          <a:p>
            <a:r>
              <a:rPr lang="en-US" sz="2000" b="1" dirty="0" smtClean="0">
                <a:solidFill>
                  <a:schemeClr val="tx1"/>
                </a:solidFill>
                <a:latin typeface="Adobe Heiti Std R" pitchFamily="34" charset="-128"/>
                <a:ea typeface="Adobe Heiti Std R" pitchFamily="34" charset="-128"/>
              </a:rPr>
              <a:t>eBay</a:t>
            </a:r>
            <a:endParaRPr lang="en-US" sz="2000" b="1" dirty="0">
              <a:solidFill>
                <a:schemeClr val="tx1"/>
              </a:solidFill>
              <a:latin typeface="Adobe Heiti Std R" pitchFamily="34" charset="-128"/>
              <a:ea typeface="Adobe Heiti Std R" pitchFamily="34" charset="-128"/>
            </a:endParaRPr>
          </a:p>
        </p:txBody>
      </p:sp>
      <p:sp>
        <p:nvSpPr>
          <p:cNvPr id="2" name="Footer Placeholder 1"/>
          <p:cNvSpPr>
            <a:spLocks noGrp="1"/>
          </p:cNvSpPr>
          <p:nvPr>
            <p:ph type="ftr" sz="quarter" idx="11"/>
          </p:nvPr>
        </p:nvSpPr>
        <p:spPr/>
        <p:txBody>
          <a:bodyPr/>
          <a:lstStyle/>
          <a:p>
            <a:r>
              <a:rPr lang="en-US" smtClean="0"/>
              <a:t>Copyright © 2014 John Wiley &amp; Sons, Inc.</a:t>
            </a:r>
            <a:endParaRPr lang="en-US"/>
          </a:p>
        </p:txBody>
      </p:sp>
    </p:spTree>
    <p:extLst>
      <p:ext uri="{BB962C8B-B14F-4D97-AF65-F5344CB8AC3E}">
        <p14:creationId xmlns:p14="http://schemas.microsoft.com/office/powerpoint/2010/main" val="339939201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Box 3"/>
          <p:cNvSpPr txBox="1"/>
          <p:nvPr/>
        </p:nvSpPr>
        <p:spPr>
          <a:xfrm>
            <a:off x="2057400" y="270868"/>
            <a:ext cx="4973797" cy="830997"/>
          </a:xfrm>
          <a:prstGeom prst="rect">
            <a:avLst/>
          </a:prstGeom>
          <a:noFill/>
        </p:spPr>
        <p:txBody>
          <a:bodyPr wrap="none" rtlCol="0">
            <a:spAutoFit/>
          </a:bodyPr>
          <a:lstStyle/>
          <a:p>
            <a:pPr algn="ctr"/>
            <a:r>
              <a:rPr lang="en-US" sz="4800" b="1" dirty="0" smtClean="0">
                <a:latin typeface="Arial" panose="020B0604020202020204" pitchFamily="34" charset="0"/>
                <a:cs typeface="Arial" panose="020B0604020202020204" pitchFamily="34" charset="0"/>
              </a:rPr>
              <a:t>VC FAST FACTS</a:t>
            </a:r>
          </a:p>
        </p:txBody>
      </p:sp>
      <p:sp>
        <p:nvSpPr>
          <p:cNvPr id="163" name="Content Placeholder 10"/>
          <p:cNvSpPr>
            <a:spLocks noGrp="1"/>
          </p:cNvSpPr>
          <p:nvPr>
            <p:ph idx="1"/>
          </p:nvPr>
        </p:nvSpPr>
        <p:spPr>
          <a:xfrm>
            <a:off x="152400" y="1447800"/>
            <a:ext cx="8839200" cy="4678363"/>
          </a:xfrm>
        </p:spPr>
        <p:txBody>
          <a:bodyPr/>
          <a:lstStyle/>
          <a:p>
            <a:r>
              <a:rPr lang="en-US" dirty="0" smtClean="0">
                <a:latin typeface="Adobe Heiti Std R" pitchFamily="34" charset="-128"/>
                <a:ea typeface="Adobe Heiti Std R" pitchFamily="34" charset="-128"/>
              </a:rPr>
              <a:t>$500 billion of venture capital has backed 32,000 U.S. companies since the early 1970s</a:t>
            </a:r>
          </a:p>
          <a:p>
            <a:r>
              <a:rPr lang="en-US" dirty="0" smtClean="0">
                <a:latin typeface="Adobe Heiti Std R" pitchFamily="34" charset="-128"/>
                <a:ea typeface="Adobe Heiti Std R" pitchFamily="34" charset="-128"/>
              </a:rPr>
              <a:t>Venture-backed companies employed more than 12 million people in 2010 </a:t>
            </a:r>
          </a:p>
          <a:p>
            <a:r>
              <a:rPr lang="en-US" dirty="0" smtClean="0">
                <a:latin typeface="Adobe Heiti Std R" pitchFamily="34" charset="-128"/>
                <a:ea typeface="Adobe Heiti Std R" pitchFamily="34" charset="-128"/>
              </a:rPr>
              <a:t>Venture-backed companies generated revenues of $</a:t>
            </a:r>
            <a:r>
              <a:rPr lang="en-US" dirty="0">
                <a:latin typeface="Adobe Heiti Std R" pitchFamily="34" charset="-128"/>
                <a:ea typeface="Adobe Heiti Std R" pitchFamily="34" charset="-128"/>
              </a:rPr>
              <a:t>3</a:t>
            </a:r>
            <a:r>
              <a:rPr lang="en-US" dirty="0" smtClean="0">
                <a:latin typeface="Adobe Heiti Std R" pitchFamily="34" charset="-128"/>
                <a:ea typeface="Adobe Heiti Std R" pitchFamily="34" charset="-128"/>
              </a:rPr>
              <a:t>.1 trillion, or 21% of the U.S. GDP, in 2010 </a:t>
            </a:r>
            <a:endParaRPr lang="en-US" dirty="0">
              <a:latin typeface="Adobe Heiti Std R" pitchFamily="34" charset="-128"/>
              <a:ea typeface="Adobe Heiti Std R" pitchFamily="34" charset="-128"/>
            </a:endParaRPr>
          </a:p>
        </p:txBody>
      </p:sp>
      <p:sp>
        <p:nvSpPr>
          <p:cNvPr id="2" name="Footer Placeholder 1"/>
          <p:cNvSpPr>
            <a:spLocks noGrp="1"/>
          </p:cNvSpPr>
          <p:nvPr>
            <p:ph type="ftr" sz="quarter" idx="11"/>
          </p:nvPr>
        </p:nvSpPr>
        <p:spPr/>
        <p:txBody>
          <a:bodyPr/>
          <a:lstStyle/>
          <a:p>
            <a:r>
              <a:rPr lang="en-US" smtClean="0"/>
              <a:t>Copyright © 2014 John Wiley &amp; Sons, Inc.</a:t>
            </a:r>
            <a:endParaRPr lang="en-US"/>
          </a:p>
        </p:txBody>
      </p:sp>
    </p:spTree>
    <p:extLst>
      <p:ext uri="{BB962C8B-B14F-4D97-AF65-F5344CB8AC3E}">
        <p14:creationId xmlns:p14="http://schemas.microsoft.com/office/powerpoint/2010/main" val="166134438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 name="Rectangle 2"/>
          <p:cNvSpPr>
            <a:spLocks noGrp="1" noChangeArrowheads="1"/>
          </p:cNvSpPr>
          <p:nvPr>
            <p:ph type="title"/>
          </p:nvPr>
        </p:nvSpPr>
        <p:spPr>
          <a:xfrm>
            <a:off x="152400" y="152400"/>
            <a:ext cx="8991600" cy="1143000"/>
          </a:xfrm>
        </p:spPr>
        <p:txBody>
          <a:bodyPr>
            <a:noAutofit/>
          </a:bodyPr>
          <a:lstStyle/>
          <a:p>
            <a:r>
              <a:rPr lang="en-US" b="1" dirty="0" smtClean="0">
                <a:latin typeface="Arial" panose="020B0604020202020204" pitchFamily="34" charset="0"/>
                <a:cs typeface="Arial" panose="020B0604020202020204" pitchFamily="34" charset="0"/>
              </a:rPr>
              <a:t>SHIFTING INFLUENCES ON</a:t>
            </a:r>
            <a:br>
              <a:rPr lang="en-US" b="1" dirty="0" smtClean="0">
                <a:latin typeface="Arial" panose="020B0604020202020204" pitchFamily="34" charset="0"/>
                <a:cs typeface="Arial" panose="020B0604020202020204" pitchFamily="34" charset="0"/>
              </a:rPr>
            </a:br>
            <a:r>
              <a:rPr lang="en-US" b="1" dirty="0" smtClean="0">
                <a:latin typeface="Arial" panose="020B0604020202020204" pitchFamily="34" charset="0"/>
                <a:cs typeface="Arial" panose="020B0604020202020204" pitchFamily="34" charset="0"/>
              </a:rPr>
              <a:t>ENTREPRENEURSHIP</a:t>
            </a:r>
            <a:endParaRPr lang="en-US" dirty="0">
              <a:latin typeface="Arial" panose="020B0604020202020204" pitchFamily="34" charset="0"/>
              <a:cs typeface="Arial" panose="020B0604020202020204" pitchFamily="34" charset="0"/>
            </a:endParaRPr>
          </a:p>
        </p:txBody>
      </p:sp>
      <p:sp>
        <p:nvSpPr>
          <p:cNvPr id="2" name="Footer Placeholder 1"/>
          <p:cNvSpPr>
            <a:spLocks noGrp="1"/>
          </p:cNvSpPr>
          <p:nvPr>
            <p:ph type="ftr" sz="quarter" idx="11"/>
          </p:nvPr>
        </p:nvSpPr>
        <p:spPr/>
        <p:txBody>
          <a:bodyPr/>
          <a:lstStyle/>
          <a:p>
            <a:r>
              <a:rPr lang="en-US" smtClean="0"/>
              <a:t>Copyright © 2014 John Wiley &amp; Sons, Inc.</a:t>
            </a:r>
            <a:endParaRPr lang="en-US"/>
          </a:p>
        </p:txBody>
      </p:sp>
      <p:graphicFrame>
        <p:nvGraphicFramePr>
          <p:cNvPr id="7" name="Diagram 6"/>
          <p:cNvGraphicFramePr>
            <a:graphicFrameLocks/>
          </p:cNvGraphicFramePr>
          <p:nvPr>
            <p:extLst>
              <p:ext uri="{D42A27DB-BD31-4B8C-83A1-F6EECF244321}">
                <p14:modId xmlns:p14="http://schemas.microsoft.com/office/powerpoint/2010/main" val="1021690951"/>
              </p:ext>
            </p:extLst>
          </p:nvPr>
        </p:nvGraphicFramePr>
        <p:xfrm>
          <a:off x="685800" y="1295400"/>
          <a:ext cx="7620000" cy="4953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59984431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63" name="Rectangle 2"/>
          <p:cNvSpPr txBox="1">
            <a:spLocks noChangeArrowheads="1"/>
          </p:cNvSpPr>
          <p:nvPr/>
        </p:nvSpPr>
        <p:spPr>
          <a:xfrm>
            <a:off x="12404" y="0"/>
            <a:ext cx="9283995" cy="457200"/>
          </a:xfrm>
          <a:prstGeom prst="rect">
            <a:avLst/>
          </a:prstGeom>
        </p:spPr>
        <p:txBody>
          <a:bodyPr vert="horz" lIns="91440" tIns="45720" rIns="91440" bIns="45720" rtlCol="0" anchor="ctr">
            <a:noAutofit/>
          </a:bodyPr>
          <a:lstStyle>
            <a:lvl1pPr marL="0" marR="0" indent="0" algn="l" defTabSz="914400" rtl="0" eaLnBrk="1" fontAlgn="auto" latinLnBrk="0" hangingPunct="1">
              <a:lnSpc>
                <a:spcPct val="100000"/>
              </a:lnSpc>
              <a:spcBef>
                <a:spcPct val="0"/>
              </a:spcBef>
              <a:spcAft>
                <a:spcPts val="0"/>
              </a:spcAft>
              <a:buClrTx/>
              <a:buSzTx/>
              <a:buFontTx/>
              <a:buNone/>
              <a:tabLst/>
              <a:defRPr sz="4400" kern="1200">
                <a:solidFill>
                  <a:schemeClr val="tx1"/>
                </a:solidFill>
                <a:latin typeface="+mj-lt"/>
                <a:ea typeface="+mj-ea"/>
                <a:cs typeface="+mj-cs"/>
              </a:defRPr>
            </a:lvl1pPr>
          </a:lstStyle>
          <a:p>
            <a:pPr algn="ctr"/>
            <a:r>
              <a:rPr lang="en-US" sz="2800" b="1" dirty="0" smtClean="0">
                <a:latin typeface="Arial" panose="020B0604020202020204" pitchFamily="34" charset="0"/>
                <a:cs typeface="Arial" panose="020B0604020202020204" pitchFamily="34" charset="0"/>
              </a:rPr>
              <a:t>TOTAL ENTREPRENEURIAL ACTIVITY BY COUNTRY</a:t>
            </a:r>
            <a:endParaRPr lang="en-US" sz="2800" dirty="0">
              <a:latin typeface="Arial" panose="020B0604020202020204" pitchFamily="34" charset="0"/>
              <a:cs typeface="Arial" panose="020B0604020202020204" pitchFamily="34" charset="0"/>
            </a:endParaRPr>
          </a:p>
        </p:txBody>
      </p:sp>
      <p:graphicFrame>
        <p:nvGraphicFramePr>
          <p:cNvPr id="4" name="Table 3"/>
          <p:cNvGraphicFramePr>
            <a:graphicFrameLocks noGrp="1"/>
          </p:cNvGraphicFramePr>
          <p:nvPr>
            <p:extLst>
              <p:ext uri="{D42A27DB-BD31-4B8C-83A1-F6EECF244321}">
                <p14:modId xmlns:p14="http://schemas.microsoft.com/office/powerpoint/2010/main" val="565967784"/>
              </p:ext>
            </p:extLst>
          </p:nvPr>
        </p:nvGraphicFramePr>
        <p:xfrm>
          <a:off x="627828" y="440945"/>
          <a:ext cx="7525573" cy="6174787"/>
        </p:xfrm>
        <a:graphic>
          <a:graphicData uri="http://schemas.openxmlformats.org/drawingml/2006/table">
            <a:tbl>
              <a:tblPr firstRow="1" firstCol="1" lastRow="1" lastCol="1" bandRow="1">
                <a:tableStyleId>{5C22544A-7EE6-4342-B048-85BDC9FD1C3A}</a:tableStyleId>
              </a:tblPr>
              <a:tblGrid>
                <a:gridCol w="1115622"/>
                <a:gridCol w="938778"/>
                <a:gridCol w="871724"/>
                <a:gridCol w="867253"/>
                <a:gridCol w="935256"/>
                <a:gridCol w="765208"/>
                <a:gridCol w="850231"/>
                <a:gridCol w="1181501"/>
              </a:tblGrid>
              <a:tr h="609600">
                <a:tc>
                  <a:txBody>
                    <a:bodyPr/>
                    <a:lstStyle/>
                    <a:p>
                      <a:pPr marL="0" marR="0" algn="ctr">
                        <a:lnSpc>
                          <a:spcPts val="550"/>
                        </a:lnSpc>
                        <a:spcBef>
                          <a:spcPts val="15"/>
                        </a:spcBef>
                        <a:spcAft>
                          <a:spcPts val="0"/>
                        </a:spcAft>
                      </a:pPr>
                      <a:r>
                        <a:rPr lang="en-US" sz="800" u="sng" spc="10" dirty="0" smtClean="0">
                          <a:effectLst/>
                          <a:latin typeface="+mj-lt"/>
                        </a:rPr>
                        <a:t>Co</a:t>
                      </a:r>
                      <a:r>
                        <a:rPr lang="en-US" sz="800" u="sng" spc="5" dirty="0" smtClean="0">
                          <a:effectLst/>
                          <a:latin typeface="+mj-lt"/>
                        </a:rPr>
                        <a:t>u</a:t>
                      </a:r>
                      <a:r>
                        <a:rPr lang="en-US" sz="800" u="sng" spc="10" dirty="0" smtClean="0">
                          <a:effectLst/>
                          <a:latin typeface="+mj-lt"/>
                        </a:rPr>
                        <a:t>n</a:t>
                      </a:r>
                      <a:r>
                        <a:rPr lang="en-US" sz="800" u="sng" spc="5" dirty="0" smtClean="0">
                          <a:effectLst/>
                          <a:latin typeface="+mj-lt"/>
                        </a:rPr>
                        <a:t>t</a:t>
                      </a:r>
                      <a:r>
                        <a:rPr lang="en-US" sz="800" u="sng" spc="10" dirty="0" smtClean="0">
                          <a:effectLst/>
                          <a:latin typeface="+mj-lt"/>
                        </a:rPr>
                        <a:t>ry</a:t>
                      </a:r>
                      <a:endParaRPr lang="en-US" sz="800" dirty="0">
                        <a:effectLst/>
                        <a:latin typeface="+mj-lt"/>
                        <a:ea typeface="Times New Roman"/>
                      </a:endParaRPr>
                    </a:p>
                  </a:txBody>
                  <a:tcPr marL="0" marR="0" marT="0" marB="0" anchor="ctr"/>
                </a:tc>
                <a:tc>
                  <a:txBody>
                    <a:bodyPr/>
                    <a:lstStyle/>
                    <a:p>
                      <a:pPr marL="92075" marR="0" algn="ctr">
                        <a:lnSpc>
                          <a:spcPct val="105000"/>
                        </a:lnSpc>
                        <a:spcBef>
                          <a:spcPts val="0"/>
                        </a:spcBef>
                        <a:spcAft>
                          <a:spcPts val="0"/>
                        </a:spcAft>
                      </a:pPr>
                      <a:r>
                        <a:rPr lang="en-US" sz="800" u="sng" spc="10" dirty="0" smtClean="0">
                          <a:effectLst/>
                          <a:latin typeface="+mj-lt"/>
                        </a:rPr>
                        <a:t>N</a:t>
                      </a:r>
                      <a:r>
                        <a:rPr lang="en-US" sz="800" u="sng" spc="5" dirty="0" smtClean="0">
                          <a:effectLst/>
                          <a:latin typeface="+mj-lt"/>
                        </a:rPr>
                        <a:t>a</a:t>
                      </a:r>
                      <a:r>
                        <a:rPr lang="en-US" sz="800" u="sng" spc="10" dirty="0" smtClean="0">
                          <a:effectLst/>
                          <a:latin typeface="+mj-lt"/>
                        </a:rPr>
                        <a:t>scent Entrepreneurship</a:t>
                      </a:r>
                      <a:r>
                        <a:rPr lang="en-US" sz="800" u="sng" spc="10" baseline="0" dirty="0" smtClean="0">
                          <a:effectLst/>
                          <a:latin typeface="+mj-lt"/>
                        </a:rPr>
                        <a:t> Rate</a:t>
                      </a:r>
                      <a:endParaRPr lang="en-US" sz="800" dirty="0">
                        <a:effectLst/>
                        <a:latin typeface="+mj-lt"/>
                        <a:ea typeface="Times New Roman"/>
                      </a:endParaRPr>
                    </a:p>
                  </a:txBody>
                  <a:tcPr marL="0" marR="0" marT="0" marB="0" anchor="ctr"/>
                </a:tc>
                <a:tc>
                  <a:txBody>
                    <a:bodyPr/>
                    <a:lstStyle/>
                    <a:p>
                      <a:pPr marL="0" marR="0" algn="ctr">
                        <a:lnSpc>
                          <a:spcPts val="950"/>
                        </a:lnSpc>
                        <a:spcBef>
                          <a:spcPts val="35"/>
                        </a:spcBef>
                        <a:spcAft>
                          <a:spcPts val="0"/>
                        </a:spcAft>
                      </a:pPr>
                      <a:r>
                        <a:rPr lang="en-US" sz="800" u="sng" dirty="0">
                          <a:effectLst/>
                          <a:latin typeface="+mj-lt"/>
                        </a:rPr>
                        <a:t> </a:t>
                      </a:r>
                      <a:r>
                        <a:rPr lang="en-US" sz="800" u="sng" spc="10" dirty="0" smtClean="0">
                          <a:effectLst/>
                          <a:latin typeface="+mj-lt"/>
                        </a:rPr>
                        <a:t>Ne</a:t>
                      </a:r>
                      <a:r>
                        <a:rPr lang="en-US" sz="800" u="sng" dirty="0" smtClean="0">
                          <a:effectLst/>
                          <a:latin typeface="+mj-lt"/>
                        </a:rPr>
                        <a:t>w</a:t>
                      </a:r>
                      <a:r>
                        <a:rPr lang="en-US" sz="800" u="sng" spc="15" dirty="0" smtClean="0">
                          <a:effectLst/>
                          <a:latin typeface="+mj-lt"/>
                        </a:rPr>
                        <a:t> </a:t>
                      </a:r>
                      <a:r>
                        <a:rPr lang="en-US" sz="800" u="sng" spc="10" dirty="0" smtClean="0">
                          <a:effectLst/>
                          <a:latin typeface="+mj-lt"/>
                        </a:rPr>
                        <a:t>b</a:t>
                      </a:r>
                      <a:r>
                        <a:rPr lang="en-US" sz="800" u="sng" spc="5" dirty="0" smtClean="0">
                          <a:effectLst/>
                          <a:latin typeface="+mj-lt"/>
                        </a:rPr>
                        <a:t>u</a:t>
                      </a:r>
                      <a:r>
                        <a:rPr lang="en-US" sz="800" u="sng" spc="10" dirty="0" smtClean="0">
                          <a:effectLst/>
                          <a:latin typeface="+mj-lt"/>
                        </a:rPr>
                        <a:t>siness</a:t>
                      </a:r>
                    </a:p>
                    <a:p>
                      <a:pPr marL="0" marR="0" algn="ctr">
                        <a:lnSpc>
                          <a:spcPts val="950"/>
                        </a:lnSpc>
                        <a:spcBef>
                          <a:spcPts val="35"/>
                        </a:spcBef>
                        <a:spcAft>
                          <a:spcPts val="0"/>
                        </a:spcAft>
                      </a:pPr>
                      <a:r>
                        <a:rPr lang="en-US" sz="800" u="sng" spc="10" dirty="0" smtClean="0">
                          <a:effectLst/>
                          <a:latin typeface="+mj-lt"/>
                        </a:rPr>
                        <a:t> </a:t>
                      </a:r>
                      <a:r>
                        <a:rPr lang="en-US" sz="800" u="sng" spc="10" dirty="0">
                          <a:effectLst/>
                          <a:latin typeface="+mj-lt"/>
                        </a:rPr>
                        <a:t>ownership rate</a:t>
                      </a:r>
                      <a:endParaRPr lang="en-US" sz="800" dirty="0">
                        <a:effectLst/>
                        <a:latin typeface="+mj-lt"/>
                        <a:ea typeface="Times New Roman"/>
                      </a:endParaRPr>
                    </a:p>
                  </a:txBody>
                  <a:tcPr marL="0" marR="0" marT="0" marB="0" anchor="ctr"/>
                </a:tc>
                <a:tc>
                  <a:txBody>
                    <a:bodyPr/>
                    <a:lstStyle/>
                    <a:p>
                      <a:pPr marL="0" marR="0">
                        <a:lnSpc>
                          <a:spcPts val="500"/>
                        </a:lnSpc>
                        <a:spcBef>
                          <a:spcPts val="5"/>
                        </a:spcBef>
                        <a:spcAft>
                          <a:spcPts val="0"/>
                        </a:spcAft>
                      </a:pPr>
                      <a:endParaRPr lang="en-US" sz="800" dirty="0" smtClean="0">
                        <a:effectLst/>
                        <a:latin typeface="+mj-lt"/>
                      </a:endParaRPr>
                    </a:p>
                    <a:p>
                      <a:pPr marL="0" marR="0" algn="ctr">
                        <a:lnSpc>
                          <a:spcPts val="1000"/>
                        </a:lnSpc>
                        <a:spcBef>
                          <a:spcPts val="0"/>
                        </a:spcBef>
                        <a:spcAft>
                          <a:spcPts val="0"/>
                        </a:spcAft>
                      </a:pPr>
                      <a:r>
                        <a:rPr lang="en-US" sz="800" u="sng" spc="10" dirty="0" smtClean="0">
                          <a:effectLst/>
                          <a:latin typeface="+mj-lt"/>
                        </a:rPr>
                        <a:t>E</a:t>
                      </a:r>
                      <a:r>
                        <a:rPr lang="en-US" sz="800" u="sng" spc="5" dirty="0" smtClean="0">
                          <a:effectLst/>
                          <a:latin typeface="+mj-lt"/>
                        </a:rPr>
                        <a:t>a</a:t>
                      </a:r>
                      <a:r>
                        <a:rPr lang="en-US" sz="800" u="sng" spc="10" dirty="0" smtClean="0">
                          <a:effectLst/>
                          <a:latin typeface="+mj-lt"/>
                        </a:rPr>
                        <a:t>rly-s</a:t>
                      </a:r>
                      <a:r>
                        <a:rPr lang="en-US" sz="800" u="sng" spc="5" dirty="0" smtClean="0">
                          <a:effectLst/>
                          <a:latin typeface="+mj-lt"/>
                        </a:rPr>
                        <a:t>ta</a:t>
                      </a:r>
                      <a:r>
                        <a:rPr lang="en-US" sz="800" u="sng" spc="10" dirty="0" smtClean="0">
                          <a:effectLst/>
                          <a:latin typeface="+mj-lt"/>
                        </a:rPr>
                        <a:t>ge</a:t>
                      </a:r>
                    </a:p>
                    <a:p>
                      <a:pPr marL="0" marR="0" algn="ctr">
                        <a:lnSpc>
                          <a:spcPts val="1000"/>
                        </a:lnSpc>
                        <a:spcBef>
                          <a:spcPts val="0"/>
                        </a:spcBef>
                        <a:spcAft>
                          <a:spcPts val="0"/>
                        </a:spcAft>
                      </a:pPr>
                      <a:r>
                        <a:rPr lang="en-US" sz="800" u="sng" spc="10" dirty="0" smtClean="0">
                          <a:effectLst/>
                          <a:latin typeface="+mj-lt"/>
                        </a:rPr>
                        <a:t> (TEA) rate</a:t>
                      </a:r>
                      <a:endParaRPr lang="en-US" sz="800" dirty="0">
                        <a:effectLst/>
                        <a:latin typeface="+mj-lt"/>
                        <a:ea typeface="Times New Roman"/>
                      </a:endParaRPr>
                    </a:p>
                  </a:txBody>
                  <a:tcPr marL="0" marR="0" marT="0" marB="0" anchor="ctr"/>
                </a:tc>
                <a:tc>
                  <a:txBody>
                    <a:bodyPr/>
                    <a:lstStyle/>
                    <a:p>
                      <a:pPr marL="0" marR="298450" indent="0" algn="r">
                        <a:lnSpc>
                          <a:spcPct val="105000"/>
                        </a:lnSpc>
                        <a:spcBef>
                          <a:spcPts val="0"/>
                        </a:spcBef>
                        <a:spcAft>
                          <a:spcPts val="0"/>
                        </a:spcAft>
                      </a:pPr>
                      <a:r>
                        <a:rPr lang="en-US" sz="800" u="sng" spc="10" dirty="0" smtClean="0">
                          <a:effectLst/>
                          <a:latin typeface="+mj-lt"/>
                        </a:rPr>
                        <a:t>Established     b</a:t>
                      </a:r>
                      <a:r>
                        <a:rPr lang="en-US" sz="800" u="sng" spc="5" dirty="0" smtClean="0">
                          <a:effectLst/>
                          <a:latin typeface="+mj-lt"/>
                        </a:rPr>
                        <a:t>u</a:t>
                      </a:r>
                      <a:r>
                        <a:rPr lang="en-US" sz="800" u="sng" spc="10" dirty="0" smtClean="0">
                          <a:effectLst/>
                          <a:latin typeface="+mj-lt"/>
                        </a:rPr>
                        <a:t>siness ownershi</a:t>
                      </a:r>
                      <a:r>
                        <a:rPr lang="en-US" sz="800" u="sng" dirty="0" smtClean="0">
                          <a:effectLst/>
                          <a:latin typeface="+mj-lt"/>
                        </a:rPr>
                        <a:t>p</a:t>
                      </a:r>
                      <a:r>
                        <a:rPr lang="en-US" sz="800" u="sng" spc="15" baseline="0" dirty="0">
                          <a:effectLst/>
                          <a:latin typeface="+mj-lt"/>
                        </a:rPr>
                        <a:t> </a:t>
                      </a:r>
                      <a:r>
                        <a:rPr lang="en-US" sz="800" u="sng" spc="15" baseline="0" dirty="0" smtClean="0">
                          <a:effectLst/>
                          <a:latin typeface="+mj-lt"/>
                        </a:rPr>
                        <a:t>r</a:t>
                      </a:r>
                      <a:r>
                        <a:rPr lang="en-US" sz="800" u="sng" spc="5" dirty="0" smtClean="0">
                          <a:effectLst/>
                          <a:latin typeface="+mj-lt"/>
                        </a:rPr>
                        <a:t>a</a:t>
                      </a:r>
                      <a:r>
                        <a:rPr lang="en-US" sz="800" u="sng" spc="10" dirty="0" smtClean="0">
                          <a:effectLst/>
                          <a:latin typeface="+mj-lt"/>
                        </a:rPr>
                        <a:t>te</a:t>
                      </a:r>
                      <a:endParaRPr lang="en-US" sz="800" dirty="0">
                        <a:effectLst/>
                        <a:latin typeface="+mj-lt"/>
                        <a:ea typeface="Times New Roman"/>
                      </a:endParaRPr>
                    </a:p>
                  </a:txBody>
                  <a:tcPr marL="0" marR="0" marT="0" marB="0" anchor="ctr"/>
                </a:tc>
                <a:tc>
                  <a:txBody>
                    <a:bodyPr/>
                    <a:lstStyle/>
                    <a:p>
                      <a:pPr marL="0" marR="0">
                        <a:lnSpc>
                          <a:spcPts val="800"/>
                        </a:lnSpc>
                        <a:spcBef>
                          <a:spcPts val="15"/>
                        </a:spcBef>
                        <a:spcAft>
                          <a:spcPts val="0"/>
                        </a:spcAft>
                      </a:pPr>
                      <a:endParaRPr lang="en-US" sz="800" dirty="0">
                        <a:effectLst/>
                        <a:latin typeface="+mj-lt"/>
                      </a:endParaRPr>
                    </a:p>
                    <a:p>
                      <a:pPr marL="107950" marR="102870">
                        <a:lnSpc>
                          <a:spcPct val="105000"/>
                        </a:lnSpc>
                        <a:spcBef>
                          <a:spcPts val="0"/>
                        </a:spcBef>
                        <a:spcAft>
                          <a:spcPts val="0"/>
                        </a:spcAft>
                      </a:pPr>
                      <a:r>
                        <a:rPr lang="en-US" sz="800" u="sng" spc="10" dirty="0" err="1" smtClean="0">
                          <a:effectLst/>
                          <a:latin typeface="+mj-lt"/>
                        </a:rPr>
                        <a:t>Discontin</a:t>
                      </a:r>
                      <a:r>
                        <a:rPr lang="en-US" sz="800" u="sng" spc="5" dirty="0" err="1" smtClean="0">
                          <a:effectLst/>
                          <a:latin typeface="+mj-lt"/>
                        </a:rPr>
                        <a:t>ua-</a:t>
                      </a:r>
                      <a:r>
                        <a:rPr lang="en-US" sz="800" u="sng" spc="10" dirty="0" err="1" smtClean="0">
                          <a:effectLst/>
                          <a:latin typeface="+mj-lt"/>
                        </a:rPr>
                        <a:t>tio</a:t>
                      </a:r>
                      <a:r>
                        <a:rPr lang="en-US" sz="800" u="sng" dirty="0" err="1" smtClean="0">
                          <a:effectLst/>
                          <a:latin typeface="+mj-lt"/>
                        </a:rPr>
                        <a:t>n</a:t>
                      </a:r>
                      <a:r>
                        <a:rPr lang="en-US" sz="800" u="sng" spc="20" dirty="0" smtClean="0">
                          <a:effectLst/>
                          <a:latin typeface="+mj-lt"/>
                        </a:rPr>
                        <a:t> </a:t>
                      </a:r>
                      <a:r>
                        <a:rPr lang="en-US" sz="800" u="sng" spc="10" dirty="0">
                          <a:effectLst/>
                          <a:latin typeface="+mj-lt"/>
                        </a:rPr>
                        <a:t>of b</a:t>
                      </a:r>
                      <a:r>
                        <a:rPr lang="en-US" sz="800" u="sng" spc="5" dirty="0">
                          <a:effectLst/>
                          <a:latin typeface="+mj-lt"/>
                        </a:rPr>
                        <a:t>u</a:t>
                      </a:r>
                      <a:r>
                        <a:rPr lang="en-US" sz="800" u="sng" spc="10" dirty="0">
                          <a:effectLst/>
                          <a:latin typeface="+mj-lt"/>
                        </a:rPr>
                        <a:t>sinesses rate</a:t>
                      </a:r>
                      <a:endParaRPr lang="en-US" sz="800" dirty="0">
                        <a:effectLst/>
                        <a:latin typeface="+mj-lt"/>
                        <a:ea typeface="Times New Roman"/>
                      </a:endParaRPr>
                    </a:p>
                  </a:txBody>
                  <a:tcPr marL="0" marR="0" marT="0" marB="0"/>
                </a:tc>
                <a:tc>
                  <a:txBody>
                    <a:bodyPr/>
                    <a:lstStyle/>
                    <a:p>
                      <a:pPr marL="0" marR="0" algn="ctr">
                        <a:lnSpc>
                          <a:spcPts val="1000"/>
                        </a:lnSpc>
                        <a:spcBef>
                          <a:spcPts val="0"/>
                        </a:spcBef>
                        <a:spcAft>
                          <a:spcPts val="0"/>
                        </a:spcAft>
                      </a:pPr>
                      <a:r>
                        <a:rPr lang="en-US" sz="800" u="sng" dirty="0">
                          <a:effectLst/>
                          <a:latin typeface="+mj-lt"/>
                        </a:rPr>
                        <a:t> </a:t>
                      </a:r>
                      <a:r>
                        <a:rPr lang="en-US" sz="800" u="sng" spc="10" dirty="0" smtClean="0">
                          <a:effectLst/>
                          <a:latin typeface="+mj-lt"/>
                        </a:rPr>
                        <a:t>Necessity-driven </a:t>
                      </a:r>
                      <a:endParaRPr lang="en-US" sz="800" dirty="0">
                        <a:effectLst/>
                        <a:latin typeface="+mj-lt"/>
                      </a:endParaRPr>
                    </a:p>
                    <a:p>
                      <a:pPr marL="107950" marR="213995" algn="ctr">
                        <a:lnSpc>
                          <a:spcPct val="105000"/>
                        </a:lnSpc>
                        <a:spcBef>
                          <a:spcPts val="0"/>
                        </a:spcBef>
                        <a:spcAft>
                          <a:spcPts val="0"/>
                        </a:spcAft>
                      </a:pPr>
                      <a:r>
                        <a:rPr lang="en-US" sz="800" u="sng" spc="10" dirty="0">
                          <a:effectLst/>
                          <a:latin typeface="+mj-lt"/>
                        </a:rPr>
                        <a:t>(</a:t>
                      </a:r>
                      <a:r>
                        <a:rPr lang="en-US" sz="800" u="sng" dirty="0">
                          <a:effectLst/>
                          <a:latin typeface="+mj-lt"/>
                        </a:rPr>
                        <a:t>%</a:t>
                      </a:r>
                      <a:r>
                        <a:rPr lang="en-US" sz="800" u="sng" spc="15" dirty="0">
                          <a:effectLst/>
                          <a:latin typeface="+mj-lt"/>
                        </a:rPr>
                        <a:t> </a:t>
                      </a:r>
                      <a:r>
                        <a:rPr lang="en-US" sz="800" u="sng" spc="10" dirty="0">
                          <a:effectLst/>
                          <a:latin typeface="+mj-lt"/>
                        </a:rPr>
                        <a:t>o</a:t>
                      </a:r>
                      <a:r>
                        <a:rPr lang="en-US" sz="800" u="sng" dirty="0">
                          <a:effectLst/>
                          <a:latin typeface="+mj-lt"/>
                        </a:rPr>
                        <a:t>f</a:t>
                      </a:r>
                      <a:r>
                        <a:rPr lang="en-US" sz="800" u="sng" spc="20" dirty="0">
                          <a:effectLst/>
                          <a:latin typeface="+mj-lt"/>
                        </a:rPr>
                        <a:t> </a:t>
                      </a:r>
                      <a:r>
                        <a:rPr lang="en-US" sz="800" u="sng" spc="10" dirty="0">
                          <a:effectLst/>
                          <a:latin typeface="+mj-lt"/>
                        </a:rPr>
                        <a:t>TEA)</a:t>
                      </a:r>
                      <a:endParaRPr lang="en-US" sz="800" dirty="0">
                        <a:effectLst/>
                        <a:latin typeface="+mj-lt"/>
                        <a:ea typeface="Times New Roman"/>
                      </a:endParaRPr>
                    </a:p>
                  </a:txBody>
                  <a:tcPr marL="0" marR="0" marT="0" marB="0" anchor="ctr"/>
                </a:tc>
                <a:tc>
                  <a:txBody>
                    <a:bodyPr/>
                    <a:lstStyle/>
                    <a:p>
                      <a:pPr marL="0" marR="0" algn="ctr">
                        <a:lnSpc>
                          <a:spcPts val="1200"/>
                        </a:lnSpc>
                        <a:spcBef>
                          <a:spcPts val="85"/>
                        </a:spcBef>
                        <a:spcAft>
                          <a:spcPts val="0"/>
                        </a:spcAft>
                      </a:pPr>
                      <a:r>
                        <a:rPr lang="en-US" sz="800" u="sng" dirty="0">
                          <a:effectLst/>
                          <a:latin typeface="+mj-lt"/>
                        </a:rPr>
                        <a:t> </a:t>
                      </a:r>
                      <a:r>
                        <a:rPr lang="en-US" sz="800" u="sng" spc="10" dirty="0" smtClean="0">
                          <a:effectLst/>
                          <a:latin typeface="+mj-lt"/>
                        </a:rPr>
                        <a:t>Im</a:t>
                      </a:r>
                      <a:r>
                        <a:rPr lang="en-US" sz="800" u="sng" spc="5" dirty="0" smtClean="0">
                          <a:effectLst/>
                          <a:latin typeface="+mj-lt"/>
                        </a:rPr>
                        <a:t>p</a:t>
                      </a:r>
                      <a:r>
                        <a:rPr lang="en-US" sz="800" u="sng" spc="10" dirty="0" smtClean="0">
                          <a:effectLst/>
                          <a:latin typeface="+mj-lt"/>
                        </a:rPr>
                        <a:t>rovemen</a:t>
                      </a:r>
                      <a:r>
                        <a:rPr lang="en-US" sz="800" u="sng" spc="5" dirty="0" smtClean="0">
                          <a:effectLst/>
                          <a:latin typeface="+mj-lt"/>
                        </a:rPr>
                        <a:t>t</a:t>
                      </a:r>
                      <a:r>
                        <a:rPr lang="en-US" sz="800" u="sng" spc="10" dirty="0" smtClean="0">
                          <a:effectLst/>
                          <a:latin typeface="+mj-lt"/>
                        </a:rPr>
                        <a:t>-</a:t>
                      </a:r>
                      <a:r>
                        <a:rPr lang="en-US" sz="800" u="sng" spc="5" dirty="0" smtClean="0">
                          <a:effectLst/>
                          <a:latin typeface="+mj-lt"/>
                        </a:rPr>
                        <a:t>d</a:t>
                      </a:r>
                      <a:r>
                        <a:rPr lang="en-US" sz="800" u="sng" spc="10" dirty="0" smtClean="0">
                          <a:effectLst/>
                          <a:latin typeface="+mj-lt"/>
                        </a:rPr>
                        <a:t>riven </a:t>
                      </a:r>
                      <a:r>
                        <a:rPr lang="en-US" sz="800" u="sng" spc="10" dirty="0">
                          <a:effectLst/>
                          <a:latin typeface="+mj-lt"/>
                        </a:rPr>
                        <a:t>o</a:t>
                      </a:r>
                      <a:r>
                        <a:rPr lang="en-US" sz="800" u="sng" spc="5" dirty="0">
                          <a:effectLst/>
                          <a:latin typeface="+mj-lt"/>
                        </a:rPr>
                        <a:t>p</a:t>
                      </a:r>
                      <a:r>
                        <a:rPr lang="en-US" sz="800" u="sng" spc="10" dirty="0">
                          <a:effectLst/>
                          <a:latin typeface="+mj-lt"/>
                        </a:rPr>
                        <a:t>portuni</a:t>
                      </a:r>
                      <a:r>
                        <a:rPr lang="en-US" sz="800" u="sng" spc="5" dirty="0">
                          <a:effectLst/>
                          <a:latin typeface="+mj-lt"/>
                        </a:rPr>
                        <a:t>t</a:t>
                      </a:r>
                      <a:r>
                        <a:rPr lang="en-US" sz="800" u="sng" dirty="0">
                          <a:effectLst/>
                          <a:latin typeface="+mj-lt"/>
                        </a:rPr>
                        <a:t>y</a:t>
                      </a:r>
                      <a:endParaRPr lang="en-US" sz="800" dirty="0">
                        <a:effectLst/>
                        <a:latin typeface="+mj-lt"/>
                      </a:endParaRPr>
                    </a:p>
                    <a:p>
                      <a:pPr marL="92075" marR="0" algn="ctr">
                        <a:spcBef>
                          <a:spcPts val="0"/>
                        </a:spcBef>
                        <a:spcAft>
                          <a:spcPts val="0"/>
                        </a:spcAft>
                      </a:pPr>
                      <a:r>
                        <a:rPr lang="en-US" sz="800" u="sng" spc="10" dirty="0">
                          <a:effectLst/>
                          <a:latin typeface="+mj-lt"/>
                        </a:rPr>
                        <a:t>(</a:t>
                      </a:r>
                      <a:r>
                        <a:rPr lang="en-US" sz="800" u="sng" dirty="0">
                          <a:effectLst/>
                          <a:latin typeface="+mj-lt"/>
                        </a:rPr>
                        <a:t>%</a:t>
                      </a:r>
                      <a:r>
                        <a:rPr lang="en-US" sz="800" u="sng" spc="15" dirty="0">
                          <a:effectLst/>
                          <a:latin typeface="+mj-lt"/>
                        </a:rPr>
                        <a:t> </a:t>
                      </a:r>
                      <a:r>
                        <a:rPr lang="en-US" sz="800" u="sng" spc="10" dirty="0">
                          <a:effectLst/>
                          <a:latin typeface="+mj-lt"/>
                        </a:rPr>
                        <a:t>o</a:t>
                      </a:r>
                      <a:r>
                        <a:rPr lang="en-US" sz="800" u="sng" dirty="0">
                          <a:effectLst/>
                          <a:latin typeface="+mj-lt"/>
                        </a:rPr>
                        <a:t>f</a:t>
                      </a:r>
                      <a:r>
                        <a:rPr lang="en-US" sz="800" u="sng" spc="20" dirty="0">
                          <a:effectLst/>
                          <a:latin typeface="+mj-lt"/>
                        </a:rPr>
                        <a:t> </a:t>
                      </a:r>
                      <a:r>
                        <a:rPr lang="en-US" sz="800" u="sng" spc="10" dirty="0">
                          <a:effectLst/>
                          <a:latin typeface="+mj-lt"/>
                        </a:rPr>
                        <a:t>TEA)</a:t>
                      </a:r>
                      <a:endParaRPr lang="en-US" sz="800" dirty="0">
                        <a:effectLst/>
                        <a:latin typeface="+mj-lt"/>
                        <a:ea typeface="Times New Roman"/>
                      </a:endParaRPr>
                    </a:p>
                  </a:txBody>
                  <a:tcPr marL="0" marR="0" marT="0" marB="0" anchor="ctr"/>
                </a:tc>
              </a:tr>
              <a:tr h="121440">
                <a:tc gridSpan="8">
                  <a:txBody>
                    <a:bodyPr/>
                    <a:lstStyle/>
                    <a:p>
                      <a:pPr marL="32385" marR="0">
                        <a:spcBef>
                          <a:spcPts val="40"/>
                        </a:spcBef>
                        <a:spcAft>
                          <a:spcPts val="0"/>
                        </a:spcAft>
                      </a:pPr>
                      <a:r>
                        <a:rPr lang="en-US" sz="800" u="sng" spc="10" dirty="0" smtClean="0">
                          <a:effectLst/>
                          <a:latin typeface="+mj-lt"/>
                        </a:rPr>
                        <a:t>LATIN</a:t>
                      </a:r>
                      <a:r>
                        <a:rPr lang="en-US" sz="800" u="sng" spc="15" dirty="0" smtClean="0">
                          <a:effectLst/>
                          <a:latin typeface="+mj-lt"/>
                        </a:rPr>
                        <a:t> </a:t>
                      </a:r>
                      <a:r>
                        <a:rPr lang="en-US" sz="800" u="sng" spc="10" dirty="0">
                          <a:effectLst/>
                          <a:latin typeface="+mj-lt"/>
                        </a:rPr>
                        <a:t>AMERIC</a:t>
                      </a:r>
                      <a:r>
                        <a:rPr lang="en-US" sz="800" u="sng" dirty="0">
                          <a:effectLst/>
                          <a:latin typeface="+mj-lt"/>
                        </a:rPr>
                        <a:t>A</a:t>
                      </a:r>
                      <a:r>
                        <a:rPr lang="en-US" sz="800" u="sng" spc="20" dirty="0">
                          <a:effectLst/>
                          <a:latin typeface="+mj-lt"/>
                        </a:rPr>
                        <a:t> </a:t>
                      </a:r>
                      <a:r>
                        <a:rPr lang="en-US" sz="800" u="sng" dirty="0">
                          <a:effectLst/>
                          <a:latin typeface="+mj-lt"/>
                        </a:rPr>
                        <a:t>&amp;</a:t>
                      </a:r>
                      <a:r>
                        <a:rPr lang="en-US" sz="800" u="sng" spc="20" dirty="0">
                          <a:effectLst/>
                          <a:latin typeface="+mj-lt"/>
                        </a:rPr>
                        <a:t> </a:t>
                      </a:r>
                      <a:r>
                        <a:rPr lang="en-US" sz="800" u="sng" spc="10" dirty="0">
                          <a:effectLst/>
                          <a:latin typeface="+mj-lt"/>
                        </a:rPr>
                        <a:t>CARRIBEAN</a:t>
                      </a:r>
                      <a:endParaRPr lang="en-US" sz="800" dirty="0">
                        <a:effectLst/>
                        <a:latin typeface="+mj-lt"/>
                        <a:ea typeface="Times New Roman"/>
                      </a:endParaRPr>
                    </a:p>
                  </a:txBody>
                  <a:tcPr marL="0" marR="0" marT="0" marB="0"/>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r>
              <a:tr h="171470">
                <a:tc>
                  <a:txBody>
                    <a:bodyPr/>
                    <a:lstStyle/>
                    <a:p>
                      <a:pPr marL="32385" marR="0">
                        <a:spcBef>
                          <a:spcPts val="40"/>
                        </a:spcBef>
                        <a:spcAft>
                          <a:spcPts val="0"/>
                        </a:spcAft>
                      </a:pPr>
                      <a:r>
                        <a:rPr lang="en-US" sz="800" u="none" spc="15" dirty="0">
                          <a:effectLst/>
                          <a:latin typeface="+mj-lt"/>
                        </a:rPr>
                        <a:t>A</a:t>
                      </a:r>
                      <a:r>
                        <a:rPr lang="en-US" sz="800" u="none" spc="10" dirty="0">
                          <a:effectLst/>
                          <a:latin typeface="+mj-lt"/>
                        </a:rPr>
                        <a:t>r</a:t>
                      </a:r>
                      <a:r>
                        <a:rPr lang="en-US" sz="800" u="none" spc="5" dirty="0">
                          <a:effectLst/>
                          <a:latin typeface="+mj-lt"/>
                        </a:rPr>
                        <a:t>ge</a:t>
                      </a:r>
                      <a:r>
                        <a:rPr lang="en-US" sz="800" u="none" spc="10" dirty="0">
                          <a:effectLst/>
                          <a:latin typeface="+mj-lt"/>
                        </a:rPr>
                        <a:t>n</a:t>
                      </a:r>
                      <a:r>
                        <a:rPr lang="en-US" sz="800" u="none" spc="15" dirty="0">
                          <a:effectLst/>
                          <a:latin typeface="+mj-lt"/>
                        </a:rPr>
                        <a:t>t</a:t>
                      </a:r>
                      <a:r>
                        <a:rPr lang="en-US" sz="800" u="none" dirty="0">
                          <a:effectLst/>
                          <a:latin typeface="+mj-lt"/>
                        </a:rPr>
                        <a:t>i</a:t>
                      </a:r>
                      <a:r>
                        <a:rPr lang="en-US" sz="800" u="none" spc="10" dirty="0">
                          <a:effectLst/>
                          <a:latin typeface="+mj-lt"/>
                        </a:rPr>
                        <a:t>n</a:t>
                      </a:r>
                      <a:r>
                        <a:rPr lang="en-US" sz="800" u="none" dirty="0">
                          <a:effectLst/>
                          <a:latin typeface="+mj-lt"/>
                        </a:rPr>
                        <a:t>a</a:t>
                      </a:r>
                      <a:endParaRPr lang="en-US" sz="800" u="none" dirty="0">
                        <a:effectLst/>
                        <a:latin typeface="+mj-lt"/>
                        <a:ea typeface="Times New Roman"/>
                      </a:endParaRPr>
                    </a:p>
                  </a:txBody>
                  <a:tcPr marL="0" marR="0" marT="0" marB="0" anchor="ctr"/>
                </a:tc>
                <a:tc>
                  <a:txBody>
                    <a:bodyPr/>
                    <a:lstStyle/>
                    <a:p>
                      <a:pPr marL="313690" marR="312420" algn="ctr">
                        <a:spcBef>
                          <a:spcPts val="40"/>
                        </a:spcBef>
                        <a:spcAft>
                          <a:spcPts val="0"/>
                        </a:spcAft>
                      </a:pPr>
                      <a:r>
                        <a:rPr lang="en-US" sz="800" u="none" spc="20" dirty="0">
                          <a:effectLst/>
                          <a:latin typeface="+mj-lt"/>
                        </a:rPr>
                        <a:t>12</a:t>
                      </a:r>
                      <a:endParaRPr lang="en-US" sz="800" u="none" dirty="0">
                        <a:effectLst/>
                        <a:latin typeface="+mj-lt"/>
                        <a:ea typeface="Times New Roman"/>
                      </a:endParaRPr>
                    </a:p>
                  </a:txBody>
                  <a:tcPr marL="0" marR="0" marT="0" marB="0" anchor="ctr"/>
                </a:tc>
                <a:tc>
                  <a:txBody>
                    <a:bodyPr/>
                    <a:lstStyle/>
                    <a:p>
                      <a:pPr marL="351790" marR="346710" algn="ctr">
                        <a:spcBef>
                          <a:spcPts val="40"/>
                        </a:spcBef>
                        <a:spcAft>
                          <a:spcPts val="0"/>
                        </a:spcAft>
                      </a:pPr>
                      <a:r>
                        <a:rPr lang="en-US" sz="800" u="none" dirty="0">
                          <a:effectLst/>
                          <a:latin typeface="+mj-lt"/>
                        </a:rPr>
                        <a:t>7</a:t>
                      </a:r>
                      <a:endParaRPr lang="en-US" sz="800" u="none" dirty="0">
                        <a:effectLst/>
                        <a:latin typeface="+mj-lt"/>
                        <a:ea typeface="Times New Roman"/>
                      </a:endParaRPr>
                    </a:p>
                  </a:txBody>
                  <a:tcPr marL="0" marR="0" marT="0" marB="0" anchor="ctr"/>
                </a:tc>
                <a:tc>
                  <a:txBody>
                    <a:bodyPr/>
                    <a:lstStyle/>
                    <a:p>
                      <a:pPr marL="314325" marR="309245" algn="ctr">
                        <a:spcBef>
                          <a:spcPts val="40"/>
                        </a:spcBef>
                        <a:spcAft>
                          <a:spcPts val="0"/>
                        </a:spcAft>
                      </a:pPr>
                      <a:r>
                        <a:rPr lang="en-US" sz="800" u="none" spc="5" dirty="0">
                          <a:effectLst/>
                          <a:latin typeface="+mj-lt"/>
                        </a:rPr>
                        <a:t>1</a:t>
                      </a:r>
                      <a:r>
                        <a:rPr lang="en-US" sz="800" u="none" dirty="0">
                          <a:effectLst/>
                          <a:latin typeface="+mj-lt"/>
                        </a:rPr>
                        <a:t>9</a:t>
                      </a:r>
                      <a:endParaRPr lang="en-US" sz="800" u="none" dirty="0">
                        <a:effectLst/>
                        <a:latin typeface="+mj-lt"/>
                        <a:ea typeface="Times New Roman"/>
                      </a:endParaRPr>
                    </a:p>
                  </a:txBody>
                  <a:tcPr marL="0" marR="0" marT="0" marB="0" anchor="ctr"/>
                </a:tc>
                <a:tc>
                  <a:txBody>
                    <a:bodyPr/>
                    <a:lstStyle/>
                    <a:p>
                      <a:pPr marL="314325" marR="313690" algn="ctr">
                        <a:spcBef>
                          <a:spcPts val="40"/>
                        </a:spcBef>
                        <a:spcAft>
                          <a:spcPts val="0"/>
                        </a:spcAft>
                      </a:pPr>
                      <a:r>
                        <a:rPr lang="en-US" sz="800" u="none" spc="-10" dirty="0">
                          <a:effectLst/>
                          <a:latin typeface="+mj-lt"/>
                        </a:rPr>
                        <a:t>1</a:t>
                      </a:r>
                      <a:r>
                        <a:rPr lang="en-US" sz="800" u="none" dirty="0">
                          <a:effectLst/>
                          <a:latin typeface="+mj-lt"/>
                        </a:rPr>
                        <a:t>0</a:t>
                      </a:r>
                      <a:endParaRPr lang="en-US" sz="800" u="none" dirty="0">
                        <a:effectLst/>
                        <a:latin typeface="+mj-lt"/>
                        <a:ea typeface="Times New Roman"/>
                      </a:endParaRPr>
                    </a:p>
                  </a:txBody>
                  <a:tcPr marL="0" marR="0" marT="0" marB="0" anchor="ctr"/>
                </a:tc>
                <a:tc>
                  <a:txBody>
                    <a:bodyPr/>
                    <a:lstStyle/>
                    <a:p>
                      <a:pPr marL="351155" marR="345440" algn="ctr">
                        <a:spcBef>
                          <a:spcPts val="40"/>
                        </a:spcBef>
                        <a:spcAft>
                          <a:spcPts val="0"/>
                        </a:spcAft>
                      </a:pPr>
                      <a:r>
                        <a:rPr lang="en-US" sz="800" u="none" dirty="0">
                          <a:effectLst/>
                          <a:latin typeface="+mj-lt"/>
                        </a:rPr>
                        <a:t>5</a:t>
                      </a:r>
                      <a:endParaRPr lang="en-US" sz="800" u="none" dirty="0">
                        <a:effectLst/>
                        <a:latin typeface="+mj-lt"/>
                        <a:ea typeface="Times New Roman"/>
                      </a:endParaRPr>
                    </a:p>
                  </a:txBody>
                  <a:tcPr marL="0" marR="0" marT="0" marB="0" anchor="ctr"/>
                </a:tc>
                <a:tc>
                  <a:txBody>
                    <a:bodyPr/>
                    <a:lstStyle/>
                    <a:p>
                      <a:pPr marL="313690" marR="301625" algn="ctr">
                        <a:spcBef>
                          <a:spcPts val="40"/>
                        </a:spcBef>
                        <a:spcAft>
                          <a:spcPts val="0"/>
                        </a:spcAft>
                      </a:pPr>
                      <a:r>
                        <a:rPr lang="en-US" sz="800" u="none" spc="10" dirty="0">
                          <a:effectLst/>
                          <a:latin typeface="+mj-lt"/>
                        </a:rPr>
                        <a:t>35</a:t>
                      </a:r>
                      <a:endParaRPr lang="en-US" sz="800" u="none" dirty="0">
                        <a:effectLst/>
                        <a:latin typeface="+mj-lt"/>
                        <a:ea typeface="Times New Roman"/>
                      </a:endParaRPr>
                    </a:p>
                  </a:txBody>
                  <a:tcPr marL="0" marR="0" marT="0" marB="0" anchor="ctr"/>
                </a:tc>
                <a:tc>
                  <a:txBody>
                    <a:bodyPr/>
                    <a:lstStyle/>
                    <a:p>
                      <a:pPr marL="305435" marR="311150" algn="ctr">
                        <a:spcBef>
                          <a:spcPts val="40"/>
                        </a:spcBef>
                        <a:spcAft>
                          <a:spcPts val="0"/>
                        </a:spcAft>
                      </a:pPr>
                      <a:r>
                        <a:rPr lang="en-US" sz="800" u="none" spc="-45" dirty="0">
                          <a:effectLst/>
                          <a:latin typeface="+mj-lt"/>
                        </a:rPr>
                        <a:t>47</a:t>
                      </a:r>
                      <a:endParaRPr lang="en-US" sz="800" u="none" dirty="0">
                        <a:effectLst/>
                        <a:latin typeface="+mj-lt"/>
                        <a:ea typeface="Times New Roman"/>
                      </a:endParaRPr>
                    </a:p>
                  </a:txBody>
                  <a:tcPr marL="0" marR="0" marT="0" marB="0" anchor="ctr"/>
                </a:tc>
              </a:tr>
              <a:tr h="176955">
                <a:tc>
                  <a:txBody>
                    <a:bodyPr/>
                    <a:lstStyle/>
                    <a:p>
                      <a:pPr marL="32385" marR="0">
                        <a:spcBef>
                          <a:spcPts val="40"/>
                        </a:spcBef>
                        <a:spcAft>
                          <a:spcPts val="0"/>
                        </a:spcAft>
                      </a:pPr>
                      <a:r>
                        <a:rPr lang="en-US" sz="800" u="none" spc="10" dirty="0">
                          <a:effectLst/>
                          <a:latin typeface="+mj-lt"/>
                        </a:rPr>
                        <a:t>B</a:t>
                      </a:r>
                      <a:r>
                        <a:rPr lang="en-US" sz="800" u="none" spc="15" dirty="0">
                          <a:effectLst/>
                          <a:latin typeface="+mj-lt"/>
                        </a:rPr>
                        <a:t>r</a:t>
                      </a:r>
                      <a:r>
                        <a:rPr lang="en-US" sz="800" u="none" spc="5" dirty="0">
                          <a:effectLst/>
                          <a:latin typeface="+mj-lt"/>
                        </a:rPr>
                        <a:t>az</a:t>
                      </a:r>
                      <a:r>
                        <a:rPr lang="en-US" sz="800" u="none" dirty="0">
                          <a:effectLst/>
                          <a:latin typeface="+mj-lt"/>
                        </a:rPr>
                        <a:t>il</a:t>
                      </a:r>
                      <a:endParaRPr lang="en-US" sz="800" u="none" dirty="0">
                        <a:effectLst/>
                        <a:latin typeface="+mj-lt"/>
                        <a:ea typeface="Times New Roman"/>
                      </a:endParaRPr>
                    </a:p>
                  </a:txBody>
                  <a:tcPr marL="0" marR="0" marT="0" marB="0" anchor="ctr"/>
                </a:tc>
                <a:tc>
                  <a:txBody>
                    <a:bodyPr/>
                    <a:lstStyle/>
                    <a:p>
                      <a:pPr marL="314325" marR="316230" algn="ctr">
                        <a:spcBef>
                          <a:spcPts val="40"/>
                        </a:spcBef>
                        <a:spcAft>
                          <a:spcPts val="0"/>
                        </a:spcAft>
                      </a:pPr>
                      <a:r>
                        <a:rPr lang="en-US" sz="800" u="none">
                          <a:effectLst/>
                          <a:latin typeface="+mj-lt"/>
                        </a:rPr>
                        <a:t>4</a:t>
                      </a:r>
                      <a:endParaRPr lang="en-US" sz="800" u="none">
                        <a:effectLst/>
                        <a:latin typeface="+mj-lt"/>
                        <a:ea typeface="Times New Roman"/>
                      </a:endParaRPr>
                    </a:p>
                  </a:txBody>
                  <a:tcPr marL="0" marR="0" marT="0" marB="0" anchor="ctr"/>
                </a:tc>
                <a:tc>
                  <a:txBody>
                    <a:bodyPr/>
                    <a:lstStyle/>
                    <a:p>
                      <a:pPr marL="311150" marR="305435" algn="ctr">
                        <a:spcBef>
                          <a:spcPts val="40"/>
                        </a:spcBef>
                        <a:spcAft>
                          <a:spcPts val="0"/>
                        </a:spcAft>
                      </a:pPr>
                      <a:r>
                        <a:rPr lang="en-US" sz="800" u="none" dirty="0">
                          <a:effectLst/>
                          <a:latin typeface="+mj-lt"/>
                        </a:rPr>
                        <a:t>11</a:t>
                      </a:r>
                      <a:endParaRPr lang="en-US" sz="800" u="none" dirty="0">
                        <a:effectLst/>
                        <a:latin typeface="+mj-lt"/>
                        <a:ea typeface="Times New Roman"/>
                      </a:endParaRPr>
                    </a:p>
                  </a:txBody>
                  <a:tcPr marL="0" marR="0" marT="0" marB="0" anchor="ctr"/>
                </a:tc>
                <a:tc>
                  <a:txBody>
                    <a:bodyPr/>
                    <a:lstStyle/>
                    <a:p>
                      <a:pPr marL="313690" marR="308610" algn="ctr">
                        <a:spcBef>
                          <a:spcPts val="40"/>
                        </a:spcBef>
                        <a:spcAft>
                          <a:spcPts val="0"/>
                        </a:spcAft>
                      </a:pPr>
                      <a:r>
                        <a:rPr lang="en-US" sz="800" u="none" spc="5" dirty="0">
                          <a:effectLst/>
                          <a:latin typeface="+mj-lt"/>
                        </a:rPr>
                        <a:t>1</a:t>
                      </a:r>
                      <a:r>
                        <a:rPr lang="en-US" sz="800" u="none" dirty="0">
                          <a:effectLst/>
                          <a:latin typeface="+mj-lt"/>
                        </a:rPr>
                        <a:t>5</a:t>
                      </a:r>
                      <a:endParaRPr lang="en-US" sz="800" u="none" dirty="0">
                        <a:effectLst/>
                        <a:latin typeface="+mj-lt"/>
                        <a:ea typeface="Times New Roman"/>
                      </a:endParaRPr>
                    </a:p>
                  </a:txBody>
                  <a:tcPr marL="0" marR="0" marT="0" marB="0" anchor="ctr"/>
                </a:tc>
                <a:tc>
                  <a:txBody>
                    <a:bodyPr/>
                    <a:lstStyle/>
                    <a:p>
                      <a:pPr marL="314325" marR="313690" algn="ctr">
                        <a:spcBef>
                          <a:spcPts val="40"/>
                        </a:spcBef>
                        <a:spcAft>
                          <a:spcPts val="0"/>
                        </a:spcAft>
                      </a:pPr>
                      <a:r>
                        <a:rPr lang="en-US" sz="800" u="none" spc="5" dirty="0">
                          <a:effectLst/>
                          <a:latin typeface="+mj-lt"/>
                        </a:rPr>
                        <a:t>1</a:t>
                      </a:r>
                      <a:r>
                        <a:rPr lang="en-US" sz="800" u="none" dirty="0">
                          <a:effectLst/>
                          <a:latin typeface="+mj-lt"/>
                        </a:rPr>
                        <a:t>5</a:t>
                      </a:r>
                      <a:endParaRPr lang="en-US" sz="800" u="none" dirty="0">
                        <a:effectLst/>
                        <a:latin typeface="+mj-lt"/>
                        <a:ea typeface="Times New Roman"/>
                      </a:endParaRPr>
                    </a:p>
                  </a:txBody>
                  <a:tcPr marL="0" marR="0" marT="0" marB="0" anchor="ctr"/>
                </a:tc>
                <a:tc>
                  <a:txBody>
                    <a:bodyPr/>
                    <a:lstStyle/>
                    <a:p>
                      <a:pPr marL="351155" marR="345440" algn="ctr">
                        <a:spcBef>
                          <a:spcPts val="40"/>
                        </a:spcBef>
                        <a:spcAft>
                          <a:spcPts val="0"/>
                        </a:spcAft>
                      </a:pPr>
                      <a:r>
                        <a:rPr lang="en-US" sz="800" u="none">
                          <a:effectLst/>
                          <a:latin typeface="+mj-lt"/>
                        </a:rPr>
                        <a:t>5</a:t>
                      </a:r>
                      <a:endParaRPr lang="en-US" sz="800" u="none">
                        <a:effectLst/>
                        <a:latin typeface="+mj-lt"/>
                        <a:ea typeface="Times New Roman"/>
                      </a:endParaRPr>
                    </a:p>
                  </a:txBody>
                  <a:tcPr marL="0" marR="0" marT="0" marB="0" anchor="ctr"/>
                </a:tc>
                <a:tc>
                  <a:txBody>
                    <a:bodyPr/>
                    <a:lstStyle/>
                    <a:p>
                      <a:pPr marL="313690" marR="301625" algn="ctr">
                        <a:spcBef>
                          <a:spcPts val="40"/>
                        </a:spcBef>
                        <a:spcAft>
                          <a:spcPts val="0"/>
                        </a:spcAft>
                      </a:pPr>
                      <a:r>
                        <a:rPr lang="en-US" sz="800" u="none" spc="10" dirty="0">
                          <a:effectLst/>
                          <a:latin typeface="+mj-lt"/>
                        </a:rPr>
                        <a:t>30</a:t>
                      </a:r>
                      <a:endParaRPr lang="en-US" sz="800" u="none" dirty="0">
                        <a:effectLst/>
                        <a:latin typeface="+mj-lt"/>
                        <a:ea typeface="Times New Roman"/>
                      </a:endParaRPr>
                    </a:p>
                  </a:txBody>
                  <a:tcPr marL="0" marR="0" marT="0" marB="0" anchor="ctr"/>
                </a:tc>
                <a:tc>
                  <a:txBody>
                    <a:bodyPr/>
                    <a:lstStyle/>
                    <a:p>
                      <a:pPr marL="313055" marR="313055" algn="ctr">
                        <a:spcBef>
                          <a:spcPts val="40"/>
                        </a:spcBef>
                        <a:spcAft>
                          <a:spcPts val="0"/>
                        </a:spcAft>
                      </a:pPr>
                      <a:r>
                        <a:rPr lang="en-US" sz="800" u="none" spc="-5" dirty="0">
                          <a:effectLst/>
                          <a:latin typeface="+mj-lt"/>
                        </a:rPr>
                        <a:t>59</a:t>
                      </a:r>
                      <a:endParaRPr lang="en-US" sz="800" u="none" dirty="0">
                        <a:effectLst/>
                        <a:latin typeface="+mj-lt"/>
                        <a:ea typeface="Times New Roman"/>
                      </a:endParaRPr>
                    </a:p>
                  </a:txBody>
                  <a:tcPr marL="0" marR="0" marT="0" marB="0" anchor="ctr"/>
                </a:tc>
              </a:tr>
              <a:tr h="176955">
                <a:tc>
                  <a:txBody>
                    <a:bodyPr/>
                    <a:lstStyle/>
                    <a:p>
                      <a:pPr marL="32385" marR="0">
                        <a:spcBef>
                          <a:spcPts val="40"/>
                        </a:spcBef>
                        <a:spcAft>
                          <a:spcPts val="0"/>
                        </a:spcAft>
                      </a:pPr>
                      <a:r>
                        <a:rPr lang="en-US" sz="800" u="none" spc="15" dirty="0">
                          <a:effectLst/>
                          <a:latin typeface="+mj-lt"/>
                        </a:rPr>
                        <a:t>C</a:t>
                      </a:r>
                      <a:r>
                        <a:rPr lang="en-US" sz="800" u="none" dirty="0">
                          <a:effectLst/>
                          <a:latin typeface="+mj-lt"/>
                        </a:rPr>
                        <a:t>hi</a:t>
                      </a:r>
                      <a:r>
                        <a:rPr lang="en-US" sz="800" u="none" spc="10" dirty="0">
                          <a:effectLst/>
                          <a:latin typeface="+mj-lt"/>
                        </a:rPr>
                        <a:t>l</a:t>
                      </a:r>
                      <a:r>
                        <a:rPr lang="en-US" sz="800" u="none" dirty="0">
                          <a:effectLst/>
                          <a:latin typeface="+mj-lt"/>
                        </a:rPr>
                        <a:t>e</a:t>
                      </a:r>
                      <a:endParaRPr lang="en-US" sz="800" u="none" dirty="0">
                        <a:effectLst/>
                        <a:latin typeface="+mj-lt"/>
                        <a:ea typeface="Times New Roman"/>
                      </a:endParaRPr>
                    </a:p>
                  </a:txBody>
                  <a:tcPr marL="0" marR="0" marT="0" marB="0" anchor="ctr"/>
                </a:tc>
                <a:tc>
                  <a:txBody>
                    <a:bodyPr/>
                    <a:lstStyle/>
                    <a:p>
                      <a:pPr marL="314325" marR="316230" algn="ctr">
                        <a:spcBef>
                          <a:spcPts val="40"/>
                        </a:spcBef>
                        <a:spcAft>
                          <a:spcPts val="0"/>
                        </a:spcAft>
                      </a:pPr>
                      <a:r>
                        <a:rPr lang="en-US" sz="800" u="none" spc="5" dirty="0">
                          <a:effectLst/>
                          <a:latin typeface="+mj-lt"/>
                        </a:rPr>
                        <a:t>1</a:t>
                      </a:r>
                      <a:r>
                        <a:rPr lang="en-US" sz="800" u="none" dirty="0">
                          <a:effectLst/>
                          <a:latin typeface="+mj-lt"/>
                        </a:rPr>
                        <a:t>5</a:t>
                      </a:r>
                      <a:endParaRPr lang="en-US" sz="800" u="none" dirty="0">
                        <a:effectLst/>
                        <a:latin typeface="+mj-lt"/>
                        <a:ea typeface="Times New Roman"/>
                      </a:endParaRPr>
                    </a:p>
                  </a:txBody>
                  <a:tcPr marL="0" marR="0" marT="0" marB="0" anchor="ctr"/>
                </a:tc>
                <a:tc>
                  <a:txBody>
                    <a:bodyPr/>
                    <a:lstStyle/>
                    <a:p>
                      <a:pPr marL="351790" marR="346710" algn="ctr">
                        <a:spcBef>
                          <a:spcPts val="40"/>
                        </a:spcBef>
                        <a:spcAft>
                          <a:spcPts val="0"/>
                        </a:spcAft>
                      </a:pPr>
                      <a:r>
                        <a:rPr lang="en-US" sz="800" u="none" dirty="0">
                          <a:effectLst/>
                          <a:latin typeface="+mj-lt"/>
                        </a:rPr>
                        <a:t>8</a:t>
                      </a:r>
                      <a:endParaRPr lang="en-US" sz="800" u="none" dirty="0">
                        <a:effectLst/>
                        <a:latin typeface="+mj-lt"/>
                        <a:ea typeface="Times New Roman"/>
                      </a:endParaRPr>
                    </a:p>
                  </a:txBody>
                  <a:tcPr marL="0" marR="0" marT="0" marB="0" anchor="ctr"/>
                </a:tc>
                <a:tc>
                  <a:txBody>
                    <a:bodyPr/>
                    <a:lstStyle/>
                    <a:p>
                      <a:pPr marL="314960" marR="309880" algn="ctr">
                        <a:spcBef>
                          <a:spcPts val="40"/>
                        </a:spcBef>
                        <a:spcAft>
                          <a:spcPts val="0"/>
                        </a:spcAft>
                      </a:pPr>
                      <a:r>
                        <a:rPr lang="en-US" sz="800" u="none" dirty="0">
                          <a:effectLst/>
                          <a:latin typeface="+mj-lt"/>
                        </a:rPr>
                        <a:t>23</a:t>
                      </a:r>
                      <a:endParaRPr lang="en-US" sz="800" u="none" dirty="0">
                        <a:effectLst/>
                        <a:latin typeface="+mj-lt"/>
                        <a:ea typeface="Times New Roman"/>
                      </a:endParaRPr>
                    </a:p>
                  </a:txBody>
                  <a:tcPr marL="0" marR="0" marT="0" marB="0" anchor="ctr"/>
                </a:tc>
                <a:tc>
                  <a:txBody>
                    <a:bodyPr/>
                    <a:lstStyle/>
                    <a:p>
                      <a:pPr marL="314325" marR="313690" algn="ctr">
                        <a:spcBef>
                          <a:spcPts val="40"/>
                        </a:spcBef>
                        <a:spcAft>
                          <a:spcPts val="0"/>
                        </a:spcAft>
                      </a:pPr>
                      <a:r>
                        <a:rPr lang="en-US" sz="800" u="none" dirty="0">
                          <a:effectLst/>
                          <a:latin typeface="+mj-lt"/>
                        </a:rPr>
                        <a:t>8</a:t>
                      </a:r>
                      <a:endParaRPr lang="en-US" sz="800" u="none" dirty="0">
                        <a:effectLst/>
                        <a:latin typeface="+mj-lt"/>
                        <a:ea typeface="Times New Roman"/>
                      </a:endParaRPr>
                    </a:p>
                  </a:txBody>
                  <a:tcPr marL="0" marR="0" marT="0" marB="0" anchor="ctr"/>
                </a:tc>
                <a:tc>
                  <a:txBody>
                    <a:bodyPr/>
                    <a:lstStyle/>
                    <a:p>
                      <a:pPr marL="351155" marR="345440" algn="ctr">
                        <a:spcBef>
                          <a:spcPts val="40"/>
                        </a:spcBef>
                        <a:spcAft>
                          <a:spcPts val="0"/>
                        </a:spcAft>
                      </a:pPr>
                      <a:r>
                        <a:rPr lang="en-US" sz="800" u="none">
                          <a:effectLst/>
                          <a:latin typeface="+mj-lt"/>
                        </a:rPr>
                        <a:t>5</a:t>
                      </a:r>
                      <a:endParaRPr lang="en-US" sz="800" u="none">
                        <a:effectLst/>
                        <a:latin typeface="+mj-lt"/>
                        <a:ea typeface="Times New Roman"/>
                      </a:endParaRPr>
                    </a:p>
                  </a:txBody>
                  <a:tcPr marL="0" marR="0" marT="0" marB="0" anchor="ctr"/>
                </a:tc>
                <a:tc>
                  <a:txBody>
                    <a:bodyPr/>
                    <a:lstStyle/>
                    <a:p>
                      <a:pPr marL="306705" marR="302260" algn="ctr">
                        <a:spcBef>
                          <a:spcPts val="40"/>
                        </a:spcBef>
                        <a:spcAft>
                          <a:spcPts val="0"/>
                        </a:spcAft>
                      </a:pPr>
                      <a:r>
                        <a:rPr lang="en-US" sz="800" u="none" spc="-50" dirty="0">
                          <a:effectLst/>
                          <a:latin typeface="+mj-lt"/>
                        </a:rPr>
                        <a:t>17</a:t>
                      </a:r>
                      <a:endParaRPr lang="en-US" sz="800" u="none" dirty="0">
                        <a:effectLst/>
                        <a:latin typeface="+mj-lt"/>
                        <a:ea typeface="Times New Roman"/>
                      </a:endParaRPr>
                    </a:p>
                  </a:txBody>
                  <a:tcPr marL="0" marR="0" marT="0" marB="0" anchor="ctr"/>
                </a:tc>
                <a:tc>
                  <a:txBody>
                    <a:bodyPr/>
                    <a:lstStyle/>
                    <a:p>
                      <a:pPr marL="312420" marR="310515" algn="ctr">
                        <a:spcBef>
                          <a:spcPts val="40"/>
                        </a:spcBef>
                        <a:spcAft>
                          <a:spcPts val="0"/>
                        </a:spcAft>
                      </a:pPr>
                      <a:r>
                        <a:rPr lang="en-US" sz="800" u="none" spc="10" dirty="0">
                          <a:effectLst/>
                          <a:latin typeface="+mj-lt"/>
                        </a:rPr>
                        <a:t>69</a:t>
                      </a:r>
                      <a:endParaRPr lang="en-US" sz="800" u="none" dirty="0">
                        <a:effectLst/>
                        <a:latin typeface="+mj-lt"/>
                        <a:ea typeface="Times New Roman"/>
                      </a:endParaRPr>
                    </a:p>
                  </a:txBody>
                  <a:tcPr marL="0" marR="0" marT="0" marB="0" anchor="ctr"/>
                </a:tc>
              </a:tr>
              <a:tr h="176955">
                <a:tc>
                  <a:txBody>
                    <a:bodyPr/>
                    <a:lstStyle/>
                    <a:p>
                      <a:pPr marL="32385" marR="0">
                        <a:spcBef>
                          <a:spcPts val="40"/>
                        </a:spcBef>
                        <a:spcAft>
                          <a:spcPts val="0"/>
                        </a:spcAft>
                      </a:pPr>
                      <a:r>
                        <a:rPr lang="en-US" sz="800" u="none" spc="25" dirty="0">
                          <a:effectLst/>
                          <a:latin typeface="+mj-lt"/>
                        </a:rPr>
                        <a:t>C</a:t>
                      </a:r>
                      <a:r>
                        <a:rPr lang="en-US" sz="800" u="none" spc="10" dirty="0">
                          <a:effectLst/>
                          <a:latin typeface="+mj-lt"/>
                        </a:rPr>
                        <a:t>olo</a:t>
                      </a:r>
                      <a:r>
                        <a:rPr lang="en-US" sz="800" u="none" dirty="0">
                          <a:effectLst/>
                          <a:latin typeface="+mj-lt"/>
                        </a:rPr>
                        <a:t>m</a:t>
                      </a:r>
                      <a:r>
                        <a:rPr lang="en-US" sz="800" u="none" spc="5" dirty="0">
                          <a:effectLst/>
                          <a:latin typeface="+mj-lt"/>
                        </a:rPr>
                        <a:t>b</a:t>
                      </a:r>
                      <a:r>
                        <a:rPr lang="en-US" sz="800" u="none" spc="10" dirty="0">
                          <a:effectLst/>
                          <a:latin typeface="+mj-lt"/>
                        </a:rPr>
                        <a:t>ia</a:t>
                      </a:r>
                      <a:endParaRPr lang="en-US" sz="800" u="none" dirty="0">
                        <a:effectLst/>
                        <a:latin typeface="+mj-lt"/>
                        <a:ea typeface="Times New Roman"/>
                      </a:endParaRPr>
                    </a:p>
                  </a:txBody>
                  <a:tcPr marL="0" marR="0" marT="0" marB="0" anchor="ctr"/>
                </a:tc>
                <a:tc>
                  <a:txBody>
                    <a:bodyPr/>
                    <a:lstStyle/>
                    <a:p>
                      <a:pPr marL="311150" marR="312420" algn="ctr">
                        <a:spcBef>
                          <a:spcPts val="40"/>
                        </a:spcBef>
                        <a:spcAft>
                          <a:spcPts val="0"/>
                        </a:spcAft>
                      </a:pPr>
                      <a:r>
                        <a:rPr lang="en-US" sz="800" u="none" spc="-5">
                          <a:effectLst/>
                          <a:latin typeface="+mj-lt"/>
                        </a:rPr>
                        <a:t>1</a:t>
                      </a:r>
                      <a:r>
                        <a:rPr lang="en-US" sz="800" u="none">
                          <a:effectLst/>
                          <a:latin typeface="+mj-lt"/>
                        </a:rPr>
                        <a:t>4</a:t>
                      </a:r>
                      <a:endParaRPr lang="en-US" sz="800" u="none">
                        <a:effectLst/>
                        <a:latin typeface="+mj-lt"/>
                        <a:ea typeface="Times New Roman"/>
                      </a:endParaRPr>
                    </a:p>
                  </a:txBody>
                  <a:tcPr marL="0" marR="0" marT="0" marB="0" anchor="ctr"/>
                </a:tc>
                <a:tc>
                  <a:txBody>
                    <a:bodyPr/>
                    <a:lstStyle/>
                    <a:p>
                      <a:pPr marL="351790" marR="346710" algn="ctr">
                        <a:spcBef>
                          <a:spcPts val="40"/>
                        </a:spcBef>
                        <a:spcAft>
                          <a:spcPts val="0"/>
                        </a:spcAft>
                      </a:pPr>
                      <a:r>
                        <a:rPr lang="en-US" sz="800" u="none" dirty="0">
                          <a:effectLst/>
                          <a:latin typeface="+mj-lt"/>
                        </a:rPr>
                        <a:t>7</a:t>
                      </a:r>
                      <a:endParaRPr lang="en-US" sz="800" u="none" dirty="0">
                        <a:effectLst/>
                        <a:latin typeface="+mj-lt"/>
                        <a:ea typeface="Times New Roman"/>
                      </a:endParaRPr>
                    </a:p>
                  </a:txBody>
                  <a:tcPr marL="0" marR="0" marT="0" marB="0" anchor="ctr"/>
                </a:tc>
                <a:tc>
                  <a:txBody>
                    <a:bodyPr/>
                    <a:lstStyle/>
                    <a:p>
                      <a:pPr marL="5080" marR="0" algn="ctr">
                        <a:spcBef>
                          <a:spcPts val="40"/>
                        </a:spcBef>
                        <a:spcAft>
                          <a:spcPts val="0"/>
                        </a:spcAft>
                      </a:pPr>
                      <a:r>
                        <a:rPr lang="en-US" sz="800" u="none">
                          <a:effectLst/>
                          <a:latin typeface="+mj-lt"/>
                        </a:rPr>
                        <a:t>20</a:t>
                      </a:r>
                      <a:endParaRPr lang="en-US" sz="800" u="none">
                        <a:effectLst/>
                        <a:latin typeface="+mj-lt"/>
                        <a:ea typeface="Times New Roman"/>
                      </a:endParaRPr>
                    </a:p>
                  </a:txBody>
                  <a:tcPr marL="0" marR="0" marT="0" marB="0" anchor="ctr"/>
                </a:tc>
                <a:tc>
                  <a:txBody>
                    <a:bodyPr/>
                    <a:lstStyle/>
                    <a:p>
                      <a:pPr marL="314325" marR="313690" algn="ctr">
                        <a:spcBef>
                          <a:spcPts val="40"/>
                        </a:spcBef>
                        <a:spcAft>
                          <a:spcPts val="0"/>
                        </a:spcAft>
                      </a:pPr>
                      <a:r>
                        <a:rPr lang="en-US" sz="800" u="none">
                          <a:effectLst/>
                          <a:latin typeface="+mj-lt"/>
                        </a:rPr>
                        <a:t>7</a:t>
                      </a:r>
                      <a:endParaRPr lang="en-US" sz="800" u="none">
                        <a:effectLst/>
                        <a:latin typeface="+mj-lt"/>
                        <a:ea typeface="Times New Roman"/>
                      </a:endParaRPr>
                    </a:p>
                  </a:txBody>
                  <a:tcPr marL="0" marR="0" marT="0" marB="0" anchor="ctr"/>
                </a:tc>
                <a:tc>
                  <a:txBody>
                    <a:bodyPr/>
                    <a:lstStyle/>
                    <a:p>
                      <a:pPr marL="351155" marR="345440" algn="ctr">
                        <a:spcBef>
                          <a:spcPts val="40"/>
                        </a:spcBef>
                        <a:spcAft>
                          <a:spcPts val="0"/>
                        </a:spcAft>
                      </a:pPr>
                      <a:r>
                        <a:rPr lang="en-US" sz="800" u="none">
                          <a:effectLst/>
                          <a:latin typeface="+mj-lt"/>
                        </a:rPr>
                        <a:t>7</a:t>
                      </a:r>
                      <a:endParaRPr lang="en-US" sz="800" u="none">
                        <a:effectLst/>
                        <a:latin typeface="+mj-lt"/>
                        <a:ea typeface="Times New Roman"/>
                      </a:endParaRPr>
                    </a:p>
                  </a:txBody>
                  <a:tcPr marL="0" marR="0" marT="0" marB="0" anchor="ctr"/>
                </a:tc>
                <a:tc>
                  <a:txBody>
                    <a:bodyPr/>
                    <a:lstStyle/>
                    <a:p>
                      <a:pPr marL="313690" marR="300355" algn="ctr">
                        <a:spcBef>
                          <a:spcPts val="40"/>
                        </a:spcBef>
                        <a:spcAft>
                          <a:spcPts val="0"/>
                        </a:spcAft>
                      </a:pPr>
                      <a:r>
                        <a:rPr lang="en-US" sz="800" u="none" spc="20">
                          <a:effectLst/>
                          <a:latin typeface="+mj-lt"/>
                        </a:rPr>
                        <a:t>12</a:t>
                      </a:r>
                      <a:endParaRPr lang="en-US" sz="800" u="none">
                        <a:effectLst/>
                        <a:latin typeface="+mj-lt"/>
                        <a:ea typeface="Times New Roman"/>
                      </a:endParaRPr>
                    </a:p>
                  </a:txBody>
                  <a:tcPr marL="0" marR="0" marT="0" marB="0" anchor="ctr"/>
                </a:tc>
                <a:tc>
                  <a:txBody>
                    <a:bodyPr/>
                    <a:lstStyle/>
                    <a:p>
                      <a:pPr marL="313690" marR="310515" algn="ctr">
                        <a:spcBef>
                          <a:spcPts val="40"/>
                        </a:spcBef>
                        <a:spcAft>
                          <a:spcPts val="0"/>
                        </a:spcAft>
                      </a:pPr>
                      <a:r>
                        <a:rPr lang="en-US" sz="800" u="none" spc="20" dirty="0">
                          <a:effectLst/>
                          <a:latin typeface="+mj-lt"/>
                        </a:rPr>
                        <a:t>48</a:t>
                      </a:r>
                      <a:endParaRPr lang="en-US" sz="800" u="none" dirty="0">
                        <a:effectLst/>
                        <a:latin typeface="+mj-lt"/>
                        <a:ea typeface="Times New Roman"/>
                      </a:endParaRPr>
                    </a:p>
                  </a:txBody>
                  <a:tcPr marL="0" marR="0" marT="0" marB="0" anchor="ctr"/>
                </a:tc>
              </a:tr>
              <a:tr h="176955">
                <a:tc>
                  <a:txBody>
                    <a:bodyPr/>
                    <a:lstStyle/>
                    <a:p>
                      <a:pPr marL="32385" marR="0">
                        <a:spcBef>
                          <a:spcPts val="40"/>
                        </a:spcBef>
                        <a:spcAft>
                          <a:spcPts val="0"/>
                        </a:spcAft>
                      </a:pPr>
                      <a:r>
                        <a:rPr lang="en-US" sz="800" u="none" spc="10" dirty="0">
                          <a:effectLst/>
                          <a:latin typeface="+mj-lt"/>
                        </a:rPr>
                        <a:t>M</a:t>
                      </a:r>
                      <a:r>
                        <a:rPr lang="en-US" sz="800" u="none" dirty="0">
                          <a:effectLst/>
                          <a:latin typeface="+mj-lt"/>
                        </a:rPr>
                        <a:t>e</a:t>
                      </a:r>
                      <a:r>
                        <a:rPr lang="en-US" sz="800" u="none" spc="15" dirty="0">
                          <a:effectLst/>
                          <a:latin typeface="+mj-lt"/>
                        </a:rPr>
                        <a:t>x</a:t>
                      </a:r>
                      <a:r>
                        <a:rPr lang="en-US" sz="800" u="none" spc="10" dirty="0">
                          <a:effectLst/>
                          <a:latin typeface="+mj-lt"/>
                        </a:rPr>
                        <a:t>i</a:t>
                      </a:r>
                      <a:r>
                        <a:rPr lang="en-US" sz="800" u="none" spc="20" dirty="0">
                          <a:effectLst/>
                          <a:latin typeface="+mj-lt"/>
                        </a:rPr>
                        <a:t>c</a:t>
                      </a:r>
                      <a:r>
                        <a:rPr lang="en-US" sz="800" u="none" dirty="0">
                          <a:effectLst/>
                          <a:latin typeface="+mj-lt"/>
                        </a:rPr>
                        <a:t>o</a:t>
                      </a:r>
                      <a:endParaRPr lang="en-US" sz="800" u="none" dirty="0">
                        <a:effectLst/>
                        <a:latin typeface="+mj-lt"/>
                        <a:ea typeface="Times New Roman"/>
                      </a:endParaRPr>
                    </a:p>
                  </a:txBody>
                  <a:tcPr marL="0" marR="0" marT="0" marB="0" anchor="ctr"/>
                </a:tc>
                <a:tc>
                  <a:txBody>
                    <a:bodyPr/>
                    <a:lstStyle/>
                    <a:p>
                      <a:pPr marL="314325" marR="316230" algn="ctr">
                        <a:spcBef>
                          <a:spcPts val="40"/>
                        </a:spcBef>
                        <a:spcAft>
                          <a:spcPts val="0"/>
                        </a:spcAft>
                      </a:pPr>
                      <a:r>
                        <a:rPr lang="en-US" sz="800" u="none">
                          <a:effectLst/>
                          <a:latin typeface="+mj-lt"/>
                        </a:rPr>
                        <a:t>8</a:t>
                      </a:r>
                      <a:endParaRPr lang="en-US" sz="800" u="none">
                        <a:effectLst/>
                        <a:latin typeface="+mj-lt"/>
                        <a:ea typeface="Times New Roman"/>
                      </a:endParaRPr>
                    </a:p>
                  </a:txBody>
                  <a:tcPr marL="0" marR="0" marT="0" marB="0" anchor="ctr"/>
                </a:tc>
                <a:tc>
                  <a:txBody>
                    <a:bodyPr/>
                    <a:lstStyle/>
                    <a:p>
                      <a:pPr marL="351790" marR="346710" algn="ctr">
                        <a:spcBef>
                          <a:spcPts val="40"/>
                        </a:spcBef>
                        <a:spcAft>
                          <a:spcPts val="0"/>
                        </a:spcAft>
                      </a:pPr>
                      <a:r>
                        <a:rPr lang="en-US" sz="800" u="none">
                          <a:effectLst/>
                          <a:latin typeface="+mj-lt"/>
                        </a:rPr>
                        <a:t>4</a:t>
                      </a:r>
                      <a:endParaRPr lang="en-US" sz="800" u="none">
                        <a:effectLst/>
                        <a:latin typeface="+mj-lt"/>
                        <a:ea typeface="Times New Roman"/>
                      </a:endParaRPr>
                    </a:p>
                  </a:txBody>
                  <a:tcPr marL="0" marR="0" marT="0" marB="0" anchor="ctr"/>
                </a:tc>
                <a:tc>
                  <a:txBody>
                    <a:bodyPr/>
                    <a:lstStyle/>
                    <a:p>
                      <a:pPr marL="313690" marR="306070" algn="ctr">
                        <a:spcBef>
                          <a:spcPts val="40"/>
                        </a:spcBef>
                        <a:spcAft>
                          <a:spcPts val="0"/>
                        </a:spcAft>
                      </a:pPr>
                      <a:r>
                        <a:rPr lang="en-US" sz="800" u="none" spc="20">
                          <a:effectLst/>
                          <a:latin typeface="+mj-lt"/>
                        </a:rPr>
                        <a:t>12</a:t>
                      </a:r>
                      <a:endParaRPr lang="en-US" sz="800" u="none">
                        <a:effectLst/>
                        <a:latin typeface="+mj-lt"/>
                        <a:ea typeface="Times New Roman"/>
                      </a:endParaRPr>
                    </a:p>
                  </a:txBody>
                  <a:tcPr marL="0" marR="0" marT="0" marB="0" anchor="ctr"/>
                </a:tc>
                <a:tc>
                  <a:txBody>
                    <a:bodyPr/>
                    <a:lstStyle/>
                    <a:p>
                      <a:pPr marL="351790" marR="351155" algn="ctr">
                        <a:spcBef>
                          <a:spcPts val="40"/>
                        </a:spcBef>
                        <a:spcAft>
                          <a:spcPts val="0"/>
                        </a:spcAft>
                      </a:pPr>
                      <a:r>
                        <a:rPr lang="en-US" sz="800" u="none">
                          <a:effectLst/>
                          <a:latin typeface="+mj-lt"/>
                        </a:rPr>
                        <a:t>5</a:t>
                      </a:r>
                      <a:endParaRPr lang="en-US" sz="800" u="none">
                        <a:effectLst/>
                        <a:latin typeface="+mj-lt"/>
                        <a:ea typeface="Times New Roman"/>
                      </a:endParaRPr>
                    </a:p>
                  </a:txBody>
                  <a:tcPr marL="0" marR="0" marT="0" marB="0" anchor="ctr"/>
                </a:tc>
                <a:tc>
                  <a:txBody>
                    <a:bodyPr/>
                    <a:lstStyle/>
                    <a:p>
                      <a:pPr marL="351790" marR="346075" algn="ctr">
                        <a:spcBef>
                          <a:spcPts val="40"/>
                        </a:spcBef>
                        <a:spcAft>
                          <a:spcPts val="0"/>
                        </a:spcAft>
                      </a:pPr>
                      <a:r>
                        <a:rPr lang="en-US" sz="800" u="none">
                          <a:effectLst/>
                          <a:latin typeface="+mj-lt"/>
                        </a:rPr>
                        <a:t>4</a:t>
                      </a:r>
                      <a:endParaRPr lang="en-US" sz="800" u="none">
                        <a:effectLst/>
                        <a:latin typeface="+mj-lt"/>
                        <a:ea typeface="Times New Roman"/>
                      </a:endParaRPr>
                    </a:p>
                  </a:txBody>
                  <a:tcPr marL="0" marR="0" marT="0" marB="0" anchor="ctr"/>
                </a:tc>
                <a:tc>
                  <a:txBody>
                    <a:bodyPr/>
                    <a:lstStyle/>
                    <a:p>
                      <a:pPr marL="313690" marR="301625" algn="ctr">
                        <a:spcBef>
                          <a:spcPts val="40"/>
                        </a:spcBef>
                        <a:spcAft>
                          <a:spcPts val="0"/>
                        </a:spcAft>
                      </a:pPr>
                      <a:r>
                        <a:rPr lang="en-US" sz="800" u="none" spc="10">
                          <a:effectLst/>
                          <a:latin typeface="+mj-lt"/>
                        </a:rPr>
                        <a:t>13</a:t>
                      </a:r>
                      <a:endParaRPr lang="en-US" sz="800" u="none">
                        <a:effectLst/>
                        <a:latin typeface="+mj-lt"/>
                        <a:ea typeface="Times New Roman"/>
                      </a:endParaRPr>
                    </a:p>
                  </a:txBody>
                  <a:tcPr marL="0" marR="0" marT="0" marB="0" anchor="ctr"/>
                </a:tc>
                <a:tc>
                  <a:txBody>
                    <a:bodyPr/>
                    <a:lstStyle/>
                    <a:p>
                      <a:pPr marL="309245" marR="310515" algn="ctr">
                        <a:spcBef>
                          <a:spcPts val="40"/>
                        </a:spcBef>
                        <a:spcAft>
                          <a:spcPts val="0"/>
                        </a:spcAft>
                      </a:pPr>
                      <a:r>
                        <a:rPr lang="en-US" sz="800" u="none" spc="-15" dirty="0">
                          <a:effectLst/>
                          <a:latin typeface="+mj-lt"/>
                        </a:rPr>
                        <a:t>52</a:t>
                      </a:r>
                      <a:endParaRPr lang="en-US" sz="800" u="none" dirty="0">
                        <a:effectLst/>
                        <a:latin typeface="+mj-lt"/>
                        <a:ea typeface="Times New Roman"/>
                      </a:endParaRPr>
                    </a:p>
                  </a:txBody>
                  <a:tcPr marL="0" marR="0" marT="0" marB="0" anchor="ctr"/>
                </a:tc>
              </a:tr>
              <a:tr h="176955">
                <a:tc>
                  <a:txBody>
                    <a:bodyPr/>
                    <a:lstStyle/>
                    <a:p>
                      <a:pPr marL="32385" marR="0">
                        <a:spcBef>
                          <a:spcPts val="40"/>
                        </a:spcBef>
                        <a:spcAft>
                          <a:spcPts val="0"/>
                        </a:spcAft>
                      </a:pPr>
                      <a:r>
                        <a:rPr lang="en-US" sz="800" u="none" spc="5" dirty="0">
                          <a:effectLst/>
                          <a:latin typeface="+mj-lt"/>
                        </a:rPr>
                        <a:t>Pe</a:t>
                      </a:r>
                      <a:r>
                        <a:rPr lang="en-US" sz="800" u="none" spc="10" dirty="0">
                          <a:effectLst/>
                          <a:latin typeface="+mj-lt"/>
                        </a:rPr>
                        <a:t>r</a:t>
                      </a:r>
                      <a:r>
                        <a:rPr lang="en-US" sz="800" u="none" dirty="0">
                          <a:effectLst/>
                          <a:latin typeface="+mj-lt"/>
                        </a:rPr>
                        <a:t>u</a:t>
                      </a:r>
                      <a:endParaRPr lang="en-US" sz="800" u="none" dirty="0">
                        <a:effectLst/>
                        <a:latin typeface="+mj-lt"/>
                        <a:ea typeface="Times New Roman"/>
                      </a:endParaRPr>
                    </a:p>
                  </a:txBody>
                  <a:tcPr marL="0" marR="0" marT="0" marB="0" anchor="ctr"/>
                </a:tc>
                <a:tc>
                  <a:txBody>
                    <a:bodyPr/>
                    <a:lstStyle/>
                    <a:p>
                      <a:pPr marL="314325" marR="316230" algn="ctr">
                        <a:spcBef>
                          <a:spcPts val="40"/>
                        </a:spcBef>
                        <a:spcAft>
                          <a:spcPts val="0"/>
                        </a:spcAft>
                      </a:pPr>
                      <a:r>
                        <a:rPr lang="en-US" sz="800" u="none" spc="5">
                          <a:effectLst/>
                          <a:latin typeface="+mj-lt"/>
                        </a:rPr>
                        <a:t>1</a:t>
                      </a:r>
                      <a:r>
                        <a:rPr lang="en-US" sz="800" u="none">
                          <a:effectLst/>
                          <a:latin typeface="+mj-lt"/>
                        </a:rPr>
                        <a:t>5</a:t>
                      </a:r>
                      <a:endParaRPr lang="en-US" sz="800" u="none">
                        <a:effectLst/>
                        <a:latin typeface="+mj-lt"/>
                        <a:ea typeface="Times New Roman"/>
                      </a:endParaRPr>
                    </a:p>
                  </a:txBody>
                  <a:tcPr marL="0" marR="0" marT="0" marB="0" anchor="ctr"/>
                </a:tc>
                <a:tc>
                  <a:txBody>
                    <a:bodyPr/>
                    <a:lstStyle/>
                    <a:p>
                      <a:pPr marL="351790" marR="346710" algn="ctr">
                        <a:spcBef>
                          <a:spcPts val="40"/>
                        </a:spcBef>
                        <a:spcAft>
                          <a:spcPts val="0"/>
                        </a:spcAft>
                      </a:pPr>
                      <a:r>
                        <a:rPr lang="en-US" sz="800" u="none">
                          <a:effectLst/>
                          <a:latin typeface="+mj-lt"/>
                        </a:rPr>
                        <a:t>6</a:t>
                      </a:r>
                      <a:endParaRPr lang="en-US" sz="800" u="none">
                        <a:effectLst/>
                        <a:latin typeface="+mj-lt"/>
                        <a:ea typeface="Times New Roman"/>
                      </a:endParaRPr>
                    </a:p>
                  </a:txBody>
                  <a:tcPr marL="0" marR="0" marT="0" marB="0" anchor="ctr"/>
                </a:tc>
                <a:tc>
                  <a:txBody>
                    <a:bodyPr/>
                    <a:lstStyle/>
                    <a:p>
                      <a:pPr marL="311785" marR="306705" algn="ctr">
                        <a:spcBef>
                          <a:spcPts val="40"/>
                        </a:spcBef>
                        <a:spcAft>
                          <a:spcPts val="0"/>
                        </a:spcAft>
                      </a:pPr>
                      <a:r>
                        <a:rPr lang="en-US" sz="800" u="none">
                          <a:effectLst/>
                          <a:latin typeface="+mj-lt"/>
                        </a:rPr>
                        <a:t>20</a:t>
                      </a:r>
                      <a:endParaRPr lang="en-US" sz="800" u="none">
                        <a:effectLst/>
                        <a:latin typeface="+mj-lt"/>
                        <a:ea typeface="Times New Roman"/>
                      </a:endParaRPr>
                    </a:p>
                  </a:txBody>
                  <a:tcPr marL="0" marR="0" marT="0" marB="0" anchor="ctr"/>
                </a:tc>
                <a:tc>
                  <a:txBody>
                    <a:bodyPr/>
                    <a:lstStyle/>
                    <a:p>
                      <a:pPr marL="351790" marR="351155" algn="ctr">
                        <a:spcBef>
                          <a:spcPts val="40"/>
                        </a:spcBef>
                        <a:spcAft>
                          <a:spcPts val="0"/>
                        </a:spcAft>
                      </a:pPr>
                      <a:r>
                        <a:rPr lang="en-US" sz="800" u="none">
                          <a:effectLst/>
                          <a:latin typeface="+mj-lt"/>
                        </a:rPr>
                        <a:t>5</a:t>
                      </a:r>
                      <a:endParaRPr lang="en-US" sz="800" u="none">
                        <a:effectLst/>
                        <a:latin typeface="+mj-lt"/>
                        <a:ea typeface="Times New Roman"/>
                      </a:endParaRPr>
                    </a:p>
                  </a:txBody>
                  <a:tcPr marL="0" marR="0" marT="0" marB="0" anchor="ctr"/>
                </a:tc>
                <a:tc>
                  <a:txBody>
                    <a:bodyPr/>
                    <a:lstStyle/>
                    <a:p>
                      <a:pPr marL="351790" marR="346075" algn="ctr">
                        <a:spcBef>
                          <a:spcPts val="40"/>
                        </a:spcBef>
                        <a:spcAft>
                          <a:spcPts val="0"/>
                        </a:spcAft>
                      </a:pPr>
                      <a:r>
                        <a:rPr lang="en-US" sz="800" u="none">
                          <a:effectLst/>
                          <a:latin typeface="+mj-lt"/>
                        </a:rPr>
                        <a:t>7</a:t>
                      </a:r>
                      <a:endParaRPr lang="en-US" sz="800" u="none">
                        <a:effectLst/>
                        <a:latin typeface="+mj-lt"/>
                        <a:ea typeface="Times New Roman"/>
                      </a:endParaRPr>
                    </a:p>
                  </a:txBody>
                  <a:tcPr marL="0" marR="0" marT="0" marB="0" anchor="ctr"/>
                </a:tc>
                <a:tc>
                  <a:txBody>
                    <a:bodyPr/>
                    <a:lstStyle/>
                    <a:p>
                      <a:pPr marL="311785" marR="301625" algn="ctr">
                        <a:spcBef>
                          <a:spcPts val="40"/>
                        </a:spcBef>
                        <a:spcAft>
                          <a:spcPts val="0"/>
                        </a:spcAft>
                      </a:pPr>
                      <a:r>
                        <a:rPr lang="en-US" sz="800" u="none">
                          <a:effectLst/>
                          <a:latin typeface="+mj-lt"/>
                        </a:rPr>
                        <a:t>23</a:t>
                      </a:r>
                      <a:endParaRPr lang="en-US" sz="800" u="none">
                        <a:effectLst/>
                        <a:latin typeface="+mj-lt"/>
                        <a:ea typeface="Times New Roman"/>
                      </a:endParaRPr>
                    </a:p>
                  </a:txBody>
                  <a:tcPr marL="0" marR="0" marT="0" marB="0" anchor="ctr"/>
                </a:tc>
                <a:tc>
                  <a:txBody>
                    <a:bodyPr/>
                    <a:lstStyle/>
                    <a:p>
                      <a:pPr marL="312420" marR="310515" algn="ctr">
                        <a:spcBef>
                          <a:spcPts val="40"/>
                        </a:spcBef>
                        <a:spcAft>
                          <a:spcPts val="0"/>
                        </a:spcAft>
                      </a:pPr>
                      <a:r>
                        <a:rPr lang="en-US" sz="800" u="none" spc="15" dirty="0">
                          <a:effectLst/>
                          <a:latin typeface="+mj-lt"/>
                        </a:rPr>
                        <a:t>53</a:t>
                      </a:r>
                      <a:endParaRPr lang="en-US" sz="800" u="none" dirty="0">
                        <a:effectLst/>
                        <a:latin typeface="+mj-lt"/>
                        <a:ea typeface="Times New Roman"/>
                      </a:endParaRPr>
                    </a:p>
                  </a:txBody>
                  <a:tcPr marL="0" marR="0" marT="0" marB="0" anchor="ctr"/>
                </a:tc>
              </a:tr>
              <a:tr h="183346">
                <a:tc>
                  <a:txBody>
                    <a:bodyPr/>
                    <a:lstStyle/>
                    <a:p>
                      <a:pPr marL="32385" marR="0">
                        <a:lnSpc>
                          <a:spcPct val="105000"/>
                        </a:lnSpc>
                        <a:spcBef>
                          <a:spcPts val="40"/>
                        </a:spcBef>
                        <a:spcAft>
                          <a:spcPts val="0"/>
                        </a:spcAft>
                      </a:pPr>
                      <a:r>
                        <a:rPr lang="en-US" sz="800" b="1" u="none" spc="-5" dirty="0" smtClean="0">
                          <a:effectLst/>
                          <a:latin typeface="+mj-lt"/>
                        </a:rPr>
                        <a:t>A</a:t>
                      </a:r>
                      <a:r>
                        <a:rPr lang="en-US" sz="800" b="1" u="none" dirty="0" smtClean="0">
                          <a:effectLst/>
                          <a:latin typeface="+mj-lt"/>
                        </a:rPr>
                        <a:t>v</a:t>
                      </a:r>
                      <a:r>
                        <a:rPr lang="en-US" sz="800" b="1" u="none" spc="5" dirty="0" smtClean="0">
                          <a:effectLst/>
                          <a:latin typeface="+mj-lt"/>
                        </a:rPr>
                        <a:t>e</a:t>
                      </a:r>
                      <a:r>
                        <a:rPr lang="en-US" sz="800" b="1" u="none" spc="15" dirty="0" smtClean="0">
                          <a:effectLst/>
                          <a:latin typeface="+mj-lt"/>
                        </a:rPr>
                        <a:t>r</a:t>
                      </a:r>
                      <a:r>
                        <a:rPr lang="en-US" sz="800" b="1" u="none" spc="5" dirty="0" smtClean="0">
                          <a:effectLst/>
                          <a:latin typeface="+mj-lt"/>
                        </a:rPr>
                        <a:t>ag</a:t>
                      </a:r>
                      <a:r>
                        <a:rPr lang="en-US" sz="800" b="1" u="none" dirty="0" smtClean="0">
                          <a:effectLst/>
                          <a:latin typeface="+mj-lt"/>
                        </a:rPr>
                        <a:t>e</a:t>
                      </a:r>
                      <a:endParaRPr lang="en-US" sz="800" b="1" u="none" dirty="0">
                        <a:effectLst/>
                        <a:latin typeface="+mj-lt"/>
                        <a:ea typeface="Times New Roman"/>
                      </a:endParaRPr>
                    </a:p>
                  </a:txBody>
                  <a:tcPr marL="0" marR="0" marT="0" marB="0" anchor="ctr"/>
                </a:tc>
                <a:tc>
                  <a:txBody>
                    <a:bodyPr/>
                    <a:lstStyle/>
                    <a:p>
                      <a:pPr marL="314325" marR="315595" algn="ctr">
                        <a:spcBef>
                          <a:spcPts val="0"/>
                        </a:spcBef>
                        <a:spcAft>
                          <a:spcPts val="0"/>
                        </a:spcAft>
                      </a:pPr>
                      <a:r>
                        <a:rPr lang="en-US" sz="800" b="0" u="none" dirty="0" smtClean="0">
                          <a:effectLst/>
                          <a:latin typeface="+mj-lt"/>
                        </a:rPr>
                        <a:t>11</a:t>
                      </a:r>
                      <a:endParaRPr lang="en-US" sz="800" b="0" u="none" dirty="0">
                        <a:effectLst/>
                        <a:latin typeface="+mj-lt"/>
                        <a:ea typeface="Times New Roman"/>
                      </a:endParaRPr>
                    </a:p>
                  </a:txBody>
                  <a:tcPr marL="0" marR="0" marT="0" marB="0" anchor="ctr"/>
                </a:tc>
                <a:tc>
                  <a:txBody>
                    <a:bodyPr/>
                    <a:lstStyle/>
                    <a:p>
                      <a:pPr marL="351790" marR="346710" algn="ctr">
                        <a:spcBef>
                          <a:spcPts val="0"/>
                        </a:spcBef>
                        <a:spcAft>
                          <a:spcPts val="0"/>
                        </a:spcAft>
                      </a:pPr>
                      <a:r>
                        <a:rPr lang="en-US" sz="800" b="0" u="none" dirty="0" smtClean="0">
                          <a:effectLst/>
                          <a:latin typeface="+mj-lt"/>
                          <a:ea typeface="+mn-ea"/>
                        </a:rPr>
                        <a:t>7</a:t>
                      </a:r>
                      <a:endParaRPr lang="en-US" sz="800" b="0" u="none" dirty="0">
                        <a:effectLst/>
                        <a:latin typeface="+mj-lt"/>
                        <a:ea typeface="Times New Roman"/>
                      </a:endParaRPr>
                    </a:p>
                  </a:txBody>
                  <a:tcPr marL="0" marR="0" marT="0" marB="0" anchor="ctr"/>
                </a:tc>
                <a:tc>
                  <a:txBody>
                    <a:bodyPr/>
                    <a:lstStyle/>
                    <a:p>
                      <a:pPr marL="306705" marR="307975" algn="ctr">
                        <a:spcBef>
                          <a:spcPts val="0"/>
                        </a:spcBef>
                        <a:spcAft>
                          <a:spcPts val="0"/>
                        </a:spcAft>
                      </a:pPr>
                      <a:r>
                        <a:rPr lang="en-US" sz="800" b="0" u="none" spc="-50" dirty="0" smtClean="0">
                          <a:effectLst/>
                          <a:latin typeface="+mj-lt"/>
                        </a:rPr>
                        <a:t>18</a:t>
                      </a:r>
                      <a:endParaRPr lang="en-US" sz="800" b="0" u="none" dirty="0">
                        <a:effectLst/>
                        <a:latin typeface="+mj-lt"/>
                        <a:ea typeface="Times New Roman"/>
                      </a:endParaRPr>
                    </a:p>
                  </a:txBody>
                  <a:tcPr marL="0" marR="0" marT="0" marB="0" anchor="ctr"/>
                </a:tc>
                <a:tc>
                  <a:txBody>
                    <a:bodyPr/>
                    <a:lstStyle/>
                    <a:p>
                      <a:pPr marL="351790" marR="351155" algn="ctr">
                        <a:spcBef>
                          <a:spcPts val="0"/>
                        </a:spcBef>
                        <a:spcAft>
                          <a:spcPts val="0"/>
                        </a:spcAft>
                      </a:pPr>
                      <a:r>
                        <a:rPr lang="en-US" sz="800" b="0" u="none" dirty="0" smtClean="0">
                          <a:effectLst/>
                          <a:latin typeface="+mj-lt"/>
                          <a:ea typeface="+mn-ea"/>
                        </a:rPr>
                        <a:t>8</a:t>
                      </a:r>
                      <a:endParaRPr lang="en-US" sz="800" b="0" u="none" dirty="0">
                        <a:effectLst/>
                        <a:latin typeface="+mj-lt"/>
                        <a:ea typeface="Times New Roman"/>
                      </a:endParaRPr>
                    </a:p>
                  </a:txBody>
                  <a:tcPr marL="0" marR="0" marT="0" marB="0" anchor="ctr"/>
                </a:tc>
                <a:tc>
                  <a:txBody>
                    <a:bodyPr/>
                    <a:lstStyle/>
                    <a:p>
                      <a:pPr marL="351790" marR="346075" algn="ctr">
                        <a:spcBef>
                          <a:spcPts val="0"/>
                        </a:spcBef>
                        <a:spcAft>
                          <a:spcPts val="0"/>
                        </a:spcAft>
                      </a:pPr>
                      <a:r>
                        <a:rPr lang="en-US" sz="800" b="0" u="none" dirty="0" smtClean="0">
                          <a:effectLst/>
                          <a:latin typeface="+mj-lt"/>
                          <a:ea typeface="+mn-ea"/>
                        </a:rPr>
                        <a:t>6</a:t>
                      </a:r>
                      <a:endParaRPr lang="en-US" sz="800" b="0" u="none" dirty="0">
                        <a:effectLst/>
                        <a:latin typeface="+mj-lt"/>
                        <a:ea typeface="Times New Roman"/>
                      </a:endParaRPr>
                    </a:p>
                  </a:txBody>
                  <a:tcPr marL="0" marR="0" marT="0" marB="0" anchor="ctr"/>
                </a:tc>
                <a:tc>
                  <a:txBody>
                    <a:bodyPr/>
                    <a:lstStyle/>
                    <a:p>
                      <a:pPr marL="313055" marR="302260" algn="ctr">
                        <a:spcBef>
                          <a:spcPts val="0"/>
                        </a:spcBef>
                        <a:spcAft>
                          <a:spcPts val="0"/>
                        </a:spcAft>
                      </a:pPr>
                      <a:r>
                        <a:rPr lang="en-US" sz="800" b="0" u="none" dirty="0" smtClean="0">
                          <a:effectLst/>
                          <a:latin typeface="+mj-lt"/>
                        </a:rPr>
                        <a:t>22</a:t>
                      </a:r>
                      <a:endParaRPr lang="en-US" sz="800" b="0" u="none" dirty="0">
                        <a:effectLst/>
                        <a:latin typeface="+mj-lt"/>
                        <a:ea typeface="Times New Roman"/>
                      </a:endParaRPr>
                    </a:p>
                  </a:txBody>
                  <a:tcPr marL="0" marR="0" marT="0" marB="0" anchor="ctr"/>
                </a:tc>
                <a:tc>
                  <a:txBody>
                    <a:bodyPr/>
                    <a:lstStyle/>
                    <a:p>
                      <a:pPr marL="0" marR="0" algn="ctr">
                        <a:lnSpc>
                          <a:spcPts val="1200"/>
                        </a:lnSpc>
                        <a:spcBef>
                          <a:spcPts val="40"/>
                        </a:spcBef>
                        <a:spcAft>
                          <a:spcPts val="0"/>
                        </a:spcAft>
                      </a:pPr>
                      <a:r>
                        <a:rPr lang="en-US" sz="800" b="0" u="none" spc="-35" dirty="0" smtClean="0">
                          <a:effectLst/>
                          <a:latin typeface="+mj-lt"/>
                        </a:rPr>
                        <a:t>55</a:t>
                      </a:r>
                      <a:endParaRPr lang="en-US" sz="800" b="0" u="none" dirty="0">
                        <a:effectLst/>
                        <a:latin typeface="+mj-lt"/>
                        <a:ea typeface="Times New Roman"/>
                      </a:endParaRPr>
                    </a:p>
                  </a:txBody>
                  <a:tcPr marL="0" marR="0" marT="0" marB="0" anchor="ctr"/>
                </a:tc>
              </a:tr>
              <a:tr h="121440">
                <a:tc gridSpan="8">
                  <a:txBody>
                    <a:bodyPr/>
                    <a:lstStyle/>
                    <a:p>
                      <a:pPr marL="32385" marR="0">
                        <a:spcBef>
                          <a:spcPts val="40"/>
                        </a:spcBef>
                        <a:spcAft>
                          <a:spcPts val="0"/>
                        </a:spcAft>
                      </a:pPr>
                      <a:r>
                        <a:rPr lang="en-US" sz="800" u="sng" spc="10" dirty="0">
                          <a:effectLst/>
                          <a:latin typeface="+mj-lt"/>
                        </a:rPr>
                        <a:t>M</a:t>
                      </a:r>
                      <a:r>
                        <a:rPr lang="en-US" sz="800" u="sng" spc="5" dirty="0">
                          <a:effectLst/>
                          <a:latin typeface="+mj-lt"/>
                        </a:rPr>
                        <a:t>I</a:t>
                      </a:r>
                      <a:r>
                        <a:rPr lang="en-US" sz="800" u="sng" spc="10" dirty="0">
                          <a:effectLst/>
                          <a:latin typeface="+mj-lt"/>
                        </a:rPr>
                        <a:t>DDL</a:t>
                      </a:r>
                      <a:r>
                        <a:rPr lang="en-US" sz="800" u="sng" dirty="0">
                          <a:effectLst/>
                          <a:latin typeface="+mj-lt"/>
                        </a:rPr>
                        <a:t>E</a:t>
                      </a:r>
                      <a:r>
                        <a:rPr lang="en-US" sz="800" u="sng" spc="15" dirty="0">
                          <a:effectLst/>
                          <a:latin typeface="+mj-lt"/>
                        </a:rPr>
                        <a:t> </a:t>
                      </a:r>
                      <a:r>
                        <a:rPr lang="en-US" sz="800" u="sng" spc="10" dirty="0">
                          <a:effectLst/>
                          <a:latin typeface="+mj-lt"/>
                        </a:rPr>
                        <a:t>EAS</a:t>
                      </a:r>
                      <a:r>
                        <a:rPr lang="en-US" sz="800" u="sng" dirty="0">
                          <a:effectLst/>
                          <a:latin typeface="+mj-lt"/>
                        </a:rPr>
                        <a:t>T</a:t>
                      </a:r>
                      <a:r>
                        <a:rPr lang="en-US" sz="800" u="sng" spc="20" dirty="0">
                          <a:effectLst/>
                          <a:latin typeface="+mj-lt"/>
                        </a:rPr>
                        <a:t> </a:t>
                      </a:r>
                      <a:r>
                        <a:rPr lang="en-US" sz="800" u="sng" dirty="0">
                          <a:effectLst/>
                          <a:latin typeface="+mj-lt"/>
                        </a:rPr>
                        <a:t>&amp;</a:t>
                      </a:r>
                      <a:r>
                        <a:rPr lang="en-US" sz="800" u="sng" spc="20" dirty="0">
                          <a:effectLst/>
                          <a:latin typeface="+mj-lt"/>
                        </a:rPr>
                        <a:t> </a:t>
                      </a:r>
                      <a:r>
                        <a:rPr lang="en-US" sz="800" u="sng" spc="10" dirty="0">
                          <a:effectLst/>
                          <a:latin typeface="+mj-lt"/>
                        </a:rPr>
                        <a:t>NORT</a:t>
                      </a:r>
                      <a:r>
                        <a:rPr lang="en-US" sz="800" u="sng" dirty="0">
                          <a:effectLst/>
                          <a:latin typeface="+mj-lt"/>
                        </a:rPr>
                        <a:t>H</a:t>
                      </a:r>
                      <a:r>
                        <a:rPr lang="en-US" sz="800" u="sng" spc="15" dirty="0">
                          <a:effectLst/>
                          <a:latin typeface="+mj-lt"/>
                        </a:rPr>
                        <a:t> </a:t>
                      </a:r>
                      <a:r>
                        <a:rPr lang="en-US" sz="800" u="sng" spc="10" dirty="0">
                          <a:effectLst/>
                          <a:latin typeface="+mj-lt"/>
                        </a:rPr>
                        <a:t>AFR</a:t>
                      </a:r>
                      <a:r>
                        <a:rPr lang="en-US" sz="800" u="sng" spc="5" dirty="0">
                          <a:effectLst/>
                          <a:latin typeface="+mj-lt"/>
                        </a:rPr>
                        <a:t>I</a:t>
                      </a:r>
                      <a:r>
                        <a:rPr lang="en-US" sz="800" u="sng" spc="10" dirty="0">
                          <a:effectLst/>
                          <a:latin typeface="+mj-lt"/>
                        </a:rPr>
                        <a:t>CA</a:t>
                      </a:r>
                      <a:endParaRPr lang="en-US" sz="800" dirty="0">
                        <a:effectLst/>
                        <a:latin typeface="+mj-lt"/>
                        <a:ea typeface="Times New Roman"/>
                      </a:endParaRPr>
                    </a:p>
                  </a:txBody>
                  <a:tcPr marL="0" marR="0" marT="0" marB="0"/>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r>
              <a:tr h="117970">
                <a:tc>
                  <a:txBody>
                    <a:bodyPr/>
                    <a:lstStyle/>
                    <a:p>
                      <a:pPr marL="32385" marR="0">
                        <a:spcBef>
                          <a:spcPts val="40"/>
                        </a:spcBef>
                        <a:spcAft>
                          <a:spcPts val="0"/>
                        </a:spcAft>
                      </a:pPr>
                      <a:r>
                        <a:rPr lang="en-US" sz="800" u="none" spc="20" dirty="0" smtClean="0">
                          <a:effectLst/>
                          <a:latin typeface="+mj-lt"/>
                        </a:rPr>
                        <a:t> E</a:t>
                      </a:r>
                      <a:r>
                        <a:rPr lang="en-US" sz="800" u="none" spc="45" dirty="0" smtClean="0">
                          <a:effectLst/>
                          <a:latin typeface="+mj-lt"/>
                        </a:rPr>
                        <a:t>g</a:t>
                      </a:r>
                      <a:r>
                        <a:rPr lang="en-US" sz="800" u="none" spc="15" dirty="0" smtClean="0">
                          <a:effectLst/>
                          <a:latin typeface="+mj-lt"/>
                        </a:rPr>
                        <a:t>ypt</a:t>
                      </a:r>
                      <a:endParaRPr lang="en-US" sz="800" u="none" dirty="0">
                        <a:effectLst/>
                        <a:latin typeface="+mj-lt"/>
                        <a:ea typeface="Times New Roman"/>
                      </a:endParaRPr>
                    </a:p>
                  </a:txBody>
                  <a:tcPr marL="0" marR="0" marT="0" marB="0"/>
                </a:tc>
                <a:tc>
                  <a:txBody>
                    <a:bodyPr/>
                    <a:lstStyle/>
                    <a:p>
                      <a:pPr marL="314325" marR="316230" algn="ctr">
                        <a:spcBef>
                          <a:spcPts val="40"/>
                        </a:spcBef>
                        <a:spcAft>
                          <a:spcPts val="0"/>
                        </a:spcAft>
                      </a:pPr>
                      <a:r>
                        <a:rPr lang="en-US" sz="800" u="none" dirty="0">
                          <a:effectLst/>
                          <a:latin typeface="+mj-lt"/>
                        </a:rPr>
                        <a:t>3</a:t>
                      </a:r>
                      <a:endParaRPr lang="en-US" sz="800" u="none" dirty="0">
                        <a:effectLst/>
                        <a:latin typeface="+mj-lt"/>
                        <a:ea typeface="Times New Roman"/>
                      </a:endParaRPr>
                    </a:p>
                  </a:txBody>
                  <a:tcPr marL="0" marR="0" marT="0" marB="0"/>
                </a:tc>
                <a:tc>
                  <a:txBody>
                    <a:bodyPr/>
                    <a:lstStyle/>
                    <a:p>
                      <a:pPr marL="351155" marR="346075" algn="ctr">
                        <a:spcBef>
                          <a:spcPts val="40"/>
                        </a:spcBef>
                        <a:spcAft>
                          <a:spcPts val="0"/>
                        </a:spcAft>
                      </a:pPr>
                      <a:r>
                        <a:rPr lang="en-US" sz="800" u="none">
                          <a:effectLst/>
                          <a:latin typeface="+mj-lt"/>
                        </a:rPr>
                        <a:t>5</a:t>
                      </a:r>
                      <a:endParaRPr lang="en-US" sz="800" u="none">
                        <a:effectLst/>
                        <a:latin typeface="+mj-lt"/>
                        <a:ea typeface="Times New Roman"/>
                      </a:endParaRPr>
                    </a:p>
                  </a:txBody>
                  <a:tcPr marL="0" marR="0" marT="0" marB="0"/>
                </a:tc>
                <a:tc>
                  <a:txBody>
                    <a:bodyPr/>
                    <a:lstStyle/>
                    <a:p>
                      <a:pPr marL="314325" marR="309880" algn="ctr">
                        <a:spcBef>
                          <a:spcPts val="40"/>
                        </a:spcBef>
                        <a:spcAft>
                          <a:spcPts val="0"/>
                        </a:spcAft>
                      </a:pPr>
                      <a:r>
                        <a:rPr lang="en-US" sz="800" u="none">
                          <a:effectLst/>
                          <a:latin typeface="+mj-lt"/>
                        </a:rPr>
                        <a:t>8</a:t>
                      </a:r>
                      <a:endParaRPr lang="en-US" sz="800" u="none">
                        <a:effectLst/>
                        <a:latin typeface="+mj-lt"/>
                        <a:ea typeface="Times New Roman"/>
                      </a:endParaRPr>
                    </a:p>
                  </a:txBody>
                  <a:tcPr marL="0" marR="0" marT="0" marB="0"/>
                </a:tc>
                <a:tc>
                  <a:txBody>
                    <a:bodyPr/>
                    <a:lstStyle/>
                    <a:p>
                      <a:pPr marL="351790" marR="351155" algn="ctr">
                        <a:spcBef>
                          <a:spcPts val="40"/>
                        </a:spcBef>
                        <a:spcAft>
                          <a:spcPts val="0"/>
                        </a:spcAft>
                      </a:pPr>
                      <a:r>
                        <a:rPr lang="en-US" sz="800" u="none">
                          <a:effectLst/>
                          <a:latin typeface="+mj-lt"/>
                        </a:rPr>
                        <a:t>4</a:t>
                      </a:r>
                      <a:endParaRPr lang="en-US" sz="800" u="none">
                        <a:effectLst/>
                        <a:latin typeface="+mj-lt"/>
                        <a:ea typeface="Times New Roman"/>
                      </a:endParaRPr>
                    </a:p>
                  </a:txBody>
                  <a:tcPr marL="0" marR="0" marT="0" marB="0"/>
                </a:tc>
                <a:tc>
                  <a:txBody>
                    <a:bodyPr/>
                    <a:lstStyle/>
                    <a:p>
                      <a:pPr marL="351790" marR="346075" algn="ctr">
                        <a:spcBef>
                          <a:spcPts val="40"/>
                        </a:spcBef>
                        <a:spcAft>
                          <a:spcPts val="0"/>
                        </a:spcAft>
                      </a:pPr>
                      <a:r>
                        <a:rPr lang="en-US" sz="800" u="none">
                          <a:effectLst/>
                          <a:latin typeface="+mj-lt"/>
                        </a:rPr>
                        <a:t>5</a:t>
                      </a:r>
                      <a:endParaRPr lang="en-US" sz="800" u="none">
                        <a:effectLst/>
                        <a:latin typeface="+mj-lt"/>
                        <a:ea typeface="Times New Roman"/>
                      </a:endParaRPr>
                    </a:p>
                  </a:txBody>
                  <a:tcPr marL="0" marR="0" marT="0" marB="0"/>
                </a:tc>
                <a:tc>
                  <a:txBody>
                    <a:bodyPr/>
                    <a:lstStyle/>
                    <a:p>
                      <a:pPr marL="313690" marR="303530" algn="ctr">
                        <a:spcBef>
                          <a:spcPts val="40"/>
                        </a:spcBef>
                        <a:spcAft>
                          <a:spcPts val="0"/>
                        </a:spcAft>
                      </a:pPr>
                      <a:r>
                        <a:rPr lang="en-US" sz="800" u="none" spc="15">
                          <a:effectLst/>
                          <a:latin typeface="+mj-lt"/>
                        </a:rPr>
                        <a:t>3</a:t>
                      </a:r>
                      <a:r>
                        <a:rPr lang="en-US" sz="800" u="none">
                          <a:effectLst/>
                          <a:latin typeface="+mj-lt"/>
                        </a:rPr>
                        <a:t>4</a:t>
                      </a:r>
                      <a:endParaRPr lang="en-US" sz="800" u="none">
                        <a:effectLst/>
                        <a:latin typeface="+mj-lt"/>
                        <a:ea typeface="Times New Roman"/>
                      </a:endParaRPr>
                    </a:p>
                  </a:txBody>
                  <a:tcPr marL="0" marR="0" marT="0" marB="0"/>
                </a:tc>
                <a:tc>
                  <a:txBody>
                    <a:bodyPr/>
                    <a:lstStyle/>
                    <a:p>
                      <a:pPr marL="313055" marR="313055" algn="ctr">
                        <a:spcBef>
                          <a:spcPts val="40"/>
                        </a:spcBef>
                        <a:spcAft>
                          <a:spcPts val="0"/>
                        </a:spcAft>
                      </a:pPr>
                      <a:r>
                        <a:rPr lang="en-US" sz="800" u="none" dirty="0">
                          <a:effectLst/>
                          <a:latin typeface="+mj-lt"/>
                        </a:rPr>
                        <a:t>23</a:t>
                      </a:r>
                      <a:endParaRPr lang="en-US" sz="800" u="none" dirty="0">
                        <a:effectLst/>
                        <a:latin typeface="+mj-lt"/>
                        <a:ea typeface="Times New Roman"/>
                      </a:endParaRPr>
                    </a:p>
                  </a:txBody>
                  <a:tcPr marL="0" marR="0" marT="0" marB="0"/>
                </a:tc>
              </a:tr>
              <a:tr h="117970">
                <a:tc>
                  <a:txBody>
                    <a:bodyPr/>
                    <a:lstStyle/>
                    <a:p>
                      <a:pPr marL="32385" marR="0">
                        <a:spcBef>
                          <a:spcPts val="40"/>
                        </a:spcBef>
                        <a:spcAft>
                          <a:spcPts val="0"/>
                        </a:spcAft>
                      </a:pPr>
                      <a:r>
                        <a:rPr lang="en-US" sz="800" u="none" dirty="0" smtClean="0">
                          <a:effectLst/>
                          <a:latin typeface="+mj-lt"/>
                          <a:ea typeface="Times New Roman"/>
                        </a:rPr>
                        <a:t> Iran</a:t>
                      </a:r>
                      <a:endParaRPr lang="en-US" sz="800" u="none" dirty="0">
                        <a:effectLst/>
                        <a:latin typeface="+mj-lt"/>
                        <a:ea typeface="Times New Roman"/>
                      </a:endParaRPr>
                    </a:p>
                  </a:txBody>
                  <a:tcPr marL="0" marR="0" marT="0" marB="0"/>
                </a:tc>
                <a:tc>
                  <a:txBody>
                    <a:bodyPr/>
                    <a:lstStyle/>
                    <a:p>
                      <a:pPr marL="310515" marR="312420" algn="ctr">
                        <a:spcBef>
                          <a:spcPts val="40"/>
                        </a:spcBef>
                        <a:spcAft>
                          <a:spcPts val="0"/>
                        </a:spcAft>
                      </a:pPr>
                      <a:r>
                        <a:rPr lang="en-US" sz="800" u="none" dirty="0" smtClean="0">
                          <a:effectLst/>
                          <a:latin typeface="+mj-lt"/>
                          <a:ea typeface="Times New Roman"/>
                        </a:rPr>
                        <a:t>4</a:t>
                      </a:r>
                      <a:endParaRPr lang="en-US" sz="800" u="none" dirty="0">
                        <a:effectLst/>
                        <a:latin typeface="+mj-lt"/>
                        <a:ea typeface="Times New Roman"/>
                      </a:endParaRPr>
                    </a:p>
                  </a:txBody>
                  <a:tcPr marL="0" marR="0" marT="0" marB="0"/>
                </a:tc>
                <a:tc>
                  <a:txBody>
                    <a:bodyPr/>
                    <a:lstStyle/>
                    <a:p>
                      <a:pPr marL="313690" marR="309245" algn="ctr">
                        <a:spcBef>
                          <a:spcPts val="40"/>
                        </a:spcBef>
                        <a:spcAft>
                          <a:spcPts val="0"/>
                        </a:spcAft>
                      </a:pPr>
                      <a:r>
                        <a:rPr lang="en-US" sz="800" u="none" dirty="0" smtClean="0">
                          <a:effectLst/>
                          <a:latin typeface="+mj-lt"/>
                          <a:ea typeface="Times New Roman"/>
                        </a:rPr>
                        <a:t>6</a:t>
                      </a:r>
                      <a:endParaRPr lang="en-US" sz="800" u="none" dirty="0">
                        <a:effectLst/>
                        <a:latin typeface="+mj-lt"/>
                        <a:ea typeface="Times New Roman"/>
                      </a:endParaRPr>
                    </a:p>
                  </a:txBody>
                  <a:tcPr marL="0" marR="0" marT="0" marB="0"/>
                </a:tc>
                <a:tc>
                  <a:txBody>
                    <a:bodyPr/>
                    <a:lstStyle/>
                    <a:p>
                      <a:pPr marL="313690" marR="309245" algn="ctr">
                        <a:spcBef>
                          <a:spcPts val="40"/>
                        </a:spcBef>
                        <a:spcAft>
                          <a:spcPts val="0"/>
                        </a:spcAft>
                      </a:pPr>
                      <a:r>
                        <a:rPr lang="en-US" sz="800" u="none" dirty="0" smtClean="0">
                          <a:effectLst/>
                          <a:latin typeface="+mj-lt"/>
                          <a:ea typeface="Times New Roman"/>
                        </a:rPr>
                        <a:t>11</a:t>
                      </a:r>
                      <a:endParaRPr lang="en-US" sz="800" u="none" dirty="0">
                        <a:effectLst/>
                        <a:latin typeface="+mj-lt"/>
                        <a:ea typeface="Times New Roman"/>
                      </a:endParaRPr>
                    </a:p>
                  </a:txBody>
                  <a:tcPr marL="0" marR="0" marT="0" marB="0"/>
                </a:tc>
                <a:tc>
                  <a:txBody>
                    <a:bodyPr/>
                    <a:lstStyle/>
                    <a:p>
                      <a:pPr marL="313690" marR="313690" algn="ctr">
                        <a:spcBef>
                          <a:spcPts val="40"/>
                        </a:spcBef>
                        <a:spcAft>
                          <a:spcPts val="0"/>
                        </a:spcAft>
                      </a:pPr>
                      <a:r>
                        <a:rPr lang="en-US" sz="800" u="none" dirty="0" smtClean="0">
                          <a:effectLst/>
                          <a:latin typeface="+mj-lt"/>
                          <a:ea typeface="Times New Roman"/>
                        </a:rPr>
                        <a:t>10</a:t>
                      </a:r>
                      <a:endParaRPr lang="en-US" sz="800" u="none" dirty="0">
                        <a:effectLst/>
                        <a:latin typeface="+mj-lt"/>
                        <a:ea typeface="Times New Roman"/>
                      </a:endParaRPr>
                    </a:p>
                  </a:txBody>
                  <a:tcPr marL="0" marR="0" marT="0" marB="0"/>
                </a:tc>
                <a:tc>
                  <a:txBody>
                    <a:bodyPr/>
                    <a:lstStyle/>
                    <a:p>
                      <a:pPr marL="351790" marR="346710" algn="ctr">
                        <a:spcBef>
                          <a:spcPts val="40"/>
                        </a:spcBef>
                        <a:spcAft>
                          <a:spcPts val="0"/>
                        </a:spcAft>
                      </a:pPr>
                      <a:r>
                        <a:rPr lang="en-US" sz="800" u="none" dirty="0" smtClean="0">
                          <a:effectLst/>
                          <a:latin typeface="+mj-lt"/>
                          <a:ea typeface="Times New Roman"/>
                        </a:rPr>
                        <a:t>5</a:t>
                      </a:r>
                      <a:endParaRPr lang="en-US" sz="800" u="none" dirty="0">
                        <a:effectLst/>
                        <a:latin typeface="+mj-lt"/>
                        <a:ea typeface="Times New Roman"/>
                      </a:endParaRPr>
                    </a:p>
                  </a:txBody>
                  <a:tcPr marL="0" marR="0" marT="0" marB="0"/>
                </a:tc>
                <a:tc>
                  <a:txBody>
                    <a:bodyPr/>
                    <a:lstStyle/>
                    <a:p>
                      <a:pPr marL="314325" marR="304165" algn="ctr">
                        <a:spcBef>
                          <a:spcPts val="40"/>
                        </a:spcBef>
                        <a:spcAft>
                          <a:spcPts val="0"/>
                        </a:spcAft>
                      </a:pPr>
                      <a:r>
                        <a:rPr lang="en-US" sz="800" u="none" dirty="0" smtClean="0">
                          <a:effectLst/>
                          <a:latin typeface="+mj-lt"/>
                          <a:ea typeface="Times New Roman"/>
                        </a:rPr>
                        <a:t>42</a:t>
                      </a:r>
                      <a:endParaRPr lang="en-US" sz="800" u="none" dirty="0">
                        <a:effectLst/>
                        <a:latin typeface="+mj-lt"/>
                        <a:ea typeface="Times New Roman"/>
                      </a:endParaRPr>
                    </a:p>
                  </a:txBody>
                  <a:tcPr marL="0" marR="0" marT="0" marB="0"/>
                </a:tc>
                <a:tc>
                  <a:txBody>
                    <a:bodyPr/>
                    <a:lstStyle/>
                    <a:p>
                      <a:pPr marL="313690" marR="311785" algn="ctr">
                        <a:spcBef>
                          <a:spcPts val="40"/>
                        </a:spcBef>
                        <a:spcAft>
                          <a:spcPts val="0"/>
                        </a:spcAft>
                      </a:pPr>
                      <a:r>
                        <a:rPr lang="en-US" sz="800" u="none" dirty="0" smtClean="0">
                          <a:effectLst/>
                          <a:latin typeface="+mj-lt"/>
                          <a:ea typeface="Times New Roman"/>
                        </a:rPr>
                        <a:t>36</a:t>
                      </a:r>
                      <a:endParaRPr lang="en-US" sz="800" u="none" dirty="0">
                        <a:effectLst/>
                        <a:latin typeface="+mj-lt"/>
                        <a:ea typeface="Times New Roman"/>
                      </a:endParaRPr>
                    </a:p>
                  </a:txBody>
                  <a:tcPr marL="0" marR="0" marT="0" marB="0"/>
                </a:tc>
              </a:tr>
              <a:tr h="117970">
                <a:tc>
                  <a:txBody>
                    <a:bodyPr/>
                    <a:lstStyle/>
                    <a:p>
                      <a:pPr marL="32385" marR="0">
                        <a:spcBef>
                          <a:spcPts val="40"/>
                        </a:spcBef>
                        <a:spcAft>
                          <a:spcPts val="0"/>
                        </a:spcAft>
                      </a:pPr>
                      <a:r>
                        <a:rPr lang="en-US" sz="800" u="none" spc="15" dirty="0" smtClean="0">
                          <a:effectLst/>
                          <a:latin typeface="+mj-lt"/>
                        </a:rPr>
                        <a:t> I</a:t>
                      </a:r>
                      <a:r>
                        <a:rPr lang="en-US" sz="800" u="none" spc="10" dirty="0" smtClean="0">
                          <a:effectLst/>
                          <a:latin typeface="+mj-lt"/>
                        </a:rPr>
                        <a:t>s</a:t>
                      </a:r>
                      <a:r>
                        <a:rPr lang="en-US" sz="800" u="none" spc="15" dirty="0" smtClean="0">
                          <a:effectLst/>
                          <a:latin typeface="+mj-lt"/>
                        </a:rPr>
                        <a:t>r</a:t>
                      </a:r>
                      <a:r>
                        <a:rPr lang="en-US" sz="800" u="none" spc="5" dirty="0" smtClean="0">
                          <a:effectLst/>
                          <a:latin typeface="+mj-lt"/>
                        </a:rPr>
                        <a:t>ae</a:t>
                      </a:r>
                      <a:r>
                        <a:rPr lang="en-US" sz="800" u="none" dirty="0" smtClean="0">
                          <a:effectLst/>
                          <a:latin typeface="+mj-lt"/>
                        </a:rPr>
                        <a:t>l</a:t>
                      </a:r>
                      <a:endParaRPr lang="en-US" sz="800" u="none" dirty="0">
                        <a:effectLst/>
                        <a:latin typeface="+mj-lt"/>
                        <a:ea typeface="Times New Roman"/>
                      </a:endParaRPr>
                    </a:p>
                  </a:txBody>
                  <a:tcPr marL="0" marR="0" marT="0" marB="0"/>
                </a:tc>
                <a:tc>
                  <a:txBody>
                    <a:bodyPr/>
                    <a:lstStyle/>
                    <a:p>
                      <a:pPr marL="310515" marR="312420" algn="ctr">
                        <a:spcBef>
                          <a:spcPts val="40"/>
                        </a:spcBef>
                        <a:spcAft>
                          <a:spcPts val="0"/>
                        </a:spcAft>
                      </a:pPr>
                      <a:r>
                        <a:rPr lang="en-US" sz="800" u="none">
                          <a:effectLst/>
                          <a:latin typeface="+mj-lt"/>
                        </a:rPr>
                        <a:t>3</a:t>
                      </a:r>
                      <a:endParaRPr lang="en-US" sz="800" u="none">
                        <a:effectLst/>
                        <a:latin typeface="+mj-lt"/>
                        <a:ea typeface="Times New Roman"/>
                      </a:endParaRPr>
                    </a:p>
                  </a:txBody>
                  <a:tcPr marL="0" marR="0" marT="0" marB="0"/>
                </a:tc>
                <a:tc>
                  <a:txBody>
                    <a:bodyPr/>
                    <a:lstStyle/>
                    <a:p>
                      <a:pPr marL="313690" marR="309245" algn="ctr">
                        <a:spcBef>
                          <a:spcPts val="40"/>
                        </a:spcBef>
                        <a:spcAft>
                          <a:spcPts val="0"/>
                        </a:spcAft>
                      </a:pPr>
                      <a:r>
                        <a:rPr lang="en-US" sz="800" u="none">
                          <a:effectLst/>
                          <a:latin typeface="+mj-lt"/>
                        </a:rPr>
                        <a:t>3</a:t>
                      </a:r>
                      <a:endParaRPr lang="en-US" sz="800" u="none">
                        <a:effectLst/>
                        <a:latin typeface="+mj-lt"/>
                        <a:ea typeface="Times New Roman"/>
                      </a:endParaRPr>
                    </a:p>
                  </a:txBody>
                  <a:tcPr marL="0" marR="0" marT="0" marB="0"/>
                </a:tc>
                <a:tc>
                  <a:txBody>
                    <a:bodyPr/>
                    <a:lstStyle/>
                    <a:p>
                      <a:pPr marL="313690" marR="309245" algn="ctr">
                        <a:spcBef>
                          <a:spcPts val="40"/>
                        </a:spcBef>
                        <a:spcAft>
                          <a:spcPts val="0"/>
                        </a:spcAft>
                      </a:pPr>
                      <a:r>
                        <a:rPr lang="en-US" sz="800" u="none">
                          <a:effectLst/>
                          <a:latin typeface="+mj-lt"/>
                        </a:rPr>
                        <a:t>7</a:t>
                      </a:r>
                      <a:endParaRPr lang="en-US" sz="800" u="none">
                        <a:effectLst/>
                        <a:latin typeface="+mj-lt"/>
                        <a:ea typeface="Times New Roman"/>
                      </a:endParaRPr>
                    </a:p>
                  </a:txBody>
                  <a:tcPr marL="0" marR="0" marT="0" marB="0"/>
                </a:tc>
                <a:tc>
                  <a:txBody>
                    <a:bodyPr/>
                    <a:lstStyle/>
                    <a:p>
                      <a:pPr marL="313690" marR="313690" algn="ctr">
                        <a:spcBef>
                          <a:spcPts val="40"/>
                        </a:spcBef>
                        <a:spcAft>
                          <a:spcPts val="0"/>
                        </a:spcAft>
                      </a:pPr>
                      <a:r>
                        <a:rPr lang="en-US" sz="800" u="none">
                          <a:effectLst/>
                          <a:latin typeface="+mj-lt"/>
                        </a:rPr>
                        <a:t>4</a:t>
                      </a:r>
                      <a:endParaRPr lang="en-US" sz="800" u="none">
                        <a:effectLst/>
                        <a:latin typeface="+mj-lt"/>
                        <a:ea typeface="Times New Roman"/>
                      </a:endParaRPr>
                    </a:p>
                  </a:txBody>
                  <a:tcPr marL="0" marR="0" marT="0" marB="0"/>
                </a:tc>
                <a:tc>
                  <a:txBody>
                    <a:bodyPr/>
                    <a:lstStyle/>
                    <a:p>
                      <a:pPr marL="351790" marR="346710" algn="ctr">
                        <a:spcBef>
                          <a:spcPts val="40"/>
                        </a:spcBef>
                        <a:spcAft>
                          <a:spcPts val="0"/>
                        </a:spcAft>
                      </a:pPr>
                      <a:r>
                        <a:rPr lang="en-US" sz="800" u="none">
                          <a:effectLst/>
                          <a:latin typeface="+mj-lt"/>
                        </a:rPr>
                        <a:t>4</a:t>
                      </a:r>
                      <a:endParaRPr lang="en-US" sz="800" u="none">
                        <a:effectLst/>
                        <a:latin typeface="+mj-lt"/>
                        <a:ea typeface="Times New Roman"/>
                      </a:endParaRPr>
                    </a:p>
                  </a:txBody>
                  <a:tcPr marL="0" marR="0" marT="0" marB="0"/>
                </a:tc>
                <a:tc>
                  <a:txBody>
                    <a:bodyPr/>
                    <a:lstStyle/>
                    <a:p>
                      <a:pPr marL="314325" marR="304165" algn="ctr">
                        <a:spcBef>
                          <a:spcPts val="40"/>
                        </a:spcBef>
                        <a:spcAft>
                          <a:spcPts val="0"/>
                        </a:spcAft>
                      </a:pPr>
                      <a:r>
                        <a:rPr lang="en-US" sz="800" u="none" spc="5" dirty="0">
                          <a:effectLst/>
                          <a:latin typeface="+mj-lt"/>
                        </a:rPr>
                        <a:t>1</a:t>
                      </a:r>
                      <a:r>
                        <a:rPr lang="en-US" sz="800" u="none" dirty="0">
                          <a:effectLst/>
                          <a:latin typeface="+mj-lt"/>
                        </a:rPr>
                        <a:t>9</a:t>
                      </a:r>
                      <a:endParaRPr lang="en-US" sz="800" u="none" dirty="0">
                        <a:effectLst/>
                        <a:latin typeface="+mj-lt"/>
                        <a:ea typeface="Times New Roman"/>
                      </a:endParaRPr>
                    </a:p>
                  </a:txBody>
                  <a:tcPr marL="0" marR="0" marT="0" marB="0"/>
                </a:tc>
                <a:tc>
                  <a:txBody>
                    <a:bodyPr/>
                    <a:lstStyle/>
                    <a:p>
                      <a:pPr marL="313690" marR="311785" algn="ctr">
                        <a:spcBef>
                          <a:spcPts val="40"/>
                        </a:spcBef>
                        <a:spcAft>
                          <a:spcPts val="0"/>
                        </a:spcAft>
                      </a:pPr>
                      <a:r>
                        <a:rPr lang="en-US" sz="800" u="none" spc="10" dirty="0">
                          <a:effectLst/>
                          <a:latin typeface="+mj-lt"/>
                        </a:rPr>
                        <a:t>46</a:t>
                      </a:r>
                      <a:endParaRPr lang="en-US" sz="800" u="none" dirty="0">
                        <a:effectLst/>
                        <a:latin typeface="+mj-lt"/>
                        <a:ea typeface="Times New Roman"/>
                      </a:endParaRPr>
                    </a:p>
                  </a:txBody>
                  <a:tcPr marL="0" marR="0" marT="0" marB="0"/>
                </a:tc>
              </a:tr>
              <a:tr h="176955">
                <a:tc>
                  <a:txBody>
                    <a:bodyPr/>
                    <a:lstStyle/>
                    <a:p>
                      <a:pPr marL="32385" marR="0">
                        <a:lnSpc>
                          <a:spcPct val="105000"/>
                        </a:lnSpc>
                        <a:spcBef>
                          <a:spcPts val="40"/>
                        </a:spcBef>
                        <a:spcAft>
                          <a:spcPts val="0"/>
                        </a:spcAft>
                      </a:pPr>
                      <a:r>
                        <a:rPr lang="en-US" sz="800" u="none" spc="-5" dirty="0" smtClean="0">
                          <a:effectLst/>
                          <a:latin typeface="+mj-lt"/>
                        </a:rPr>
                        <a:t> A</a:t>
                      </a:r>
                      <a:r>
                        <a:rPr lang="en-US" sz="800" u="none" dirty="0" smtClean="0">
                          <a:effectLst/>
                          <a:latin typeface="+mj-lt"/>
                        </a:rPr>
                        <a:t>v</a:t>
                      </a:r>
                      <a:r>
                        <a:rPr lang="en-US" sz="800" u="none" spc="5" dirty="0" smtClean="0">
                          <a:effectLst/>
                          <a:latin typeface="+mj-lt"/>
                        </a:rPr>
                        <a:t>e</a:t>
                      </a:r>
                      <a:r>
                        <a:rPr lang="en-US" sz="800" u="none" spc="15" dirty="0" smtClean="0">
                          <a:effectLst/>
                          <a:latin typeface="+mj-lt"/>
                        </a:rPr>
                        <a:t>r</a:t>
                      </a:r>
                      <a:r>
                        <a:rPr lang="en-US" sz="800" u="none" spc="5" dirty="0" smtClean="0">
                          <a:effectLst/>
                          <a:latin typeface="+mj-lt"/>
                        </a:rPr>
                        <a:t>ag</a:t>
                      </a:r>
                      <a:r>
                        <a:rPr lang="en-US" sz="800" u="none" dirty="0" smtClean="0">
                          <a:effectLst/>
                          <a:latin typeface="+mj-lt"/>
                        </a:rPr>
                        <a:t>e</a:t>
                      </a:r>
                      <a:endParaRPr lang="en-US" sz="800" u="none" dirty="0">
                        <a:effectLst/>
                        <a:latin typeface="+mj-lt"/>
                        <a:ea typeface="Times New Roman"/>
                      </a:endParaRPr>
                    </a:p>
                  </a:txBody>
                  <a:tcPr marL="0" marR="0" marT="0" marB="0" anchor="ctr"/>
                </a:tc>
                <a:tc>
                  <a:txBody>
                    <a:bodyPr/>
                    <a:lstStyle/>
                    <a:p>
                      <a:pPr marL="310515" marR="312420" algn="ctr">
                        <a:spcBef>
                          <a:spcPts val="0"/>
                        </a:spcBef>
                        <a:spcAft>
                          <a:spcPts val="0"/>
                        </a:spcAft>
                      </a:pPr>
                      <a:r>
                        <a:rPr lang="en-US" sz="800" u="none" dirty="0" smtClean="0">
                          <a:effectLst/>
                          <a:latin typeface="+mj-lt"/>
                          <a:ea typeface="+mn-ea"/>
                        </a:rPr>
                        <a:t>3</a:t>
                      </a:r>
                      <a:endParaRPr lang="en-US" sz="800" u="none" dirty="0">
                        <a:effectLst/>
                        <a:latin typeface="+mj-lt"/>
                        <a:ea typeface="Times New Roman"/>
                      </a:endParaRPr>
                    </a:p>
                  </a:txBody>
                  <a:tcPr marL="0" marR="0" marT="0" marB="0" anchor="ctr"/>
                </a:tc>
                <a:tc>
                  <a:txBody>
                    <a:bodyPr/>
                    <a:lstStyle/>
                    <a:p>
                      <a:pPr marL="313690" marR="309245" algn="ctr">
                        <a:spcBef>
                          <a:spcPts val="0"/>
                        </a:spcBef>
                        <a:spcAft>
                          <a:spcPts val="0"/>
                        </a:spcAft>
                      </a:pPr>
                      <a:r>
                        <a:rPr lang="en-US" sz="800" u="none" dirty="0" smtClean="0">
                          <a:effectLst/>
                          <a:latin typeface="+mj-lt"/>
                        </a:rPr>
                        <a:t>5</a:t>
                      </a:r>
                      <a:endParaRPr lang="en-US" sz="800" u="none" dirty="0">
                        <a:effectLst/>
                        <a:latin typeface="+mj-lt"/>
                        <a:ea typeface="Times New Roman"/>
                      </a:endParaRPr>
                    </a:p>
                  </a:txBody>
                  <a:tcPr marL="0" marR="0" marT="0" marB="0" anchor="ctr"/>
                </a:tc>
                <a:tc>
                  <a:txBody>
                    <a:bodyPr/>
                    <a:lstStyle/>
                    <a:p>
                      <a:pPr marL="313690" marR="309245" algn="ctr">
                        <a:spcBef>
                          <a:spcPts val="0"/>
                        </a:spcBef>
                        <a:spcAft>
                          <a:spcPts val="0"/>
                        </a:spcAft>
                      </a:pPr>
                      <a:r>
                        <a:rPr lang="en-US" sz="800" u="none" dirty="0" smtClean="0">
                          <a:effectLst/>
                          <a:latin typeface="+mj-lt"/>
                        </a:rPr>
                        <a:t>9</a:t>
                      </a:r>
                      <a:endParaRPr lang="en-US" sz="800" u="none" dirty="0">
                        <a:effectLst/>
                        <a:latin typeface="+mj-lt"/>
                        <a:ea typeface="Times New Roman"/>
                      </a:endParaRPr>
                    </a:p>
                  </a:txBody>
                  <a:tcPr marL="0" marR="0" marT="0" marB="0" anchor="ctr"/>
                </a:tc>
                <a:tc>
                  <a:txBody>
                    <a:bodyPr/>
                    <a:lstStyle/>
                    <a:p>
                      <a:pPr marL="313690" marR="313690" algn="ctr">
                        <a:spcBef>
                          <a:spcPts val="0"/>
                        </a:spcBef>
                        <a:spcAft>
                          <a:spcPts val="0"/>
                        </a:spcAft>
                      </a:pPr>
                      <a:r>
                        <a:rPr lang="en-US" sz="800" u="none" dirty="0" smtClean="0">
                          <a:effectLst/>
                          <a:latin typeface="+mj-lt"/>
                          <a:ea typeface="+mn-ea"/>
                        </a:rPr>
                        <a:t>6</a:t>
                      </a:r>
                      <a:endParaRPr lang="en-US" sz="800" u="none" dirty="0">
                        <a:effectLst/>
                        <a:latin typeface="+mj-lt"/>
                        <a:ea typeface="Times New Roman"/>
                      </a:endParaRPr>
                    </a:p>
                  </a:txBody>
                  <a:tcPr marL="0" marR="0" marT="0" marB="0" anchor="ctr"/>
                </a:tc>
                <a:tc>
                  <a:txBody>
                    <a:bodyPr/>
                    <a:lstStyle/>
                    <a:p>
                      <a:pPr marL="351790" marR="346710" algn="ctr">
                        <a:spcBef>
                          <a:spcPts val="0"/>
                        </a:spcBef>
                        <a:spcAft>
                          <a:spcPts val="0"/>
                        </a:spcAft>
                      </a:pPr>
                      <a:r>
                        <a:rPr lang="en-US" sz="800" u="none" dirty="0" smtClean="0">
                          <a:effectLst/>
                          <a:latin typeface="+mj-lt"/>
                          <a:ea typeface="+mn-ea"/>
                        </a:rPr>
                        <a:t>5</a:t>
                      </a:r>
                      <a:endParaRPr lang="en-US" sz="800" u="none" dirty="0">
                        <a:effectLst/>
                        <a:latin typeface="+mj-lt"/>
                        <a:ea typeface="Times New Roman"/>
                      </a:endParaRPr>
                    </a:p>
                  </a:txBody>
                  <a:tcPr marL="0" marR="0" marT="0" marB="0" anchor="ctr"/>
                </a:tc>
                <a:tc>
                  <a:txBody>
                    <a:bodyPr/>
                    <a:lstStyle/>
                    <a:p>
                      <a:pPr marL="313690" marR="303530" algn="ctr">
                        <a:spcBef>
                          <a:spcPts val="0"/>
                        </a:spcBef>
                        <a:spcAft>
                          <a:spcPts val="0"/>
                        </a:spcAft>
                      </a:pPr>
                      <a:r>
                        <a:rPr lang="en-US" sz="800" u="none" spc="15" dirty="0" smtClean="0">
                          <a:effectLst/>
                          <a:latin typeface="+mj-lt"/>
                        </a:rPr>
                        <a:t>32</a:t>
                      </a:r>
                      <a:endParaRPr lang="en-US" sz="800" u="none" dirty="0">
                        <a:effectLst/>
                        <a:latin typeface="+mj-lt"/>
                        <a:ea typeface="Times New Roman"/>
                      </a:endParaRPr>
                    </a:p>
                  </a:txBody>
                  <a:tcPr marL="0" marR="0" marT="0" marB="0" anchor="ctr"/>
                </a:tc>
                <a:tc>
                  <a:txBody>
                    <a:bodyPr/>
                    <a:lstStyle/>
                    <a:p>
                      <a:pPr marL="307975" marR="311150" algn="ctr">
                        <a:spcBef>
                          <a:spcPts val="0"/>
                        </a:spcBef>
                        <a:spcAft>
                          <a:spcPts val="0"/>
                        </a:spcAft>
                      </a:pPr>
                      <a:r>
                        <a:rPr lang="en-US" sz="800" u="none" spc="-25" dirty="0" smtClean="0">
                          <a:effectLst/>
                          <a:latin typeface="+mj-lt"/>
                        </a:rPr>
                        <a:t>35</a:t>
                      </a:r>
                      <a:endParaRPr lang="en-US" sz="800" u="none" dirty="0">
                        <a:effectLst/>
                        <a:latin typeface="+mj-lt"/>
                        <a:ea typeface="Times New Roman"/>
                      </a:endParaRPr>
                    </a:p>
                  </a:txBody>
                  <a:tcPr marL="0" marR="0" marT="0" marB="0" anchor="ctr"/>
                </a:tc>
              </a:tr>
              <a:tr h="121440">
                <a:tc gridSpan="8">
                  <a:txBody>
                    <a:bodyPr/>
                    <a:lstStyle/>
                    <a:p>
                      <a:pPr marL="32385" marR="0">
                        <a:spcBef>
                          <a:spcPts val="40"/>
                        </a:spcBef>
                        <a:spcAft>
                          <a:spcPts val="0"/>
                        </a:spcAft>
                      </a:pPr>
                      <a:r>
                        <a:rPr lang="en-US" sz="800" u="none" spc="10" dirty="0" smtClean="0">
                          <a:effectLst/>
                          <a:latin typeface="+mj-lt"/>
                        </a:rPr>
                        <a:t> </a:t>
                      </a:r>
                      <a:r>
                        <a:rPr lang="en-US" sz="800" u="sng" spc="10" dirty="0" smtClean="0">
                          <a:effectLst/>
                          <a:latin typeface="+mj-lt"/>
                        </a:rPr>
                        <a:t>SUB-SAHARA</a:t>
                      </a:r>
                      <a:r>
                        <a:rPr lang="en-US" sz="800" u="sng" dirty="0" smtClean="0">
                          <a:effectLst/>
                          <a:latin typeface="+mj-lt"/>
                        </a:rPr>
                        <a:t>N</a:t>
                      </a:r>
                      <a:r>
                        <a:rPr lang="en-US" sz="800" u="sng" spc="15" dirty="0" smtClean="0">
                          <a:effectLst/>
                          <a:latin typeface="+mj-lt"/>
                        </a:rPr>
                        <a:t> </a:t>
                      </a:r>
                      <a:r>
                        <a:rPr lang="en-US" sz="800" u="sng" spc="10" dirty="0">
                          <a:effectLst/>
                          <a:latin typeface="+mj-lt"/>
                        </a:rPr>
                        <a:t>AFRICA</a:t>
                      </a:r>
                      <a:endParaRPr lang="en-US" sz="800" dirty="0">
                        <a:effectLst/>
                        <a:latin typeface="+mj-lt"/>
                        <a:ea typeface="Times New Roman"/>
                      </a:endParaRPr>
                    </a:p>
                  </a:txBody>
                  <a:tcPr marL="0" marR="0" marT="0" marB="0"/>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r>
              <a:tr h="158325">
                <a:tc>
                  <a:txBody>
                    <a:bodyPr/>
                    <a:lstStyle/>
                    <a:p>
                      <a:pPr marL="32385" marR="0">
                        <a:spcBef>
                          <a:spcPts val="35"/>
                        </a:spcBef>
                        <a:spcAft>
                          <a:spcPts val="0"/>
                        </a:spcAft>
                      </a:pPr>
                      <a:r>
                        <a:rPr lang="en-US" sz="800" b="1" u="none" spc="10" dirty="0" smtClean="0">
                          <a:effectLst/>
                          <a:latin typeface="+mj-lt"/>
                        </a:rPr>
                        <a:t> Gh</a:t>
                      </a:r>
                      <a:r>
                        <a:rPr lang="en-US" sz="800" b="1" u="none" dirty="0" smtClean="0">
                          <a:effectLst/>
                          <a:latin typeface="+mj-lt"/>
                        </a:rPr>
                        <a:t>a</a:t>
                      </a:r>
                      <a:r>
                        <a:rPr lang="en-US" sz="800" b="1" u="none" spc="10" dirty="0" smtClean="0">
                          <a:effectLst/>
                          <a:latin typeface="+mj-lt"/>
                        </a:rPr>
                        <a:t>na</a:t>
                      </a:r>
                      <a:endParaRPr lang="en-US" sz="800" b="1" u="none" dirty="0">
                        <a:effectLst/>
                        <a:latin typeface="+mj-lt"/>
                        <a:ea typeface="Times New Roman"/>
                      </a:endParaRPr>
                    </a:p>
                  </a:txBody>
                  <a:tcPr marL="0" marR="0" marT="0" marB="0"/>
                </a:tc>
                <a:tc>
                  <a:txBody>
                    <a:bodyPr/>
                    <a:lstStyle/>
                    <a:p>
                      <a:pPr marL="313690" marR="316230" algn="ctr">
                        <a:spcBef>
                          <a:spcPts val="35"/>
                        </a:spcBef>
                        <a:spcAft>
                          <a:spcPts val="0"/>
                        </a:spcAft>
                      </a:pPr>
                      <a:r>
                        <a:rPr lang="en-US" sz="800" u="none" spc="5">
                          <a:effectLst/>
                          <a:latin typeface="+mj-lt"/>
                        </a:rPr>
                        <a:t>1</a:t>
                      </a:r>
                      <a:r>
                        <a:rPr lang="en-US" sz="800" u="none">
                          <a:effectLst/>
                          <a:latin typeface="+mj-lt"/>
                        </a:rPr>
                        <a:t>5</a:t>
                      </a:r>
                      <a:endParaRPr lang="en-US" sz="800" u="none">
                        <a:effectLst/>
                        <a:latin typeface="+mj-lt"/>
                        <a:ea typeface="Times New Roman"/>
                      </a:endParaRPr>
                    </a:p>
                  </a:txBody>
                  <a:tcPr marL="0" marR="0" marT="0" marB="0"/>
                </a:tc>
                <a:tc>
                  <a:txBody>
                    <a:bodyPr/>
                    <a:lstStyle/>
                    <a:p>
                      <a:pPr marL="309880" marR="305435" algn="ctr">
                        <a:spcBef>
                          <a:spcPts val="35"/>
                        </a:spcBef>
                        <a:spcAft>
                          <a:spcPts val="0"/>
                        </a:spcAft>
                      </a:pPr>
                      <a:r>
                        <a:rPr lang="en-US" sz="800" u="none">
                          <a:effectLst/>
                          <a:latin typeface="+mj-lt"/>
                        </a:rPr>
                        <a:t>23</a:t>
                      </a:r>
                      <a:endParaRPr lang="en-US" sz="800" u="none">
                        <a:effectLst/>
                        <a:latin typeface="+mj-lt"/>
                        <a:ea typeface="Times New Roman"/>
                      </a:endParaRPr>
                    </a:p>
                  </a:txBody>
                  <a:tcPr marL="0" marR="0" marT="0" marB="0"/>
                </a:tc>
                <a:tc>
                  <a:txBody>
                    <a:bodyPr/>
                    <a:lstStyle/>
                    <a:p>
                      <a:pPr marL="311150" marR="309880" algn="ctr">
                        <a:spcBef>
                          <a:spcPts val="35"/>
                        </a:spcBef>
                        <a:spcAft>
                          <a:spcPts val="0"/>
                        </a:spcAft>
                      </a:pPr>
                      <a:r>
                        <a:rPr lang="en-US" sz="800" u="none" spc="-25">
                          <a:effectLst/>
                          <a:latin typeface="+mj-lt"/>
                        </a:rPr>
                        <a:t>37</a:t>
                      </a:r>
                      <a:endParaRPr lang="en-US" sz="800" u="none">
                        <a:effectLst/>
                        <a:latin typeface="+mj-lt"/>
                        <a:ea typeface="Times New Roman"/>
                      </a:endParaRPr>
                    </a:p>
                  </a:txBody>
                  <a:tcPr marL="0" marR="0" marT="0" marB="0"/>
                </a:tc>
                <a:tc>
                  <a:txBody>
                    <a:bodyPr/>
                    <a:lstStyle/>
                    <a:p>
                      <a:pPr marL="313690" marR="311785" algn="ctr">
                        <a:spcBef>
                          <a:spcPts val="35"/>
                        </a:spcBef>
                        <a:spcAft>
                          <a:spcPts val="0"/>
                        </a:spcAft>
                      </a:pPr>
                      <a:r>
                        <a:rPr lang="en-US" sz="800" u="none" spc="15" dirty="0">
                          <a:effectLst/>
                          <a:latin typeface="+mj-lt"/>
                        </a:rPr>
                        <a:t>38</a:t>
                      </a:r>
                      <a:endParaRPr lang="en-US" sz="800" u="none" dirty="0">
                        <a:effectLst/>
                        <a:latin typeface="+mj-lt"/>
                        <a:ea typeface="Times New Roman"/>
                      </a:endParaRPr>
                    </a:p>
                  </a:txBody>
                  <a:tcPr marL="0" marR="0" marT="0" marB="0"/>
                </a:tc>
                <a:tc>
                  <a:txBody>
                    <a:bodyPr/>
                    <a:lstStyle/>
                    <a:p>
                      <a:pPr marL="313690" marR="310515" algn="ctr">
                        <a:spcBef>
                          <a:spcPts val="35"/>
                        </a:spcBef>
                        <a:spcAft>
                          <a:spcPts val="0"/>
                        </a:spcAft>
                      </a:pPr>
                      <a:r>
                        <a:rPr lang="en-US" sz="800" u="none" spc="-15" dirty="0" smtClean="0">
                          <a:effectLst/>
                          <a:latin typeface="+mj-lt"/>
                        </a:rPr>
                        <a:t>16</a:t>
                      </a:r>
                      <a:endParaRPr lang="en-US" sz="800" u="none" dirty="0">
                        <a:effectLst/>
                        <a:latin typeface="+mj-lt"/>
                        <a:ea typeface="Times New Roman"/>
                      </a:endParaRPr>
                    </a:p>
                  </a:txBody>
                  <a:tcPr marL="0" marR="0" marT="0" marB="0"/>
                </a:tc>
                <a:tc>
                  <a:txBody>
                    <a:bodyPr/>
                    <a:lstStyle/>
                    <a:p>
                      <a:pPr marL="310515" marR="301625" algn="ctr">
                        <a:spcBef>
                          <a:spcPts val="35"/>
                        </a:spcBef>
                        <a:spcAft>
                          <a:spcPts val="0"/>
                        </a:spcAft>
                      </a:pPr>
                      <a:r>
                        <a:rPr lang="en-US" sz="800" u="none" spc="-5" dirty="0">
                          <a:effectLst/>
                          <a:latin typeface="+mj-lt"/>
                        </a:rPr>
                        <a:t>28</a:t>
                      </a:r>
                      <a:endParaRPr lang="en-US" sz="800" u="none" dirty="0">
                        <a:effectLst/>
                        <a:latin typeface="+mj-lt"/>
                        <a:ea typeface="Times New Roman"/>
                      </a:endParaRPr>
                    </a:p>
                  </a:txBody>
                  <a:tcPr marL="0" marR="0" marT="0" marB="0"/>
                </a:tc>
                <a:tc>
                  <a:txBody>
                    <a:bodyPr/>
                    <a:lstStyle/>
                    <a:p>
                      <a:pPr marL="312420" marR="313690" algn="ctr">
                        <a:spcBef>
                          <a:spcPts val="35"/>
                        </a:spcBef>
                        <a:spcAft>
                          <a:spcPts val="0"/>
                        </a:spcAft>
                      </a:pPr>
                      <a:r>
                        <a:rPr lang="en-US" sz="800" u="none" spc="-35" dirty="0">
                          <a:effectLst/>
                          <a:latin typeface="+mj-lt"/>
                        </a:rPr>
                        <a:t>5</a:t>
                      </a:r>
                      <a:r>
                        <a:rPr lang="en-US" sz="800" u="none" dirty="0">
                          <a:effectLst/>
                          <a:latin typeface="+mj-lt"/>
                        </a:rPr>
                        <a:t>1</a:t>
                      </a:r>
                      <a:endParaRPr lang="en-US" sz="800" u="none" dirty="0">
                        <a:effectLst/>
                        <a:latin typeface="+mj-lt"/>
                        <a:ea typeface="Times New Roman"/>
                      </a:endParaRPr>
                    </a:p>
                  </a:txBody>
                  <a:tcPr marL="0" marR="0" marT="0" marB="0"/>
                </a:tc>
              </a:tr>
              <a:tr h="117970">
                <a:tc>
                  <a:txBody>
                    <a:bodyPr/>
                    <a:lstStyle/>
                    <a:p>
                      <a:pPr marL="31750" marR="0">
                        <a:spcBef>
                          <a:spcPts val="35"/>
                        </a:spcBef>
                        <a:spcAft>
                          <a:spcPts val="0"/>
                        </a:spcAft>
                      </a:pPr>
                      <a:r>
                        <a:rPr lang="en-US" sz="800" b="1" u="none" spc="15" dirty="0" smtClean="0">
                          <a:effectLst/>
                          <a:latin typeface="+mj-lt"/>
                        </a:rPr>
                        <a:t> S</a:t>
                      </a:r>
                      <a:r>
                        <a:rPr lang="en-US" sz="800" b="1" u="none" spc="5" dirty="0" smtClean="0">
                          <a:effectLst/>
                          <a:latin typeface="+mj-lt"/>
                        </a:rPr>
                        <a:t>o</a:t>
                      </a:r>
                      <a:r>
                        <a:rPr lang="en-US" sz="800" b="1" u="none" spc="15" dirty="0" smtClean="0">
                          <a:effectLst/>
                          <a:latin typeface="+mj-lt"/>
                        </a:rPr>
                        <a:t>ut</a:t>
                      </a:r>
                      <a:r>
                        <a:rPr lang="en-US" sz="800" b="1" u="none" dirty="0" smtClean="0">
                          <a:effectLst/>
                          <a:latin typeface="+mj-lt"/>
                        </a:rPr>
                        <a:t>h</a:t>
                      </a:r>
                      <a:r>
                        <a:rPr lang="en-US" sz="800" b="1" u="none" spc="20" dirty="0" smtClean="0">
                          <a:effectLst/>
                          <a:latin typeface="+mj-lt"/>
                        </a:rPr>
                        <a:t> </a:t>
                      </a:r>
                      <a:r>
                        <a:rPr lang="en-US" sz="800" b="1" u="none" spc="10" dirty="0">
                          <a:effectLst/>
                          <a:latin typeface="+mj-lt"/>
                        </a:rPr>
                        <a:t>Afri</a:t>
                      </a:r>
                      <a:r>
                        <a:rPr lang="en-US" sz="800" b="1" u="none" spc="25" dirty="0">
                          <a:effectLst/>
                          <a:latin typeface="+mj-lt"/>
                        </a:rPr>
                        <a:t>c</a:t>
                      </a:r>
                      <a:r>
                        <a:rPr lang="en-US" sz="800" b="1" u="none" dirty="0">
                          <a:effectLst/>
                          <a:latin typeface="+mj-lt"/>
                        </a:rPr>
                        <a:t>a</a:t>
                      </a:r>
                      <a:endParaRPr lang="en-US" sz="800" b="1" u="none" dirty="0">
                        <a:effectLst/>
                        <a:latin typeface="+mj-lt"/>
                        <a:ea typeface="Times New Roman"/>
                      </a:endParaRPr>
                    </a:p>
                  </a:txBody>
                  <a:tcPr marL="0" marR="0" marT="0" marB="0"/>
                </a:tc>
                <a:tc>
                  <a:txBody>
                    <a:bodyPr/>
                    <a:lstStyle/>
                    <a:p>
                      <a:pPr marL="313055" marR="316230" algn="ctr">
                        <a:spcBef>
                          <a:spcPts val="35"/>
                        </a:spcBef>
                        <a:spcAft>
                          <a:spcPts val="0"/>
                        </a:spcAft>
                      </a:pPr>
                      <a:r>
                        <a:rPr lang="en-US" sz="800" u="none">
                          <a:effectLst/>
                          <a:latin typeface="+mj-lt"/>
                        </a:rPr>
                        <a:t>4</a:t>
                      </a:r>
                      <a:endParaRPr lang="en-US" sz="800" u="none">
                        <a:effectLst/>
                        <a:latin typeface="+mj-lt"/>
                        <a:ea typeface="Times New Roman"/>
                      </a:endParaRPr>
                    </a:p>
                  </a:txBody>
                  <a:tcPr marL="0" marR="0" marT="0" marB="0"/>
                </a:tc>
                <a:tc>
                  <a:txBody>
                    <a:bodyPr/>
                    <a:lstStyle/>
                    <a:p>
                      <a:pPr marL="313055" marR="309245" algn="ctr">
                        <a:spcBef>
                          <a:spcPts val="35"/>
                        </a:spcBef>
                        <a:spcAft>
                          <a:spcPts val="0"/>
                        </a:spcAft>
                      </a:pPr>
                      <a:r>
                        <a:rPr lang="en-US" sz="800" u="none">
                          <a:effectLst/>
                          <a:latin typeface="+mj-lt"/>
                        </a:rPr>
                        <a:t>3</a:t>
                      </a:r>
                      <a:endParaRPr lang="en-US" sz="800" u="none">
                        <a:effectLst/>
                        <a:latin typeface="+mj-lt"/>
                        <a:ea typeface="Times New Roman"/>
                      </a:endParaRPr>
                    </a:p>
                  </a:txBody>
                  <a:tcPr marL="0" marR="0" marT="0" marB="0"/>
                </a:tc>
                <a:tc>
                  <a:txBody>
                    <a:bodyPr/>
                    <a:lstStyle/>
                    <a:p>
                      <a:pPr marL="313055" marR="309245" algn="ctr">
                        <a:spcBef>
                          <a:spcPts val="35"/>
                        </a:spcBef>
                        <a:spcAft>
                          <a:spcPts val="0"/>
                        </a:spcAft>
                      </a:pPr>
                      <a:r>
                        <a:rPr lang="en-US" sz="800" u="none" dirty="0">
                          <a:effectLst/>
                          <a:latin typeface="+mj-lt"/>
                        </a:rPr>
                        <a:t>7</a:t>
                      </a:r>
                      <a:endParaRPr lang="en-US" sz="800" u="none" dirty="0">
                        <a:effectLst/>
                        <a:latin typeface="+mj-lt"/>
                        <a:ea typeface="Times New Roman"/>
                      </a:endParaRPr>
                    </a:p>
                  </a:txBody>
                  <a:tcPr marL="0" marR="0" marT="0" marB="0"/>
                </a:tc>
                <a:tc>
                  <a:txBody>
                    <a:bodyPr/>
                    <a:lstStyle/>
                    <a:p>
                      <a:pPr marL="314325" marR="314960" algn="ctr">
                        <a:spcBef>
                          <a:spcPts val="35"/>
                        </a:spcBef>
                        <a:spcAft>
                          <a:spcPts val="0"/>
                        </a:spcAft>
                      </a:pPr>
                      <a:r>
                        <a:rPr lang="en-US" sz="800" u="none">
                          <a:effectLst/>
                          <a:latin typeface="+mj-lt"/>
                        </a:rPr>
                        <a:t>2</a:t>
                      </a:r>
                      <a:endParaRPr lang="en-US" sz="800" u="none">
                        <a:effectLst/>
                        <a:latin typeface="+mj-lt"/>
                        <a:ea typeface="Times New Roman"/>
                      </a:endParaRPr>
                    </a:p>
                  </a:txBody>
                  <a:tcPr marL="0" marR="0" marT="0" marB="0"/>
                </a:tc>
                <a:tc>
                  <a:txBody>
                    <a:bodyPr/>
                    <a:lstStyle/>
                    <a:p>
                      <a:pPr marL="350520" marR="346075" algn="ctr">
                        <a:spcBef>
                          <a:spcPts val="35"/>
                        </a:spcBef>
                        <a:spcAft>
                          <a:spcPts val="0"/>
                        </a:spcAft>
                      </a:pPr>
                      <a:r>
                        <a:rPr lang="en-US" sz="800" u="none">
                          <a:effectLst/>
                          <a:latin typeface="+mj-lt"/>
                        </a:rPr>
                        <a:t>5</a:t>
                      </a:r>
                      <a:endParaRPr lang="en-US" sz="800" u="none">
                        <a:effectLst/>
                        <a:latin typeface="+mj-lt"/>
                        <a:ea typeface="Times New Roman"/>
                      </a:endParaRPr>
                    </a:p>
                  </a:txBody>
                  <a:tcPr marL="0" marR="0" marT="0" marB="0"/>
                </a:tc>
                <a:tc>
                  <a:txBody>
                    <a:bodyPr/>
                    <a:lstStyle/>
                    <a:p>
                      <a:pPr marL="311150" marR="302895" algn="ctr">
                        <a:spcBef>
                          <a:spcPts val="35"/>
                        </a:spcBef>
                        <a:spcAft>
                          <a:spcPts val="0"/>
                        </a:spcAft>
                      </a:pPr>
                      <a:r>
                        <a:rPr lang="en-US" sz="800" u="none" spc="-5">
                          <a:effectLst/>
                          <a:latin typeface="+mj-lt"/>
                        </a:rPr>
                        <a:t>32</a:t>
                      </a:r>
                      <a:endParaRPr lang="en-US" sz="800" u="none">
                        <a:effectLst/>
                        <a:latin typeface="+mj-lt"/>
                        <a:ea typeface="Times New Roman"/>
                      </a:endParaRPr>
                    </a:p>
                  </a:txBody>
                  <a:tcPr marL="0" marR="0" marT="0" marB="0"/>
                </a:tc>
                <a:tc>
                  <a:txBody>
                    <a:bodyPr/>
                    <a:lstStyle/>
                    <a:p>
                      <a:pPr marL="311785" marR="311150" algn="ctr">
                        <a:spcBef>
                          <a:spcPts val="35"/>
                        </a:spcBef>
                        <a:spcAft>
                          <a:spcPts val="0"/>
                        </a:spcAft>
                      </a:pPr>
                      <a:r>
                        <a:rPr lang="en-US" sz="800" u="none" spc="15" dirty="0">
                          <a:effectLst/>
                          <a:latin typeface="+mj-lt"/>
                        </a:rPr>
                        <a:t>40</a:t>
                      </a:r>
                      <a:endParaRPr lang="en-US" sz="800" u="none" dirty="0">
                        <a:effectLst/>
                        <a:latin typeface="+mj-lt"/>
                        <a:ea typeface="Times New Roman"/>
                      </a:endParaRPr>
                    </a:p>
                  </a:txBody>
                  <a:tcPr marL="0" marR="0" marT="0" marB="0"/>
                </a:tc>
              </a:tr>
              <a:tr h="156984">
                <a:tc>
                  <a:txBody>
                    <a:bodyPr/>
                    <a:lstStyle/>
                    <a:p>
                      <a:pPr marL="32385" marR="60325">
                        <a:lnSpc>
                          <a:spcPct val="105000"/>
                        </a:lnSpc>
                        <a:spcBef>
                          <a:spcPts val="35"/>
                        </a:spcBef>
                        <a:spcAft>
                          <a:spcPts val="0"/>
                        </a:spcAft>
                      </a:pPr>
                      <a:r>
                        <a:rPr lang="en-US" sz="800" b="1" u="none" spc="-5" dirty="0" smtClean="0">
                          <a:effectLst/>
                          <a:latin typeface="+mj-lt"/>
                        </a:rPr>
                        <a:t> A</a:t>
                      </a:r>
                      <a:r>
                        <a:rPr lang="en-US" sz="800" b="1" u="none" dirty="0" smtClean="0">
                          <a:effectLst/>
                          <a:latin typeface="+mj-lt"/>
                        </a:rPr>
                        <a:t>v</a:t>
                      </a:r>
                      <a:r>
                        <a:rPr lang="en-US" sz="800" b="1" u="none" spc="5" dirty="0" smtClean="0">
                          <a:effectLst/>
                          <a:latin typeface="+mj-lt"/>
                        </a:rPr>
                        <a:t>e</a:t>
                      </a:r>
                      <a:r>
                        <a:rPr lang="en-US" sz="800" b="1" u="none" spc="15" dirty="0" smtClean="0">
                          <a:effectLst/>
                          <a:latin typeface="+mj-lt"/>
                        </a:rPr>
                        <a:t>r</a:t>
                      </a:r>
                      <a:r>
                        <a:rPr lang="en-US" sz="800" b="1" u="none" spc="5" dirty="0" smtClean="0">
                          <a:effectLst/>
                          <a:latin typeface="+mj-lt"/>
                        </a:rPr>
                        <a:t>ag</a:t>
                      </a:r>
                      <a:r>
                        <a:rPr lang="en-US" sz="800" b="1" u="none" dirty="0" smtClean="0">
                          <a:effectLst/>
                          <a:latin typeface="+mj-lt"/>
                        </a:rPr>
                        <a:t>e</a:t>
                      </a:r>
                      <a:endParaRPr lang="en-US" sz="800" b="1" u="none" dirty="0">
                        <a:effectLst/>
                        <a:latin typeface="+mj-lt"/>
                        <a:ea typeface="Times New Roman"/>
                      </a:endParaRPr>
                    </a:p>
                  </a:txBody>
                  <a:tcPr marL="0" marR="0" marT="0" marB="0"/>
                </a:tc>
                <a:tc>
                  <a:txBody>
                    <a:bodyPr/>
                    <a:lstStyle/>
                    <a:p>
                      <a:pPr marL="313690" marR="316230" algn="ctr">
                        <a:spcBef>
                          <a:spcPts val="0"/>
                        </a:spcBef>
                        <a:spcAft>
                          <a:spcPts val="0"/>
                        </a:spcAft>
                      </a:pPr>
                      <a:r>
                        <a:rPr lang="en-US" sz="800" u="none" spc="5" dirty="0" smtClean="0">
                          <a:effectLst/>
                          <a:latin typeface="+mj-lt"/>
                        </a:rPr>
                        <a:t>10</a:t>
                      </a:r>
                      <a:endParaRPr lang="en-US" sz="800" u="none" dirty="0">
                        <a:effectLst/>
                        <a:latin typeface="+mj-lt"/>
                        <a:ea typeface="Times New Roman"/>
                      </a:endParaRPr>
                    </a:p>
                  </a:txBody>
                  <a:tcPr marL="0" marR="0" marT="0" marB="0"/>
                </a:tc>
                <a:tc>
                  <a:txBody>
                    <a:bodyPr/>
                    <a:lstStyle/>
                    <a:p>
                      <a:pPr marL="313690" marR="309880" algn="ctr">
                        <a:spcBef>
                          <a:spcPts val="0"/>
                        </a:spcBef>
                        <a:spcAft>
                          <a:spcPts val="0"/>
                        </a:spcAft>
                      </a:pPr>
                      <a:r>
                        <a:rPr lang="en-US" sz="800" u="none" spc="5" dirty="0" smtClean="0">
                          <a:effectLst/>
                          <a:latin typeface="+mj-lt"/>
                        </a:rPr>
                        <a:t>13</a:t>
                      </a:r>
                      <a:endParaRPr lang="en-US" sz="800" u="none" dirty="0">
                        <a:effectLst/>
                        <a:latin typeface="+mj-lt"/>
                      </a:endParaRPr>
                    </a:p>
                  </a:txBody>
                  <a:tcPr marL="0" marR="0" marT="0" marB="0"/>
                </a:tc>
                <a:tc>
                  <a:txBody>
                    <a:bodyPr/>
                    <a:lstStyle/>
                    <a:p>
                      <a:pPr marL="313690" marR="309880" algn="ctr">
                        <a:spcBef>
                          <a:spcPts val="0"/>
                        </a:spcBef>
                        <a:spcAft>
                          <a:spcPts val="0"/>
                        </a:spcAft>
                      </a:pPr>
                      <a:r>
                        <a:rPr lang="en-US" sz="800" u="none" spc="-5" dirty="0" smtClean="0">
                          <a:effectLst/>
                          <a:latin typeface="+mj-lt"/>
                        </a:rPr>
                        <a:t>22</a:t>
                      </a:r>
                      <a:endParaRPr lang="en-US" sz="800" u="none" dirty="0">
                        <a:effectLst/>
                        <a:latin typeface="+mj-lt"/>
                      </a:endParaRPr>
                    </a:p>
                  </a:txBody>
                  <a:tcPr marL="0" marR="0" marT="0" marB="0"/>
                </a:tc>
                <a:tc>
                  <a:txBody>
                    <a:bodyPr/>
                    <a:lstStyle/>
                    <a:p>
                      <a:pPr marL="313690" marR="311785" algn="ctr">
                        <a:spcBef>
                          <a:spcPts val="0"/>
                        </a:spcBef>
                        <a:spcAft>
                          <a:spcPts val="0"/>
                        </a:spcAft>
                      </a:pPr>
                      <a:r>
                        <a:rPr lang="en-US" sz="800" u="none" dirty="0" smtClean="0">
                          <a:effectLst/>
                          <a:latin typeface="+mj-lt"/>
                          <a:ea typeface="Times New Roman"/>
                        </a:rPr>
                        <a:t>20</a:t>
                      </a:r>
                      <a:endParaRPr lang="en-US" sz="800" u="none" dirty="0">
                        <a:effectLst/>
                        <a:latin typeface="+mj-lt"/>
                        <a:ea typeface="Times New Roman"/>
                      </a:endParaRPr>
                    </a:p>
                  </a:txBody>
                  <a:tcPr marL="0" marR="0" marT="0" marB="0"/>
                </a:tc>
                <a:tc>
                  <a:txBody>
                    <a:bodyPr/>
                    <a:lstStyle/>
                    <a:p>
                      <a:pPr marL="309245" marR="305435" algn="ctr">
                        <a:spcBef>
                          <a:spcPts val="0"/>
                        </a:spcBef>
                        <a:spcAft>
                          <a:spcPts val="0"/>
                        </a:spcAft>
                      </a:pPr>
                      <a:r>
                        <a:rPr lang="en-US" sz="800" u="none" spc="-15" dirty="0" smtClean="0">
                          <a:effectLst/>
                          <a:latin typeface="+mj-lt"/>
                        </a:rPr>
                        <a:t>11</a:t>
                      </a:r>
                      <a:endParaRPr lang="en-US" sz="800" u="none" dirty="0">
                        <a:effectLst/>
                        <a:latin typeface="+mj-lt"/>
                        <a:ea typeface="Times New Roman"/>
                      </a:endParaRPr>
                    </a:p>
                  </a:txBody>
                  <a:tcPr marL="0" marR="0" marT="0" marB="0"/>
                </a:tc>
                <a:tc>
                  <a:txBody>
                    <a:bodyPr/>
                    <a:lstStyle/>
                    <a:p>
                      <a:pPr marL="313055" marR="303530" algn="ctr">
                        <a:spcBef>
                          <a:spcPts val="0"/>
                        </a:spcBef>
                        <a:spcAft>
                          <a:spcPts val="0"/>
                        </a:spcAft>
                      </a:pPr>
                      <a:r>
                        <a:rPr lang="en-US" sz="800" u="none" spc="15" dirty="0" smtClean="0">
                          <a:effectLst/>
                          <a:latin typeface="+mj-lt"/>
                        </a:rPr>
                        <a:t>30</a:t>
                      </a:r>
                      <a:endParaRPr lang="en-US" sz="800" u="none" dirty="0">
                        <a:effectLst/>
                        <a:latin typeface="+mj-lt"/>
                      </a:endParaRPr>
                    </a:p>
                  </a:txBody>
                  <a:tcPr marL="0" marR="0" marT="0" marB="0"/>
                </a:tc>
                <a:tc>
                  <a:txBody>
                    <a:bodyPr/>
                    <a:lstStyle/>
                    <a:p>
                      <a:pPr marL="304165" marR="310515" algn="ctr">
                        <a:spcBef>
                          <a:spcPts val="0"/>
                        </a:spcBef>
                        <a:spcAft>
                          <a:spcPts val="0"/>
                        </a:spcAft>
                      </a:pPr>
                      <a:r>
                        <a:rPr lang="en-US" sz="800" u="none" spc="-45" dirty="0" smtClean="0">
                          <a:effectLst/>
                          <a:latin typeface="+mj-lt"/>
                        </a:rPr>
                        <a:t>48</a:t>
                      </a:r>
                      <a:endParaRPr lang="en-US" sz="800" u="none" dirty="0">
                        <a:effectLst/>
                        <a:latin typeface="+mj-lt"/>
                        <a:ea typeface="Times New Roman"/>
                      </a:endParaRPr>
                    </a:p>
                  </a:txBody>
                  <a:tcPr marL="0" marR="0" marT="0" marB="0"/>
                </a:tc>
              </a:tr>
              <a:tr h="121440">
                <a:tc gridSpan="8">
                  <a:txBody>
                    <a:bodyPr/>
                    <a:lstStyle/>
                    <a:p>
                      <a:pPr marL="32385" marR="0">
                        <a:spcBef>
                          <a:spcPts val="35"/>
                        </a:spcBef>
                        <a:spcAft>
                          <a:spcPts val="0"/>
                        </a:spcAft>
                      </a:pPr>
                      <a:r>
                        <a:rPr lang="en-US" sz="800" u="none" spc="10" dirty="0" smtClean="0">
                          <a:effectLst/>
                          <a:latin typeface="+mj-lt"/>
                        </a:rPr>
                        <a:t> </a:t>
                      </a:r>
                      <a:r>
                        <a:rPr lang="en-US" sz="800" u="sng" spc="10" dirty="0" smtClean="0">
                          <a:effectLst/>
                          <a:latin typeface="+mj-lt"/>
                        </a:rPr>
                        <a:t>ASI</a:t>
                      </a:r>
                      <a:r>
                        <a:rPr lang="en-US" sz="800" u="sng" dirty="0" smtClean="0">
                          <a:effectLst/>
                          <a:latin typeface="+mj-lt"/>
                        </a:rPr>
                        <a:t>A</a:t>
                      </a:r>
                      <a:r>
                        <a:rPr lang="en-US" sz="800" u="sng" spc="20" dirty="0" smtClean="0">
                          <a:effectLst/>
                          <a:latin typeface="+mj-lt"/>
                        </a:rPr>
                        <a:t> </a:t>
                      </a:r>
                      <a:r>
                        <a:rPr lang="en-US" sz="800" u="sng" spc="5" dirty="0">
                          <a:effectLst/>
                          <a:latin typeface="+mj-lt"/>
                        </a:rPr>
                        <a:t>P</a:t>
                      </a:r>
                      <a:r>
                        <a:rPr lang="en-US" sz="800" u="sng" spc="10" dirty="0">
                          <a:effectLst/>
                          <a:latin typeface="+mj-lt"/>
                        </a:rPr>
                        <a:t>ACIFI</a:t>
                      </a:r>
                      <a:r>
                        <a:rPr lang="en-US" sz="800" u="sng" dirty="0">
                          <a:effectLst/>
                          <a:latin typeface="+mj-lt"/>
                        </a:rPr>
                        <a:t>C</a:t>
                      </a:r>
                      <a:r>
                        <a:rPr lang="en-US" sz="800" u="sng" spc="20" dirty="0">
                          <a:effectLst/>
                          <a:latin typeface="+mj-lt"/>
                        </a:rPr>
                        <a:t> </a:t>
                      </a:r>
                      <a:r>
                        <a:rPr lang="en-US" sz="800" u="sng" dirty="0">
                          <a:effectLst/>
                          <a:latin typeface="+mj-lt"/>
                        </a:rPr>
                        <a:t>&amp;</a:t>
                      </a:r>
                      <a:r>
                        <a:rPr lang="en-US" sz="800" u="sng" spc="20" dirty="0">
                          <a:effectLst/>
                          <a:latin typeface="+mj-lt"/>
                        </a:rPr>
                        <a:t> </a:t>
                      </a:r>
                      <a:r>
                        <a:rPr lang="en-US" sz="800" u="sng" spc="10" dirty="0">
                          <a:effectLst/>
                          <a:latin typeface="+mj-lt"/>
                        </a:rPr>
                        <a:t>SOUT</a:t>
                      </a:r>
                      <a:r>
                        <a:rPr lang="en-US" sz="800" u="sng" dirty="0">
                          <a:effectLst/>
                          <a:latin typeface="+mj-lt"/>
                        </a:rPr>
                        <a:t>H</a:t>
                      </a:r>
                      <a:r>
                        <a:rPr lang="en-US" sz="800" u="sng" spc="15" dirty="0">
                          <a:effectLst/>
                          <a:latin typeface="+mj-lt"/>
                        </a:rPr>
                        <a:t> </a:t>
                      </a:r>
                      <a:r>
                        <a:rPr lang="en-US" sz="800" u="sng" spc="10" dirty="0">
                          <a:effectLst/>
                          <a:latin typeface="+mj-lt"/>
                        </a:rPr>
                        <a:t>ASI</a:t>
                      </a:r>
                      <a:r>
                        <a:rPr lang="en-US" sz="800" u="sng" dirty="0">
                          <a:effectLst/>
                          <a:latin typeface="+mj-lt"/>
                        </a:rPr>
                        <a:t>A</a:t>
                      </a:r>
                      <a:endParaRPr lang="en-US" sz="800" dirty="0">
                        <a:effectLst/>
                        <a:latin typeface="+mj-lt"/>
                        <a:ea typeface="Times New Roman"/>
                      </a:endParaRPr>
                    </a:p>
                  </a:txBody>
                  <a:tcPr marL="0" marR="0" marT="0" marB="0"/>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r>
              <a:tr h="138094">
                <a:tc>
                  <a:txBody>
                    <a:bodyPr/>
                    <a:lstStyle/>
                    <a:p>
                      <a:pPr marL="32385" marR="0">
                        <a:spcBef>
                          <a:spcPts val="35"/>
                        </a:spcBef>
                        <a:spcAft>
                          <a:spcPts val="0"/>
                        </a:spcAft>
                      </a:pPr>
                      <a:r>
                        <a:rPr lang="en-US" sz="800" u="none" spc="15" dirty="0" smtClean="0">
                          <a:effectLst/>
                          <a:latin typeface="+mj-lt"/>
                        </a:rPr>
                        <a:t> C</a:t>
                      </a:r>
                      <a:r>
                        <a:rPr lang="en-US" sz="800" u="none" dirty="0" smtClean="0">
                          <a:effectLst/>
                          <a:latin typeface="+mj-lt"/>
                        </a:rPr>
                        <a:t>hi</a:t>
                      </a:r>
                      <a:r>
                        <a:rPr lang="en-US" sz="800" u="none" spc="10" dirty="0" smtClean="0">
                          <a:effectLst/>
                          <a:latin typeface="+mj-lt"/>
                        </a:rPr>
                        <a:t>n</a:t>
                      </a:r>
                      <a:r>
                        <a:rPr lang="en-US" sz="800" u="none" dirty="0" smtClean="0">
                          <a:effectLst/>
                          <a:latin typeface="+mj-lt"/>
                        </a:rPr>
                        <a:t>a</a:t>
                      </a:r>
                      <a:endParaRPr lang="en-US" sz="800" u="none" dirty="0">
                        <a:effectLst/>
                        <a:latin typeface="+mj-lt"/>
                        <a:ea typeface="Times New Roman"/>
                      </a:endParaRPr>
                    </a:p>
                  </a:txBody>
                  <a:tcPr marL="0" marR="0" marT="0" marB="0"/>
                </a:tc>
                <a:tc>
                  <a:txBody>
                    <a:bodyPr/>
                    <a:lstStyle/>
                    <a:p>
                      <a:pPr marL="313690" marR="316230" algn="ctr">
                        <a:spcBef>
                          <a:spcPts val="35"/>
                        </a:spcBef>
                        <a:spcAft>
                          <a:spcPts val="0"/>
                        </a:spcAft>
                      </a:pPr>
                      <a:r>
                        <a:rPr lang="en-US" sz="800" u="none" dirty="0">
                          <a:effectLst/>
                          <a:latin typeface="+mj-lt"/>
                        </a:rPr>
                        <a:t>5</a:t>
                      </a:r>
                      <a:endParaRPr lang="en-US" sz="800" u="none" dirty="0">
                        <a:effectLst/>
                        <a:latin typeface="+mj-lt"/>
                        <a:ea typeface="Times New Roman"/>
                      </a:endParaRPr>
                    </a:p>
                  </a:txBody>
                  <a:tcPr marL="0" marR="0" marT="0" marB="0"/>
                </a:tc>
                <a:tc>
                  <a:txBody>
                    <a:bodyPr/>
                    <a:lstStyle/>
                    <a:p>
                      <a:pPr marL="313690" marR="309880" algn="ctr">
                        <a:spcBef>
                          <a:spcPts val="35"/>
                        </a:spcBef>
                        <a:spcAft>
                          <a:spcPts val="0"/>
                        </a:spcAft>
                      </a:pPr>
                      <a:r>
                        <a:rPr lang="en-US" sz="800" u="none" dirty="0">
                          <a:effectLst/>
                          <a:latin typeface="+mj-lt"/>
                        </a:rPr>
                        <a:t>7</a:t>
                      </a:r>
                      <a:endParaRPr lang="en-US" sz="800" u="none" dirty="0">
                        <a:effectLst/>
                        <a:latin typeface="+mj-lt"/>
                        <a:ea typeface="Times New Roman"/>
                      </a:endParaRPr>
                    </a:p>
                  </a:txBody>
                  <a:tcPr marL="0" marR="0" marT="0" marB="0"/>
                </a:tc>
                <a:tc>
                  <a:txBody>
                    <a:bodyPr/>
                    <a:lstStyle/>
                    <a:p>
                      <a:pPr marL="312420" marR="306070" algn="ctr">
                        <a:spcBef>
                          <a:spcPts val="35"/>
                        </a:spcBef>
                        <a:spcAft>
                          <a:spcPts val="0"/>
                        </a:spcAft>
                      </a:pPr>
                      <a:r>
                        <a:rPr lang="en-US" sz="800" u="none" spc="10" dirty="0">
                          <a:effectLst/>
                          <a:latin typeface="+mj-lt"/>
                        </a:rPr>
                        <a:t>13</a:t>
                      </a:r>
                      <a:endParaRPr lang="en-US" sz="800" u="none" dirty="0">
                        <a:effectLst/>
                        <a:latin typeface="+mj-lt"/>
                        <a:ea typeface="Times New Roman"/>
                      </a:endParaRPr>
                    </a:p>
                  </a:txBody>
                  <a:tcPr marL="0" marR="0" marT="0" marB="0"/>
                </a:tc>
                <a:tc>
                  <a:txBody>
                    <a:bodyPr/>
                    <a:lstStyle/>
                    <a:p>
                      <a:pPr marL="2540" marR="0" algn="ctr">
                        <a:spcBef>
                          <a:spcPts val="35"/>
                        </a:spcBef>
                        <a:spcAft>
                          <a:spcPts val="0"/>
                        </a:spcAft>
                      </a:pPr>
                      <a:r>
                        <a:rPr lang="en-US" sz="800" u="none" spc="20" dirty="0">
                          <a:effectLst/>
                          <a:latin typeface="+mj-lt"/>
                        </a:rPr>
                        <a:t>12</a:t>
                      </a:r>
                      <a:endParaRPr lang="en-US" sz="800" u="none" dirty="0">
                        <a:effectLst/>
                        <a:latin typeface="+mj-lt"/>
                        <a:ea typeface="Times New Roman"/>
                      </a:endParaRPr>
                    </a:p>
                  </a:txBody>
                  <a:tcPr marL="0" marR="0" marT="0" marB="0"/>
                </a:tc>
                <a:tc>
                  <a:txBody>
                    <a:bodyPr/>
                    <a:lstStyle/>
                    <a:p>
                      <a:pPr marL="4445" marR="0" algn="ctr">
                        <a:spcBef>
                          <a:spcPts val="35"/>
                        </a:spcBef>
                        <a:spcAft>
                          <a:spcPts val="0"/>
                        </a:spcAft>
                      </a:pPr>
                      <a:r>
                        <a:rPr lang="en-US" sz="800" u="none">
                          <a:effectLst/>
                          <a:latin typeface="+mj-lt"/>
                        </a:rPr>
                        <a:t>4</a:t>
                      </a:r>
                      <a:endParaRPr lang="en-US" sz="800" u="none">
                        <a:effectLst/>
                        <a:latin typeface="+mj-lt"/>
                        <a:ea typeface="Times New Roman"/>
                      </a:endParaRPr>
                    </a:p>
                  </a:txBody>
                  <a:tcPr marL="0" marR="0" marT="0" marB="0"/>
                </a:tc>
                <a:tc>
                  <a:txBody>
                    <a:bodyPr/>
                    <a:lstStyle/>
                    <a:p>
                      <a:pPr marL="309245" marR="302260" algn="ctr">
                        <a:spcBef>
                          <a:spcPts val="35"/>
                        </a:spcBef>
                        <a:spcAft>
                          <a:spcPts val="0"/>
                        </a:spcAft>
                      </a:pPr>
                      <a:r>
                        <a:rPr lang="en-US" sz="800" u="none" spc="-25" dirty="0">
                          <a:effectLst/>
                          <a:latin typeface="+mj-lt"/>
                        </a:rPr>
                        <a:t>37</a:t>
                      </a:r>
                      <a:endParaRPr lang="en-US" sz="800" u="none" dirty="0">
                        <a:effectLst/>
                        <a:latin typeface="+mj-lt"/>
                        <a:ea typeface="Times New Roman"/>
                      </a:endParaRPr>
                    </a:p>
                  </a:txBody>
                  <a:tcPr marL="0" marR="0" marT="0" marB="0"/>
                </a:tc>
                <a:tc>
                  <a:txBody>
                    <a:bodyPr/>
                    <a:lstStyle/>
                    <a:p>
                      <a:pPr marL="313690" marR="314325" algn="ctr">
                        <a:spcBef>
                          <a:spcPts val="35"/>
                        </a:spcBef>
                        <a:spcAft>
                          <a:spcPts val="0"/>
                        </a:spcAft>
                      </a:pPr>
                      <a:r>
                        <a:rPr lang="en-US" sz="800" u="none" spc="5" dirty="0">
                          <a:effectLst/>
                          <a:latin typeface="+mj-lt"/>
                        </a:rPr>
                        <a:t>3</a:t>
                      </a:r>
                      <a:r>
                        <a:rPr lang="en-US" sz="800" u="none" dirty="0">
                          <a:effectLst/>
                          <a:latin typeface="+mj-lt"/>
                        </a:rPr>
                        <a:t>9</a:t>
                      </a:r>
                      <a:endParaRPr lang="en-US" sz="800" u="none" dirty="0">
                        <a:effectLst/>
                        <a:latin typeface="+mj-lt"/>
                        <a:ea typeface="Times New Roman"/>
                      </a:endParaRPr>
                    </a:p>
                  </a:txBody>
                  <a:tcPr marL="0" marR="0" marT="0" marB="0"/>
                </a:tc>
              </a:tr>
              <a:tr h="96011">
                <a:tc>
                  <a:txBody>
                    <a:bodyPr/>
                    <a:lstStyle/>
                    <a:p>
                      <a:pPr marL="32385" marR="0">
                        <a:spcBef>
                          <a:spcPts val="35"/>
                        </a:spcBef>
                        <a:spcAft>
                          <a:spcPts val="0"/>
                        </a:spcAft>
                      </a:pPr>
                      <a:r>
                        <a:rPr lang="en-US" sz="800" u="none" spc="10" dirty="0" smtClean="0">
                          <a:effectLst/>
                          <a:latin typeface="+mj-lt"/>
                        </a:rPr>
                        <a:t> J</a:t>
                      </a:r>
                      <a:r>
                        <a:rPr lang="en-US" sz="800" u="none" dirty="0" smtClean="0">
                          <a:effectLst/>
                          <a:latin typeface="+mj-lt"/>
                        </a:rPr>
                        <a:t>a</a:t>
                      </a:r>
                      <a:r>
                        <a:rPr lang="en-US" sz="800" u="none" spc="15" dirty="0" smtClean="0">
                          <a:effectLst/>
                          <a:latin typeface="+mj-lt"/>
                        </a:rPr>
                        <a:t>p</a:t>
                      </a:r>
                      <a:r>
                        <a:rPr lang="en-US" sz="800" u="none" dirty="0" smtClean="0">
                          <a:effectLst/>
                          <a:latin typeface="+mj-lt"/>
                        </a:rPr>
                        <a:t>an</a:t>
                      </a:r>
                      <a:endParaRPr lang="en-US" sz="800" u="none" dirty="0">
                        <a:effectLst/>
                        <a:latin typeface="+mj-lt"/>
                        <a:ea typeface="Times New Roman"/>
                      </a:endParaRPr>
                    </a:p>
                  </a:txBody>
                  <a:tcPr marL="0" marR="0" marT="0" marB="0" anchor="ctr"/>
                </a:tc>
                <a:tc>
                  <a:txBody>
                    <a:bodyPr/>
                    <a:lstStyle/>
                    <a:p>
                      <a:pPr marL="313690" marR="316230" algn="ctr">
                        <a:spcBef>
                          <a:spcPts val="35"/>
                        </a:spcBef>
                        <a:spcAft>
                          <a:spcPts val="0"/>
                        </a:spcAft>
                      </a:pPr>
                      <a:r>
                        <a:rPr lang="en-US" sz="800" u="none" dirty="0">
                          <a:effectLst/>
                          <a:latin typeface="+mj-lt"/>
                        </a:rPr>
                        <a:t>2</a:t>
                      </a:r>
                      <a:endParaRPr lang="en-US" sz="800" u="none" dirty="0">
                        <a:effectLst/>
                        <a:latin typeface="+mj-lt"/>
                        <a:ea typeface="Times New Roman"/>
                      </a:endParaRPr>
                    </a:p>
                  </a:txBody>
                  <a:tcPr marL="0" marR="0" marT="0" marB="0" anchor="ctr"/>
                </a:tc>
                <a:tc>
                  <a:txBody>
                    <a:bodyPr/>
                    <a:lstStyle/>
                    <a:p>
                      <a:pPr marL="313690" marR="309880" algn="ctr">
                        <a:spcBef>
                          <a:spcPts val="35"/>
                        </a:spcBef>
                        <a:spcAft>
                          <a:spcPts val="0"/>
                        </a:spcAft>
                      </a:pPr>
                      <a:r>
                        <a:rPr lang="en-US" sz="800" u="none">
                          <a:effectLst/>
                          <a:latin typeface="+mj-lt"/>
                        </a:rPr>
                        <a:t>2</a:t>
                      </a:r>
                      <a:endParaRPr lang="en-US" sz="800" u="none">
                        <a:effectLst/>
                        <a:latin typeface="+mj-lt"/>
                        <a:ea typeface="Times New Roman"/>
                      </a:endParaRPr>
                    </a:p>
                  </a:txBody>
                  <a:tcPr marL="0" marR="0" marT="0" marB="0" anchor="ctr"/>
                </a:tc>
                <a:tc>
                  <a:txBody>
                    <a:bodyPr/>
                    <a:lstStyle/>
                    <a:p>
                      <a:pPr marL="314325" marR="309880" algn="ctr">
                        <a:spcBef>
                          <a:spcPts val="35"/>
                        </a:spcBef>
                        <a:spcAft>
                          <a:spcPts val="0"/>
                        </a:spcAft>
                      </a:pPr>
                      <a:r>
                        <a:rPr lang="en-US" sz="800" u="none">
                          <a:effectLst/>
                          <a:latin typeface="+mj-lt"/>
                        </a:rPr>
                        <a:t>4</a:t>
                      </a:r>
                      <a:endParaRPr lang="en-US" sz="800" u="none">
                        <a:effectLst/>
                        <a:latin typeface="+mj-lt"/>
                        <a:ea typeface="Times New Roman"/>
                      </a:endParaRPr>
                    </a:p>
                  </a:txBody>
                  <a:tcPr marL="0" marR="0" marT="0" marB="0" anchor="ctr"/>
                </a:tc>
                <a:tc>
                  <a:txBody>
                    <a:bodyPr/>
                    <a:lstStyle/>
                    <a:p>
                      <a:pPr marL="309880" marR="310515" algn="ctr">
                        <a:spcBef>
                          <a:spcPts val="35"/>
                        </a:spcBef>
                        <a:spcAft>
                          <a:spcPts val="0"/>
                        </a:spcAft>
                      </a:pPr>
                      <a:r>
                        <a:rPr lang="en-US" sz="800" u="none" dirty="0">
                          <a:effectLst/>
                          <a:latin typeface="+mj-lt"/>
                        </a:rPr>
                        <a:t>6</a:t>
                      </a:r>
                      <a:endParaRPr lang="en-US" sz="800" u="none" dirty="0">
                        <a:effectLst/>
                        <a:latin typeface="+mj-lt"/>
                        <a:ea typeface="Times New Roman"/>
                      </a:endParaRPr>
                    </a:p>
                  </a:txBody>
                  <a:tcPr marL="0" marR="0" marT="0" marB="0" anchor="ctr"/>
                </a:tc>
                <a:tc>
                  <a:txBody>
                    <a:bodyPr/>
                    <a:lstStyle/>
                    <a:p>
                      <a:pPr marL="313690" marR="309245" algn="ctr">
                        <a:spcBef>
                          <a:spcPts val="35"/>
                        </a:spcBef>
                        <a:spcAft>
                          <a:spcPts val="0"/>
                        </a:spcAft>
                      </a:pPr>
                      <a:r>
                        <a:rPr lang="en-US" sz="800" u="none">
                          <a:effectLst/>
                          <a:latin typeface="+mj-lt"/>
                        </a:rPr>
                        <a:t>1</a:t>
                      </a:r>
                      <a:endParaRPr lang="en-US" sz="800" u="none">
                        <a:effectLst/>
                        <a:latin typeface="+mj-lt"/>
                        <a:ea typeface="Times New Roman"/>
                      </a:endParaRPr>
                    </a:p>
                  </a:txBody>
                  <a:tcPr marL="0" marR="0" marT="0" marB="0" anchor="ctr"/>
                </a:tc>
                <a:tc>
                  <a:txBody>
                    <a:bodyPr/>
                    <a:lstStyle/>
                    <a:p>
                      <a:pPr marL="309880" marR="302895" algn="ctr">
                        <a:spcBef>
                          <a:spcPts val="35"/>
                        </a:spcBef>
                        <a:spcAft>
                          <a:spcPts val="0"/>
                        </a:spcAft>
                      </a:pPr>
                      <a:r>
                        <a:rPr lang="en-US" sz="800" u="none" spc="-15">
                          <a:effectLst/>
                          <a:latin typeface="+mj-lt"/>
                        </a:rPr>
                        <a:t>21</a:t>
                      </a:r>
                      <a:endParaRPr lang="en-US" sz="800" u="none">
                        <a:effectLst/>
                        <a:latin typeface="+mj-lt"/>
                        <a:ea typeface="Times New Roman"/>
                      </a:endParaRPr>
                    </a:p>
                  </a:txBody>
                  <a:tcPr marL="0" marR="0" marT="0" marB="0" anchor="ctr"/>
                </a:tc>
                <a:tc>
                  <a:txBody>
                    <a:bodyPr/>
                    <a:lstStyle/>
                    <a:p>
                      <a:pPr marL="313690" marR="314325" algn="ctr">
                        <a:spcBef>
                          <a:spcPts val="35"/>
                        </a:spcBef>
                        <a:spcAft>
                          <a:spcPts val="0"/>
                        </a:spcAft>
                      </a:pPr>
                      <a:r>
                        <a:rPr lang="en-US" sz="800" u="none" spc="10" dirty="0">
                          <a:effectLst/>
                          <a:latin typeface="+mj-lt"/>
                        </a:rPr>
                        <a:t>6</a:t>
                      </a:r>
                      <a:r>
                        <a:rPr lang="en-US" sz="800" u="none" dirty="0">
                          <a:effectLst/>
                          <a:latin typeface="+mj-lt"/>
                        </a:rPr>
                        <a:t>6</a:t>
                      </a:r>
                      <a:endParaRPr lang="en-US" sz="800" u="none" dirty="0">
                        <a:effectLst/>
                        <a:latin typeface="+mj-lt"/>
                        <a:ea typeface="Times New Roman"/>
                      </a:endParaRPr>
                    </a:p>
                  </a:txBody>
                  <a:tcPr marL="0" marR="0" marT="0" marB="0" anchor="ctr"/>
                </a:tc>
              </a:tr>
              <a:tr h="138582">
                <a:tc>
                  <a:txBody>
                    <a:bodyPr/>
                    <a:lstStyle/>
                    <a:p>
                      <a:pPr marL="0" marR="0" indent="0">
                        <a:spcBef>
                          <a:spcPts val="40"/>
                        </a:spcBef>
                        <a:spcAft>
                          <a:spcPts val="0"/>
                        </a:spcAft>
                      </a:pPr>
                      <a:r>
                        <a:rPr lang="en-US" sz="800" u="none" spc="15" dirty="0" smtClean="0">
                          <a:effectLst/>
                          <a:latin typeface="+mj-lt"/>
                        </a:rPr>
                        <a:t>  T</a:t>
                      </a:r>
                      <a:r>
                        <a:rPr lang="en-US" sz="800" u="none" spc="10" dirty="0" smtClean="0">
                          <a:effectLst/>
                          <a:latin typeface="+mj-lt"/>
                        </a:rPr>
                        <a:t>h</a:t>
                      </a:r>
                      <a:r>
                        <a:rPr lang="en-US" sz="800" u="none" dirty="0" smtClean="0">
                          <a:effectLst/>
                          <a:latin typeface="+mj-lt"/>
                        </a:rPr>
                        <a:t>ai</a:t>
                      </a:r>
                      <a:r>
                        <a:rPr lang="en-US" sz="800" u="none" spc="10" dirty="0" smtClean="0">
                          <a:effectLst/>
                          <a:latin typeface="+mj-lt"/>
                        </a:rPr>
                        <a:t>l</a:t>
                      </a:r>
                      <a:r>
                        <a:rPr lang="en-US" sz="800" u="none" dirty="0" smtClean="0">
                          <a:effectLst/>
                          <a:latin typeface="+mj-lt"/>
                        </a:rPr>
                        <a:t>a</a:t>
                      </a:r>
                      <a:r>
                        <a:rPr lang="en-US" sz="800" u="none" spc="5" dirty="0" smtClean="0">
                          <a:effectLst/>
                          <a:latin typeface="+mj-lt"/>
                        </a:rPr>
                        <a:t>n</a:t>
                      </a:r>
                      <a:r>
                        <a:rPr lang="en-US" sz="800" u="none" dirty="0" smtClean="0">
                          <a:effectLst/>
                          <a:latin typeface="+mj-lt"/>
                        </a:rPr>
                        <a:t>d</a:t>
                      </a:r>
                      <a:endParaRPr lang="en-US" sz="800" u="none" dirty="0">
                        <a:effectLst/>
                        <a:latin typeface="+mj-lt"/>
                        <a:ea typeface="Times New Roman"/>
                      </a:endParaRPr>
                    </a:p>
                  </a:txBody>
                  <a:tcPr marL="0" marR="0" marT="0" marB="0"/>
                </a:tc>
                <a:tc>
                  <a:txBody>
                    <a:bodyPr/>
                    <a:lstStyle/>
                    <a:p>
                      <a:pPr marL="0" marR="347345" indent="341313" algn="ctr">
                        <a:spcBef>
                          <a:spcPts val="40"/>
                        </a:spcBef>
                        <a:spcAft>
                          <a:spcPts val="0"/>
                        </a:spcAft>
                      </a:pPr>
                      <a:r>
                        <a:rPr lang="en-US" sz="800" u="none" dirty="0">
                          <a:effectLst/>
                          <a:latin typeface="+mj-lt"/>
                        </a:rPr>
                        <a:t>9</a:t>
                      </a:r>
                      <a:endParaRPr lang="en-US" sz="800" u="none" dirty="0">
                        <a:effectLst/>
                        <a:latin typeface="+mj-lt"/>
                        <a:ea typeface="Times New Roman"/>
                      </a:endParaRPr>
                    </a:p>
                  </a:txBody>
                  <a:tcPr marL="0" marR="0" marT="0" marB="0"/>
                </a:tc>
                <a:tc>
                  <a:txBody>
                    <a:bodyPr/>
                    <a:lstStyle/>
                    <a:p>
                      <a:pPr marL="1905" marR="0" algn="ctr">
                        <a:spcBef>
                          <a:spcPts val="40"/>
                        </a:spcBef>
                        <a:spcAft>
                          <a:spcPts val="0"/>
                        </a:spcAft>
                      </a:pPr>
                      <a:r>
                        <a:rPr lang="en-US" sz="800" u="none">
                          <a:effectLst/>
                          <a:latin typeface="+mj-lt"/>
                        </a:rPr>
                        <a:t>11</a:t>
                      </a:r>
                      <a:endParaRPr lang="en-US" sz="800" u="none">
                        <a:effectLst/>
                        <a:latin typeface="+mj-lt"/>
                        <a:ea typeface="Times New Roman"/>
                      </a:endParaRPr>
                    </a:p>
                  </a:txBody>
                  <a:tcPr marL="0" marR="0" marT="0" marB="0"/>
                </a:tc>
                <a:tc>
                  <a:txBody>
                    <a:bodyPr/>
                    <a:lstStyle/>
                    <a:p>
                      <a:pPr marL="311785" marR="304800" algn="ctr">
                        <a:spcBef>
                          <a:spcPts val="40"/>
                        </a:spcBef>
                        <a:spcAft>
                          <a:spcPts val="0"/>
                        </a:spcAft>
                      </a:pPr>
                      <a:r>
                        <a:rPr lang="en-US" sz="800" u="none" spc="5">
                          <a:effectLst/>
                          <a:latin typeface="+mj-lt"/>
                        </a:rPr>
                        <a:t>1</a:t>
                      </a:r>
                      <a:r>
                        <a:rPr lang="en-US" sz="800" u="none">
                          <a:effectLst/>
                          <a:latin typeface="+mj-lt"/>
                        </a:rPr>
                        <a:t>9</a:t>
                      </a:r>
                      <a:endParaRPr lang="en-US" sz="800" u="none">
                        <a:effectLst/>
                        <a:latin typeface="+mj-lt"/>
                        <a:ea typeface="Times New Roman"/>
                      </a:endParaRPr>
                    </a:p>
                  </a:txBody>
                  <a:tcPr marL="0" marR="0" marT="0" marB="0"/>
                </a:tc>
                <a:tc>
                  <a:txBody>
                    <a:bodyPr/>
                    <a:lstStyle/>
                    <a:p>
                      <a:pPr marL="3810" marR="0" algn="ctr">
                        <a:spcBef>
                          <a:spcPts val="40"/>
                        </a:spcBef>
                        <a:spcAft>
                          <a:spcPts val="0"/>
                        </a:spcAft>
                      </a:pPr>
                      <a:r>
                        <a:rPr lang="en-US" sz="800" u="none" spc="10">
                          <a:effectLst/>
                          <a:latin typeface="+mj-lt"/>
                        </a:rPr>
                        <a:t>30</a:t>
                      </a:r>
                      <a:endParaRPr lang="en-US" sz="800" u="none">
                        <a:effectLst/>
                        <a:latin typeface="+mj-lt"/>
                        <a:ea typeface="Times New Roman"/>
                      </a:endParaRPr>
                    </a:p>
                  </a:txBody>
                  <a:tcPr marL="0" marR="0" marT="0" marB="0"/>
                </a:tc>
                <a:tc>
                  <a:txBody>
                    <a:bodyPr/>
                    <a:lstStyle/>
                    <a:p>
                      <a:pPr marL="351790" marR="346075" algn="ctr">
                        <a:spcBef>
                          <a:spcPts val="40"/>
                        </a:spcBef>
                        <a:spcAft>
                          <a:spcPts val="0"/>
                        </a:spcAft>
                      </a:pPr>
                      <a:r>
                        <a:rPr lang="en-US" sz="800" u="none">
                          <a:effectLst/>
                          <a:latin typeface="+mj-lt"/>
                        </a:rPr>
                        <a:t>3</a:t>
                      </a:r>
                      <a:endParaRPr lang="en-US" sz="800" u="none">
                        <a:effectLst/>
                        <a:latin typeface="+mj-lt"/>
                        <a:ea typeface="Times New Roman"/>
                      </a:endParaRPr>
                    </a:p>
                  </a:txBody>
                  <a:tcPr marL="0" marR="0" marT="0" marB="0"/>
                </a:tc>
                <a:tc>
                  <a:txBody>
                    <a:bodyPr/>
                    <a:lstStyle/>
                    <a:p>
                      <a:pPr marL="6350" marR="0" algn="ctr">
                        <a:spcBef>
                          <a:spcPts val="40"/>
                        </a:spcBef>
                        <a:spcAft>
                          <a:spcPts val="0"/>
                        </a:spcAft>
                      </a:pPr>
                      <a:r>
                        <a:rPr lang="en-US" sz="800" u="none" spc="-50">
                          <a:effectLst/>
                          <a:latin typeface="+mj-lt"/>
                        </a:rPr>
                        <a:t>17</a:t>
                      </a:r>
                      <a:endParaRPr lang="en-US" sz="800" u="none">
                        <a:effectLst/>
                        <a:latin typeface="+mj-lt"/>
                        <a:ea typeface="Times New Roman"/>
                      </a:endParaRPr>
                    </a:p>
                  </a:txBody>
                  <a:tcPr marL="0" marR="0" marT="0" marB="0"/>
                </a:tc>
                <a:tc>
                  <a:txBody>
                    <a:bodyPr/>
                    <a:lstStyle/>
                    <a:p>
                      <a:pPr marL="311785" marR="307975" algn="ctr">
                        <a:spcBef>
                          <a:spcPts val="40"/>
                        </a:spcBef>
                        <a:spcAft>
                          <a:spcPts val="0"/>
                        </a:spcAft>
                      </a:pPr>
                      <a:r>
                        <a:rPr lang="en-US" sz="800" u="none" spc="-10" dirty="0" smtClean="0">
                          <a:effectLst/>
                          <a:latin typeface="+mj-lt"/>
                        </a:rPr>
                        <a:t>67</a:t>
                      </a:r>
                      <a:endParaRPr lang="en-US" sz="800" u="none" dirty="0">
                        <a:effectLst/>
                        <a:latin typeface="+mj-lt"/>
                        <a:ea typeface="Times New Roman"/>
                      </a:endParaRPr>
                    </a:p>
                  </a:txBody>
                  <a:tcPr marL="0" marR="0" marT="0" marB="0"/>
                </a:tc>
              </a:tr>
              <a:tr h="141490">
                <a:tc>
                  <a:txBody>
                    <a:bodyPr/>
                    <a:lstStyle/>
                    <a:p>
                      <a:pPr marL="0" marR="60325" indent="0">
                        <a:lnSpc>
                          <a:spcPct val="105000"/>
                        </a:lnSpc>
                        <a:spcBef>
                          <a:spcPts val="40"/>
                        </a:spcBef>
                        <a:spcAft>
                          <a:spcPts val="0"/>
                        </a:spcAft>
                      </a:pPr>
                      <a:r>
                        <a:rPr lang="en-US" sz="800" u="none" spc="-5" dirty="0" smtClean="0">
                          <a:effectLst/>
                          <a:latin typeface="+mj-lt"/>
                        </a:rPr>
                        <a:t>  A</a:t>
                      </a:r>
                      <a:r>
                        <a:rPr lang="en-US" sz="800" u="none" dirty="0" smtClean="0">
                          <a:effectLst/>
                          <a:latin typeface="+mj-lt"/>
                        </a:rPr>
                        <a:t>v</a:t>
                      </a:r>
                      <a:r>
                        <a:rPr lang="en-US" sz="800" u="none" spc="5" dirty="0" smtClean="0">
                          <a:effectLst/>
                          <a:latin typeface="+mj-lt"/>
                        </a:rPr>
                        <a:t>e</a:t>
                      </a:r>
                      <a:r>
                        <a:rPr lang="en-US" sz="800" u="none" spc="15" dirty="0" smtClean="0">
                          <a:effectLst/>
                          <a:latin typeface="+mj-lt"/>
                        </a:rPr>
                        <a:t>r</a:t>
                      </a:r>
                      <a:r>
                        <a:rPr lang="en-US" sz="800" u="none" spc="5" dirty="0" smtClean="0">
                          <a:effectLst/>
                          <a:latin typeface="+mj-lt"/>
                        </a:rPr>
                        <a:t>ag</a:t>
                      </a:r>
                      <a:r>
                        <a:rPr lang="en-US" sz="800" u="none" dirty="0" smtClean="0">
                          <a:effectLst/>
                          <a:latin typeface="+mj-lt"/>
                        </a:rPr>
                        <a:t>e</a:t>
                      </a:r>
                      <a:endParaRPr lang="en-US" sz="800" u="none" dirty="0">
                        <a:effectLst/>
                        <a:latin typeface="+mj-lt"/>
                        <a:ea typeface="Times New Roman"/>
                      </a:endParaRPr>
                    </a:p>
                  </a:txBody>
                  <a:tcPr marL="0" marR="0" marT="0" marB="0"/>
                </a:tc>
                <a:tc>
                  <a:txBody>
                    <a:bodyPr/>
                    <a:lstStyle/>
                    <a:p>
                      <a:pPr marL="0" marR="347345" indent="341313" algn="ctr">
                        <a:spcBef>
                          <a:spcPts val="0"/>
                        </a:spcBef>
                        <a:spcAft>
                          <a:spcPts val="0"/>
                        </a:spcAft>
                      </a:pPr>
                      <a:r>
                        <a:rPr lang="en-US" sz="800" u="none" dirty="0">
                          <a:effectLst/>
                          <a:latin typeface="+mj-lt"/>
                        </a:rPr>
                        <a:t>5</a:t>
                      </a:r>
                      <a:endParaRPr lang="en-US" sz="800" u="none" dirty="0">
                        <a:effectLst/>
                        <a:latin typeface="+mj-lt"/>
                        <a:ea typeface="Times New Roman"/>
                      </a:endParaRPr>
                    </a:p>
                  </a:txBody>
                  <a:tcPr marL="0" marR="0" marT="0" marB="0"/>
                </a:tc>
                <a:tc>
                  <a:txBody>
                    <a:bodyPr/>
                    <a:lstStyle/>
                    <a:p>
                      <a:pPr marL="349885" marR="347980" algn="ctr">
                        <a:spcBef>
                          <a:spcPts val="0"/>
                        </a:spcBef>
                        <a:spcAft>
                          <a:spcPts val="0"/>
                        </a:spcAft>
                      </a:pPr>
                      <a:r>
                        <a:rPr lang="en-US" sz="800" u="none" dirty="0" smtClean="0">
                          <a:effectLst/>
                          <a:latin typeface="+mj-lt"/>
                          <a:ea typeface="+mn-ea"/>
                        </a:rPr>
                        <a:t>7</a:t>
                      </a:r>
                      <a:endParaRPr lang="en-US" sz="800" u="none" dirty="0">
                        <a:effectLst/>
                        <a:latin typeface="+mj-lt"/>
                        <a:ea typeface="Times New Roman"/>
                      </a:endParaRPr>
                    </a:p>
                  </a:txBody>
                  <a:tcPr marL="0" marR="0" marT="0" marB="0"/>
                </a:tc>
                <a:tc>
                  <a:txBody>
                    <a:bodyPr/>
                    <a:lstStyle/>
                    <a:p>
                      <a:pPr marL="311785" marR="304800" algn="ctr">
                        <a:spcBef>
                          <a:spcPts val="0"/>
                        </a:spcBef>
                        <a:spcAft>
                          <a:spcPts val="0"/>
                        </a:spcAft>
                      </a:pPr>
                      <a:r>
                        <a:rPr lang="en-US" sz="800" u="none" spc="-10" dirty="0" smtClean="0">
                          <a:effectLst/>
                          <a:latin typeface="+mj-lt"/>
                        </a:rPr>
                        <a:t>12</a:t>
                      </a:r>
                      <a:endParaRPr lang="en-US" sz="800" u="none" dirty="0">
                        <a:effectLst/>
                        <a:latin typeface="+mj-lt"/>
                        <a:ea typeface="Times New Roman"/>
                      </a:endParaRPr>
                    </a:p>
                  </a:txBody>
                  <a:tcPr marL="0" marR="0" marT="0" marB="0"/>
                </a:tc>
                <a:tc>
                  <a:txBody>
                    <a:bodyPr/>
                    <a:lstStyle/>
                    <a:p>
                      <a:pPr marL="314960" marR="312420" algn="ctr">
                        <a:spcBef>
                          <a:spcPts val="0"/>
                        </a:spcBef>
                        <a:spcAft>
                          <a:spcPts val="0"/>
                        </a:spcAft>
                      </a:pPr>
                      <a:r>
                        <a:rPr lang="en-US" sz="800" u="none" spc="-10" dirty="0" smtClean="0">
                          <a:effectLst/>
                          <a:latin typeface="+mj-lt"/>
                        </a:rPr>
                        <a:t>16</a:t>
                      </a:r>
                      <a:endParaRPr lang="en-US" sz="800" u="none" dirty="0">
                        <a:effectLst/>
                        <a:latin typeface="+mj-lt"/>
                        <a:ea typeface="Times New Roman"/>
                      </a:endParaRPr>
                    </a:p>
                  </a:txBody>
                  <a:tcPr marL="0" marR="0" marT="0" marB="0"/>
                </a:tc>
                <a:tc>
                  <a:txBody>
                    <a:bodyPr/>
                    <a:lstStyle/>
                    <a:p>
                      <a:pPr marL="351790" marR="346075" algn="ctr">
                        <a:spcBef>
                          <a:spcPts val="0"/>
                        </a:spcBef>
                        <a:spcAft>
                          <a:spcPts val="0"/>
                        </a:spcAft>
                      </a:pPr>
                      <a:r>
                        <a:rPr lang="en-US" sz="800" u="none" dirty="0">
                          <a:effectLst/>
                          <a:latin typeface="+mj-lt"/>
                        </a:rPr>
                        <a:t>3</a:t>
                      </a:r>
                      <a:endParaRPr lang="en-US" sz="800" u="none" dirty="0">
                        <a:effectLst/>
                        <a:latin typeface="+mj-lt"/>
                        <a:ea typeface="Times New Roman"/>
                      </a:endParaRPr>
                    </a:p>
                  </a:txBody>
                  <a:tcPr marL="0" marR="0" marT="0" marB="0"/>
                </a:tc>
                <a:tc>
                  <a:txBody>
                    <a:bodyPr/>
                    <a:lstStyle/>
                    <a:p>
                      <a:pPr marL="12065" marR="0" algn="ctr">
                        <a:spcBef>
                          <a:spcPts val="0"/>
                        </a:spcBef>
                        <a:spcAft>
                          <a:spcPts val="0"/>
                        </a:spcAft>
                      </a:pPr>
                      <a:r>
                        <a:rPr lang="en-US" sz="800" u="none" spc="-5" dirty="0" smtClean="0">
                          <a:effectLst/>
                          <a:latin typeface="+mj-lt"/>
                        </a:rPr>
                        <a:t>25</a:t>
                      </a:r>
                      <a:endParaRPr lang="en-US" sz="800" u="none" dirty="0">
                        <a:effectLst/>
                        <a:latin typeface="+mj-lt"/>
                        <a:ea typeface="Times New Roman"/>
                      </a:endParaRPr>
                    </a:p>
                  </a:txBody>
                  <a:tcPr marL="0" marR="0" marT="0" marB="0"/>
                </a:tc>
                <a:tc>
                  <a:txBody>
                    <a:bodyPr/>
                    <a:lstStyle/>
                    <a:p>
                      <a:pPr marL="314325" marR="307975" algn="ctr">
                        <a:spcBef>
                          <a:spcPts val="0"/>
                        </a:spcBef>
                        <a:spcAft>
                          <a:spcPts val="0"/>
                        </a:spcAft>
                      </a:pPr>
                      <a:r>
                        <a:rPr lang="en-US" sz="800" u="none" spc="10" dirty="0" smtClean="0">
                          <a:effectLst/>
                          <a:latin typeface="+mj-lt"/>
                        </a:rPr>
                        <a:t>57</a:t>
                      </a:r>
                      <a:endParaRPr lang="en-US" sz="800" u="none" dirty="0">
                        <a:effectLst/>
                        <a:latin typeface="+mj-lt"/>
                        <a:ea typeface="Times New Roman"/>
                      </a:endParaRPr>
                    </a:p>
                  </a:txBody>
                  <a:tcPr marL="0" marR="0" marT="0" marB="0"/>
                </a:tc>
              </a:tr>
              <a:tr h="121440">
                <a:tc gridSpan="8">
                  <a:txBody>
                    <a:bodyPr/>
                    <a:lstStyle/>
                    <a:p>
                      <a:pPr marL="0" marR="0" indent="0">
                        <a:spcBef>
                          <a:spcPts val="40"/>
                        </a:spcBef>
                        <a:spcAft>
                          <a:spcPts val="0"/>
                        </a:spcAft>
                      </a:pPr>
                      <a:r>
                        <a:rPr lang="en-US" sz="800" u="sng" spc="10" dirty="0" smtClean="0">
                          <a:effectLst/>
                          <a:latin typeface="+mj-lt"/>
                        </a:rPr>
                        <a:t>  EUROPEA</a:t>
                      </a:r>
                      <a:r>
                        <a:rPr lang="en-US" sz="800" u="sng" dirty="0" smtClean="0">
                          <a:effectLst/>
                          <a:latin typeface="+mj-lt"/>
                        </a:rPr>
                        <a:t>N</a:t>
                      </a:r>
                      <a:r>
                        <a:rPr lang="en-US" sz="800" u="sng" spc="15" dirty="0" smtClean="0">
                          <a:effectLst/>
                          <a:latin typeface="+mj-lt"/>
                        </a:rPr>
                        <a:t> </a:t>
                      </a:r>
                      <a:r>
                        <a:rPr lang="en-US" sz="800" u="sng" spc="10" dirty="0" smtClean="0">
                          <a:effectLst/>
                          <a:latin typeface="+mj-lt"/>
                        </a:rPr>
                        <a:t>UNION</a:t>
                      </a:r>
                      <a:endParaRPr lang="en-US" sz="800" dirty="0">
                        <a:effectLst/>
                        <a:latin typeface="+mj-lt"/>
                        <a:ea typeface="Times New Roman"/>
                      </a:endParaRPr>
                    </a:p>
                  </a:txBody>
                  <a:tcPr marL="0" marR="0" marT="0" marB="0"/>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r>
              <a:tr h="176955">
                <a:tc>
                  <a:txBody>
                    <a:bodyPr/>
                    <a:lstStyle/>
                    <a:p>
                      <a:pPr marL="0" marR="0" indent="0">
                        <a:spcBef>
                          <a:spcPts val="40"/>
                        </a:spcBef>
                        <a:spcAft>
                          <a:spcPts val="0"/>
                        </a:spcAft>
                      </a:pPr>
                      <a:r>
                        <a:rPr lang="en-US" sz="800" u="none" spc="-15" dirty="0" smtClean="0">
                          <a:effectLst/>
                          <a:latin typeface="+mj-lt"/>
                        </a:rPr>
                        <a:t>  F</a:t>
                      </a:r>
                      <a:r>
                        <a:rPr lang="en-US" sz="800" u="none" spc="15" dirty="0" smtClean="0">
                          <a:effectLst/>
                          <a:latin typeface="+mj-lt"/>
                        </a:rPr>
                        <a:t>r</a:t>
                      </a:r>
                      <a:r>
                        <a:rPr lang="en-US" sz="800" u="none" dirty="0" smtClean="0">
                          <a:effectLst/>
                          <a:latin typeface="+mj-lt"/>
                        </a:rPr>
                        <a:t>a</a:t>
                      </a:r>
                      <a:r>
                        <a:rPr lang="en-US" sz="800" u="none" spc="5" dirty="0" smtClean="0">
                          <a:effectLst/>
                          <a:latin typeface="+mj-lt"/>
                        </a:rPr>
                        <a:t>n</a:t>
                      </a:r>
                      <a:r>
                        <a:rPr lang="en-US" sz="800" u="none" spc="20" dirty="0" smtClean="0">
                          <a:effectLst/>
                          <a:latin typeface="+mj-lt"/>
                        </a:rPr>
                        <a:t>c</a:t>
                      </a:r>
                      <a:r>
                        <a:rPr lang="en-US" sz="800" u="none" dirty="0" smtClean="0">
                          <a:effectLst/>
                          <a:latin typeface="+mj-lt"/>
                        </a:rPr>
                        <a:t>e</a:t>
                      </a:r>
                      <a:endParaRPr lang="en-US" sz="800" u="none" dirty="0">
                        <a:effectLst/>
                        <a:latin typeface="+mj-lt"/>
                        <a:ea typeface="Times New Roman"/>
                      </a:endParaRPr>
                    </a:p>
                  </a:txBody>
                  <a:tcPr marL="0" marR="0" marT="0" marB="0" anchor="ctr"/>
                </a:tc>
                <a:tc>
                  <a:txBody>
                    <a:bodyPr/>
                    <a:lstStyle/>
                    <a:p>
                      <a:pPr marL="0" marR="353060" indent="341313" algn="ctr">
                        <a:spcBef>
                          <a:spcPts val="40"/>
                        </a:spcBef>
                        <a:spcAft>
                          <a:spcPts val="0"/>
                        </a:spcAft>
                      </a:pPr>
                      <a:r>
                        <a:rPr lang="en-US" sz="800" u="none" dirty="0">
                          <a:effectLst/>
                          <a:latin typeface="+mj-lt"/>
                        </a:rPr>
                        <a:t>4</a:t>
                      </a:r>
                      <a:endParaRPr lang="en-US" sz="800" u="none" dirty="0">
                        <a:effectLst/>
                        <a:latin typeface="+mj-lt"/>
                        <a:ea typeface="Times New Roman"/>
                      </a:endParaRPr>
                    </a:p>
                  </a:txBody>
                  <a:tcPr marL="0" marR="0" marT="0" marB="0" anchor="ctr"/>
                </a:tc>
                <a:tc>
                  <a:txBody>
                    <a:bodyPr/>
                    <a:lstStyle/>
                    <a:p>
                      <a:pPr marL="351790" marR="349885" algn="ctr">
                        <a:spcBef>
                          <a:spcPts val="40"/>
                        </a:spcBef>
                        <a:spcAft>
                          <a:spcPts val="0"/>
                        </a:spcAft>
                      </a:pPr>
                      <a:r>
                        <a:rPr lang="en-US" sz="800" u="none">
                          <a:effectLst/>
                          <a:latin typeface="+mj-lt"/>
                        </a:rPr>
                        <a:t>2</a:t>
                      </a:r>
                      <a:endParaRPr lang="en-US" sz="800" u="none">
                        <a:effectLst/>
                        <a:latin typeface="+mj-lt"/>
                        <a:ea typeface="Times New Roman"/>
                      </a:endParaRPr>
                    </a:p>
                  </a:txBody>
                  <a:tcPr marL="0" marR="0" marT="0" marB="0" anchor="ctr"/>
                </a:tc>
                <a:tc>
                  <a:txBody>
                    <a:bodyPr/>
                    <a:lstStyle/>
                    <a:p>
                      <a:pPr marL="351790" marR="349885" algn="ctr">
                        <a:spcBef>
                          <a:spcPts val="40"/>
                        </a:spcBef>
                        <a:spcAft>
                          <a:spcPts val="0"/>
                        </a:spcAft>
                      </a:pPr>
                      <a:r>
                        <a:rPr lang="en-US" sz="800" u="none">
                          <a:effectLst/>
                          <a:latin typeface="+mj-lt"/>
                        </a:rPr>
                        <a:t>5</a:t>
                      </a:r>
                      <a:endParaRPr lang="en-US" sz="800" u="none">
                        <a:effectLst/>
                        <a:latin typeface="+mj-lt"/>
                        <a:ea typeface="Times New Roman"/>
                      </a:endParaRPr>
                    </a:p>
                  </a:txBody>
                  <a:tcPr marL="0" marR="0" marT="0" marB="0" anchor="ctr"/>
                </a:tc>
                <a:tc>
                  <a:txBody>
                    <a:bodyPr/>
                    <a:lstStyle/>
                    <a:p>
                      <a:pPr marL="314960" marR="314960" algn="ctr">
                        <a:spcBef>
                          <a:spcPts val="40"/>
                        </a:spcBef>
                        <a:spcAft>
                          <a:spcPts val="0"/>
                        </a:spcAft>
                      </a:pPr>
                      <a:r>
                        <a:rPr lang="en-US" sz="800" u="none">
                          <a:effectLst/>
                          <a:latin typeface="+mj-lt"/>
                        </a:rPr>
                        <a:t>3</a:t>
                      </a:r>
                      <a:endParaRPr lang="en-US" sz="800" u="none">
                        <a:effectLst/>
                        <a:latin typeface="+mj-lt"/>
                        <a:ea typeface="Times New Roman"/>
                      </a:endParaRPr>
                    </a:p>
                  </a:txBody>
                  <a:tcPr marL="0" marR="0" marT="0" marB="0" anchor="ctr"/>
                </a:tc>
                <a:tc>
                  <a:txBody>
                    <a:bodyPr/>
                    <a:lstStyle/>
                    <a:p>
                      <a:pPr marL="351790" marR="349250" algn="ctr">
                        <a:spcBef>
                          <a:spcPts val="40"/>
                        </a:spcBef>
                        <a:spcAft>
                          <a:spcPts val="0"/>
                        </a:spcAft>
                      </a:pPr>
                      <a:r>
                        <a:rPr lang="en-US" sz="800" u="none">
                          <a:effectLst/>
                          <a:latin typeface="+mj-lt"/>
                        </a:rPr>
                        <a:t>2</a:t>
                      </a:r>
                      <a:endParaRPr lang="en-US" sz="800" u="none">
                        <a:effectLst/>
                        <a:latin typeface="+mj-lt"/>
                        <a:ea typeface="Times New Roman"/>
                      </a:endParaRPr>
                    </a:p>
                  </a:txBody>
                  <a:tcPr marL="0" marR="0" marT="0" marB="0" anchor="ctr"/>
                </a:tc>
                <a:tc>
                  <a:txBody>
                    <a:bodyPr/>
                    <a:lstStyle/>
                    <a:p>
                      <a:pPr marL="314325" marR="307340" algn="ctr">
                        <a:spcBef>
                          <a:spcPts val="40"/>
                        </a:spcBef>
                        <a:spcAft>
                          <a:spcPts val="0"/>
                        </a:spcAft>
                      </a:pPr>
                      <a:r>
                        <a:rPr lang="en-US" sz="800" u="none" spc="10">
                          <a:effectLst/>
                          <a:latin typeface="+mj-lt"/>
                        </a:rPr>
                        <a:t>18</a:t>
                      </a:r>
                      <a:endParaRPr lang="en-US" sz="800" u="none">
                        <a:effectLst/>
                        <a:latin typeface="+mj-lt"/>
                        <a:ea typeface="Times New Roman"/>
                      </a:endParaRPr>
                    </a:p>
                  </a:txBody>
                  <a:tcPr marL="0" marR="0" marT="0" marB="0" anchor="ctr"/>
                </a:tc>
                <a:tc>
                  <a:txBody>
                    <a:bodyPr/>
                    <a:lstStyle/>
                    <a:p>
                      <a:pPr marL="314325" marR="314960" algn="ctr">
                        <a:spcBef>
                          <a:spcPts val="40"/>
                        </a:spcBef>
                        <a:spcAft>
                          <a:spcPts val="0"/>
                        </a:spcAft>
                      </a:pPr>
                      <a:r>
                        <a:rPr lang="en-US" sz="800" u="none" spc="-5" dirty="0" smtClean="0">
                          <a:effectLst/>
                          <a:latin typeface="+mj-lt"/>
                        </a:rPr>
                        <a:t>59</a:t>
                      </a:r>
                      <a:endParaRPr lang="en-US" sz="800" u="none" dirty="0">
                        <a:effectLst/>
                        <a:latin typeface="+mj-lt"/>
                        <a:ea typeface="Times New Roman"/>
                      </a:endParaRPr>
                    </a:p>
                  </a:txBody>
                  <a:tcPr marL="0" marR="0" marT="0" marB="0" anchor="ctr"/>
                </a:tc>
              </a:tr>
              <a:tr h="176955">
                <a:tc>
                  <a:txBody>
                    <a:bodyPr/>
                    <a:lstStyle/>
                    <a:p>
                      <a:pPr marL="0" marR="0" indent="0">
                        <a:spcBef>
                          <a:spcPts val="40"/>
                        </a:spcBef>
                        <a:spcAft>
                          <a:spcPts val="0"/>
                        </a:spcAft>
                      </a:pPr>
                      <a:r>
                        <a:rPr lang="en-US" sz="800" u="none" spc="15" dirty="0" smtClean="0">
                          <a:effectLst/>
                          <a:latin typeface="+mj-lt"/>
                        </a:rPr>
                        <a:t>  G</a:t>
                      </a:r>
                      <a:r>
                        <a:rPr lang="en-US" sz="800" u="none" spc="5" dirty="0" smtClean="0">
                          <a:effectLst/>
                          <a:latin typeface="+mj-lt"/>
                        </a:rPr>
                        <a:t>e</a:t>
                      </a:r>
                      <a:r>
                        <a:rPr lang="en-US" sz="800" u="none" spc="10" dirty="0" smtClean="0">
                          <a:effectLst/>
                          <a:latin typeface="+mj-lt"/>
                        </a:rPr>
                        <a:t>rm</a:t>
                      </a:r>
                      <a:r>
                        <a:rPr lang="en-US" sz="800" u="none" dirty="0" smtClean="0">
                          <a:effectLst/>
                          <a:latin typeface="+mj-lt"/>
                        </a:rPr>
                        <a:t>a</a:t>
                      </a:r>
                      <a:r>
                        <a:rPr lang="en-US" sz="800" u="none" spc="-5" dirty="0" smtClean="0">
                          <a:effectLst/>
                          <a:latin typeface="+mj-lt"/>
                        </a:rPr>
                        <a:t>ny</a:t>
                      </a:r>
                      <a:endParaRPr lang="en-US" sz="800" u="none" dirty="0">
                        <a:effectLst/>
                        <a:latin typeface="+mj-lt"/>
                        <a:ea typeface="Times New Roman"/>
                      </a:endParaRPr>
                    </a:p>
                  </a:txBody>
                  <a:tcPr marL="0" marR="0" marT="0" marB="0" anchor="ctr"/>
                </a:tc>
                <a:tc>
                  <a:txBody>
                    <a:bodyPr/>
                    <a:lstStyle/>
                    <a:p>
                      <a:pPr marL="0" marR="353060" indent="341313" algn="ctr">
                        <a:spcBef>
                          <a:spcPts val="40"/>
                        </a:spcBef>
                        <a:spcAft>
                          <a:spcPts val="0"/>
                        </a:spcAft>
                      </a:pPr>
                      <a:r>
                        <a:rPr lang="en-US" sz="800" u="none" dirty="0">
                          <a:effectLst/>
                          <a:latin typeface="+mj-lt"/>
                        </a:rPr>
                        <a:t>4</a:t>
                      </a:r>
                      <a:endParaRPr lang="en-US" sz="800" u="none" dirty="0">
                        <a:effectLst/>
                        <a:latin typeface="+mj-lt"/>
                        <a:ea typeface="Times New Roman"/>
                      </a:endParaRPr>
                    </a:p>
                  </a:txBody>
                  <a:tcPr marL="0" marR="0" marT="0" marB="0" anchor="ctr"/>
                </a:tc>
                <a:tc>
                  <a:txBody>
                    <a:bodyPr/>
                    <a:lstStyle/>
                    <a:p>
                      <a:pPr marL="351790" marR="349885" algn="ctr">
                        <a:spcBef>
                          <a:spcPts val="40"/>
                        </a:spcBef>
                        <a:spcAft>
                          <a:spcPts val="0"/>
                        </a:spcAft>
                      </a:pPr>
                      <a:r>
                        <a:rPr lang="en-US" sz="800" u="none">
                          <a:effectLst/>
                          <a:latin typeface="+mj-lt"/>
                        </a:rPr>
                        <a:t>2</a:t>
                      </a:r>
                      <a:endParaRPr lang="en-US" sz="800" u="none">
                        <a:effectLst/>
                        <a:latin typeface="+mj-lt"/>
                        <a:ea typeface="Times New Roman"/>
                      </a:endParaRPr>
                    </a:p>
                  </a:txBody>
                  <a:tcPr marL="0" marR="0" marT="0" marB="0" anchor="ctr"/>
                </a:tc>
                <a:tc>
                  <a:txBody>
                    <a:bodyPr/>
                    <a:lstStyle/>
                    <a:p>
                      <a:pPr marL="351790" marR="349885" algn="ctr">
                        <a:spcBef>
                          <a:spcPts val="40"/>
                        </a:spcBef>
                        <a:spcAft>
                          <a:spcPts val="0"/>
                        </a:spcAft>
                      </a:pPr>
                      <a:r>
                        <a:rPr lang="en-US" sz="800" u="none">
                          <a:effectLst/>
                          <a:latin typeface="+mj-lt"/>
                        </a:rPr>
                        <a:t>5</a:t>
                      </a:r>
                      <a:endParaRPr lang="en-US" sz="800" u="none">
                        <a:effectLst/>
                        <a:latin typeface="+mj-lt"/>
                        <a:ea typeface="Times New Roman"/>
                      </a:endParaRPr>
                    </a:p>
                  </a:txBody>
                  <a:tcPr marL="0" marR="0" marT="0" marB="0" anchor="ctr"/>
                </a:tc>
                <a:tc>
                  <a:txBody>
                    <a:bodyPr/>
                    <a:lstStyle/>
                    <a:p>
                      <a:pPr marL="314960" marR="314960" algn="ctr">
                        <a:spcBef>
                          <a:spcPts val="40"/>
                        </a:spcBef>
                        <a:spcAft>
                          <a:spcPts val="0"/>
                        </a:spcAft>
                      </a:pPr>
                      <a:r>
                        <a:rPr lang="en-US" sz="800" u="none">
                          <a:effectLst/>
                          <a:latin typeface="+mj-lt"/>
                        </a:rPr>
                        <a:t>5</a:t>
                      </a:r>
                      <a:endParaRPr lang="en-US" sz="800" u="none">
                        <a:effectLst/>
                        <a:latin typeface="+mj-lt"/>
                        <a:ea typeface="Times New Roman"/>
                      </a:endParaRPr>
                    </a:p>
                  </a:txBody>
                  <a:tcPr marL="0" marR="0" marT="0" marB="0" anchor="ctr"/>
                </a:tc>
                <a:tc>
                  <a:txBody>
                    <a:bodyPr/>
                    <a:lstStyle/>
                    <a:p>
                      <a:pPr marL="351790" marR="349250" algn="ctr">
                        <a:spcBef>
                          <a:spcPts val="40"/>
                        </a:spcBef>
                        <a:spcAft>
                          <a:spcPts val="0"/>
                        </a:spcAft>
                      </a:pPr>
                      <a:r>
                        <a:rPr lang="en-US" sz="800" u="none">
                          <a:effectLst/>
                          <a:latin typeface="+mj-lt"/>
                        </a:rPr>
                        <a:t>2</a:t>
                      </a:r>
                      <a:endParaRPr lang="en-US" sz="800" u="none">
                        <a:effectLst/>
                        <a:latin typeface="+mj-lt"/>
                        <a:ea typeface="Times New Roman"/>
                      </a:endParaRPr>
                    </a:p>
                  </a:txBody>
                  <a:tcPr marL="0" marR="0" marT="0" marB="0" anchor="ctr"/>
                </a:tc>
                <a:tc>
                  <a:txBody>
                    <a:bodyPr/>
                    <a:lstStyle/>
                    <a:p>
                      <a:pPr marL="313055" marR="307340" algn="ctr">
                        <a:spcBef>
                          <a:spcPts val="40"/>
                        </a:spcBef>
                        <a:spcAft>
                          <a:spcPts val="0"/>
                        </a:spcAft>
                      </a:pPr>
                      <a:r>
                        <a:rPr lang="en-US" sz="800" u="none">
                          <a:effectLst/>
                          <a:latin typeface="+mj-lt"/>
                        </a:rPr>
                        <a:t>22</a:t>
                      </a:r>
                      <a:endParaRPr lang="en-US" sz="800" u="none">
                        <a:effectLst/>
                        <a:latin typeface="+mj-lt"/>
                        <a:ea typeface="Times New Roman"/>
                      </a:endParaRPr>
                    </a:p>
                  </a:txBody>
                  <a:tcPr marL="0" marR="0" marT="0" marB="0" anchor="ctr"/>
                </a:tc>
                <a:tc>
                  <a:txBody>
                    <a:bodyPr/>
                    <a:lstStyle/>
                    <a:p>
                      <a:pPr marL="0" marR="0" algn="ctr">
                        <a:spcBef>
                          <a:spcPts val="40"/>
                        </a:spcBef>
                        <a:spcAft>
                          <a:spcPts val="0"/>
                        </a:spcAft>
                      </a:pPr>
                      <a:r>
                        <a:rPr lang="en-US" sz="800" u="none" spc="-35" dirty="0" smtClean="0">
                          <a:effectLst/>
                          <a:latin typeface="+mj-lt"/>
                        </a:rPr>
                        <a:t>5</a:t>
                      </a:r>
                      <a:r>
                        <a:rPr lang="en-US" sz="800" u="none" dirty="0" smtClean="0">
                          <a:effectLst/>
                          <a:latin typeface="+mj-lt"/>
                        </a:rPr>
                        <a:t>1</a:t>
                      </a:r>
                      <a:endParaRPr lang="en-US" sz="800" u="none" dirty="0">
                        <a:effectLst/>
                        <a:latin typeface="+mj-lt"/>
                        <a:ea typeface="Times New Roman"/>
                      </a:endParaRPr>
                    </a:p>
                  </a:txBody>
                  <a:tcPr marL="0" marR="0" marT="0" marB="0" anchor="ctr"/>
                </a:tc>
              </a:tr>
              <a:tr h="176955">
                <a:tc>
                  <a:txBody>
                    <a:bodyPr/>
                    <a:lstStyle/>
                    <a:p>
                      <a:pPr marL="0" marR="0" indent="0">
                        <a:spcBef>
                          <a:spcPts val="40"/>
                        </a:spcBef>
                        <a:spcAft>
                          <a:spcPts val="0"/>
                        </a:spcAft>
                      </a:pPr>
                      <a:r>
                        <a:rPr lang="en-US" sz="800" u="none" dirty="0" smtClean="0">
                          <a:effectLst/>
                          <a:latin typeface="+mj-lt"/>
                          <a:ea typeface="Times New Roman"/>
                        </a:rPr>
                        <a:t>  Greece</a:t>
                      </a:r>
                      <a:endParaRPr lang="en-US" sz="800" u="none" dirty="0">
                        <a:effectLst/>
                        <a:latin typeface="+mj-lt"/>
                        <a:ea typeface="Times New Roman"/>
                      </a:endParaRPr>
                    </a:p>
                  </a:txBody>
                  <a:tcPr marL="0" marR="0" marT="0" marB="0" anchor="ctr"/>
                </a:tc>
                <a:tc>
                  <a:txBody>
                    <a:bodyPr/>
                    <a:lstStyle/>
                    <a:p>
                      <a:pPr marL="0" marR="353060" indent="341313" algn="ctr">
                        <a:spcBef>
                          <a:spcPts val="40"/>
                        </a:spcBef>
                        <a:spcAft>
                          <a:spcPts val="0"/>
                        </a:spcAft>
                      </a:pPr>
                      <a:r>
                        <a:rPr lang="en-US" sz="800" u="none" dirty="0" smtClean="0">
                          <a:effectLst/>
                          <a:latin typeface="+mj-lt"/>
                          <a:ea typeface="Times New Roman"/>
                        </a:rPr>
                        <a:t>4</a:t>
                      </a:r>
                      <a:endParaRPr lang="en-US" sz="800" u="none" dirty="0">
                        <a:effectLst/>
                        <a:latin typeface="+mj-lt"/>
                        <a:ea typeface="Times New Roman"/>
                      </a:endParaRPr>
                    </a:p>
                  </a:txBody>
                  <a:tcPr marL="0" marR="0" marT="0" marB="0" anchor="ctr"/>
                </a:tc>
                <a:tc>
                  <a:txBody>
                    <a:bodyPr/>
                    <a:lstStyle/>
                    <a:p>
                      <a:pPr marL="351790" marR="349885" algn="ctr">
                        <a:spcBef>
                          <a:spcPts val="40"/>
                        </a:spcBef>
                        <a:spcAft>
                          <a:spcPts val="0"/>
                        </a:spcAft>
                      </a:pPr>
                      <a:r>
                        <a:rPr lang="en-US" sz="800" u="none" dirty="0" smtClean="0">
                          <a:effectLst/>
                          <a:latin typeface="+mj-lt"/>
                          <a:ea typeface="Times New Roman"/>
                        </a:rPr>
                        <a:t>3</a:t>
                      </a:r>
                      <a:endParaRPr lang="en-US" sz="800" u="none" dirty="0">
                        <a:effectLst/>
                        <a:latin typeface="+mj-lt"/>
                        <a:ea typeface="Times New Roman"/>
                      </a:endParaRPr>
                    </a:p>
                  </a:txBody>
                  <a:tcPr marL="0" marR="0" marT="0" marB="0" anchor="ctr"/>
                </a:tc>
                <a:tc>
                  <a:txBody>
                    <a:bodyPr/>
                    <a:lstStyle/>
                    <a:p>
                      <a:pPr marL="351790" marR="349885" algn="ctr">
                        <a:spcBef>
                          <a:spcPts val="40"/>
                        </a:spcBef>
                        <a:spcAft>
                          <a:spcPts val="0"/>
                        </a:spcAft>
                      </a:pPr>
                      <a:r>
                        <a:rPr lang="en-US" sz="800" u="none" dirty="0" smtClean="0">
                          <a:effectLst/>
                          <a:latin typeface="+mj-lt"/>
                          <a:ea typeface="Times New Roman"/>
                        </a:rPr>
                        <a:t>7</a:t>
                      </a:r>
                      <a:endParaRPr lang="en-US" sz="800" u="none" dirty="0">
                        <a:effectLst/>
                        <a:latin typeface="+mj-lt"/>
                        <a:ea typeface="Times New Roman"/>
                      </a:endParaRPr>
                    </a:p>
                  </a:txBody>
                  <a:tcPr marL="0" marR="0" marT="0" marB="0" anchor="ctr"/>
                </a:tc>
                <a:tc>
                  <a:txBody>
                    <a:bodyPr/>
                    <a:lstStyle/>
                    <a:p>
                      <a:pPr marL="314960" marR="314960" algn="ctr">
                        <a:spcBef>
                          <a:spcPts val="40"/>
                        </a:spcBef>
                        <a:spcAft>
                          <a:spcPts val="0"/>
                        </a:spcAft>
                      </a:pPr>
                      <a:r>
                        <a:rPr lang="en-US" sz="800" u="none" dirty="0" smtClean="0">
                          <a:effectLst/>
                          <a:latin typeface="+mj-lt"/>
                          <a:ea typeface="Times New Roman"/>
                        </a:rPr>
                        <a:t>12</a:t>
                      </a:r>
                      <a:endParaRPr lang="en-US" sz="800" u="none" dirty="0">
                        <a:effectLst/>
                        <a:latin typeface="+mj-lt"/>
                        <a:ea typeface="Times New Roman"/>
                      </a:endParaRPr>
                    </a:p>
                  </a:txBody>
                  <a:tcPr marL="0" marR="0" marT="0" marB="0" anchor="ctr"/>
                </a:tc>
                <a:tc>
                  <a:txBody>
                    <a:bodyPr/>
                    <a:lstStyle/>
                    <a:p>
                      <a:pPr marL="351790" marR="349250" algn="ctr">
                        <a:spcBef>
                          <a:spcPts val="40"/>
                        </a:spcBef>
                        <a:spcAft>
                          <a:spcPts val="0"/>
                        </a:spcAft>
                      </a:pPr>
                      <a:r>
                        <a:rPr lang="en-US" sz="800" u="none" dirty="0" smtClean="0">
                          <a:effectLst/>
                          <a:latin typeface="+mj-lt"/>
                          <a:ea typeface="Times New Roman"/>
                        </a:rPr>
                        <a:t>4</a:t>
                      </a:r>
                      <a:endParaRPr lang="en-US" sz="800" u="none" dirty="0">
                        <a:effectLst/>
                        <a:latin typeface="+mj-lt"/>
                        <a:ea typeface="Times New Roman"/>
                      </a:endParaRPr>
                    </a:p>
                  </a:txBody>
                  <a:tcPr marL="0" marR="0" marT="0" marB="0" anchor="ctr"/>
                </a:tc>
                <a:tc>
                  <a:txBody>
                    <a:bodyPr/>
                    <a:lstStyle/>
                    <a:p>
                      <a:pPr marL="313055" marR="307340" algn="ctr">
                        <a:spcBef>
                          <a:spcPts val="40"/>
                        </a:spcBef>
                        <a:spcAft>
                          <a:spcPts val="0"/>
                        </a:spcAft>
                      </a:pPr>
                      <a:r>
                        <a:rPr lang="en-US" sz="800" u="none" dirty="0" smtClean="0">
                          <a:effectLst/>
                          <a:latin typeface="+mj-lt"/>
                          <a:ea typeface="Times New Roman"/>
                        </a:rPr>
                        <a:t>30</a:t>
                      </a:r>
                      <a:endParaRPr lang="en-US" sz="800" u="none" dirty="0">
                        <a:effectLst/>
                        <a:latin typeface="+mj-lt"/>
                        <a:ea typeface="Times New Roman"/>
                      </a:endParaRPr>
                    </a:p>
                  </a:txBody>
                  <a:tcPr marL="0" marR="0" marT="0" marB="0" anchor="ctr"/>
                </a:tc>
                <a:tc>
                  <a:txBody>
                    <a:bodyPr/>
                    <a:lstStyle/>
                    <a:p>
                      <a:pPr marL="0" marR="0" algn="ctr">
                        <a:spcBef>
                          <a:spcPts val="40"/>
                        </a:spcBef>
                        <a:spcAft>
                          <a:spcPts val="0"/>
                        </a:spcAft>
                      </a:pPr>
                      <a:r>
                        <a:rPr lang="en-US" sz="800" u="none" dirty="0" smtClean="0">
                          <a:effectLst/>
                          <a:latin typeface="+mj-lt"/>
                          <a:ea typeface="Times New Roman"/>
                        </a:rPr>
                        <a:t>32</a:t>
                      </a:r>
                      <a:endParaRPr lang="en-US" sz="800" u="none" dirty="0">
                        <a:effectLst/>
                        <a:latin typeface="+mj-lt"/>
                        <a:ea typeface="Times New Roman"/>
                      </a:endParaRPr>
                    </a:p>
                  </a:txBody>
                  <a:tcPr marL="0" marR="0" marT="0" marB="0" anchor="ctr"/>
                </a:tc>
              </a:tr>
              <a:tr h="176955">
                <a:tc>
                  <a:txBody>
                    <a:bodyPr/>
                    <a:lstStyle/>
                    <a:p>
                      <a:pPr marL="0" marR="0" indent="0">
                        <a:spcBef>
                          <a:spcPts val="40"/>
                        </a:spcBef>
                        <a:spcAft>
                          <a:spcPts val="0"/>
                        </a:spcAft>
                      </a:pPr>
                      <a:r>
                        <a:rPr lang="en-US" sz="800" u="none" spc="15" dirty="0" smtClean="0">
                          <a:effectLst/>
                          <a:latin typeface="+mj-lt"/>
                        </a:rPr>
                        <a:t>  I</a:t>
                      </a:r>
                      <a:r>
                        <a:rPr lang="en-US" sz="800" u="none" spc="25" dirty="0" smtClean="0">
                          <a:effectLst/>
                          <a:latin typeface="+mj-lt"/>
                        </a:rPr>
                        <a:t>t</a:t>
                      </a:r>
                      <a:r>
                        <a:rPr lang="en-US" sz="800" u="none" dirty="0" smtClean="0">
                          <a:effectLst/>
                          <a:latin typeface="+mj-lt"/>
                        </a:rPr>
                        <a:t>a</a:t>
                      </a:r>
                      <a:r>
                        <a:rPr lang="en-US" sz="800" u="none" spc="15" dirty="0" smtClean="0">
                          <a:effectLst/>
                          <a:latin typeface="+mj-lt"/>
                        </a:rPr>
                        <a:t>l</a:t>
                      </a:r>
                      <a:r>
                        <a:rPr lang="en-US" sz="800" u="none" dirty="0" smtClean="0">
                          <a:effectLst/>
                          <a:latin typeface="+mj-lt"/>
                        </a:rPr>
                        <a:t>y</a:t>
                      </a:r>
                      <a:endParaRPr lang="en-US" sz="800" u="none" dirty="0">
                        <a:effectLst/>
                        <a:latin typeface="+mj-lt"/>
                        <a:ea typeface="Times New Roman"/>
                      </a:endParaRPr>
                    </a:p>
                  </a:txBody>
                  <a:tcPr marL="0" marR="0" marT="0" marB="0" anchor="ctr"/>
                </a:tc>
                <a:tc>
                  <a:txBody>
                    <a:bodyPr/>
                    <a:lstStyle/>
                    <a:p>
                      <a:pPr marL="0" marR="353060" indent="341313" algn="ctr">
                        <a:spcBef>
                          <a:spcPts val="40"/>
                        </a:spcBef>
                        <a:spcAft>
                          <a:spcPts val="0"/>
                        </a:spcAft>
                      </a:pPr>
                      <a:r>
                        <a:rPr lang="en-US" sz="800" u="none" dirty="0">
                          <a:effectLst/>
                          <a:latin typeface="+mj-lt"/>
                        </a:rPr>
                        <a:t>2</a:t>
                      </a:r>
                      <a:endParaRPr lang="en-US" sz="800" u="none" dirty="0">
                        <a:effectLst/>
                        <a:latin typeface="+mj-lt"/>
                        <a:ea typeface="Times New Roman"/>
                      </a:endParaRPr>
                    </a:p>
                  </a:txBody>
                  <a:tcPr marL="0" marR="0" marT="0" marB="0" anchor="ctr"/>
                </a:tc>
                <a:tc>
                  <a:txBody>
                    <a:bodyPr/>
                    <a:lstStyle/>
                    <a:p>
                      <a:pPr marL="351790" marR="349885" algn="ctr">
                        <a:spcBef>
                          <a:spcPts val="40"/>
                        </a:spcBef>
                        <a:spcAft>
                          <a:spcPts val="0"/>
                        </a:spcAft>
                      </a:pPr>
                      <a:r>
                        <a:rPr lang="en-US" sz="800" u="none">
                          <a:effectLst/>
                          <a:latin typeface="+mj-lt"/>
                        </a:rPr>
                        <a:t>2</a:t>
                      </a:r>
                      <a:endParaRPr lang="en-US" sz="800" u="none">
                        <a:effectLst/>
                        <a:latin typeface="+mj-lt"/>
                        <a:ea typeface="Times New Roman"/>
                      </a:endParaRPr>
                    </a:p>
                  </a:txBody>
                  <a:tcPr marL="0" marR="0" marT="0" marB="0" anchor="ctr"/>
                </a:tc>
                <a:tc>
                  <a:txBody>
                    <a:bodyPr/>
                    <a:lstStyle/>
                    <a:p>
                      <a:pPr marL="351790" marR="349885" algn="ctr">
                        <a:spcBef>
                          <a:spcPts val="40"/>
                        </a:spcBef>
                        <a:spcAft>
                          <a:spcPts val="0"/>
                        </a:spcAft>
                      </a:pPr>
                      <a:r>
                        <a:rPr lang="en-US" sz="800" u="none">
                          <a:effectLst/>
                          <a:latin typeface="+mj-lt"/>
                        </a:rPr>
                        <a:t>4</a:t>
                      </a:r>
                      <a:endParaRPr lang="en-US" sz="800" u="none">
                        <a:effectLst/>
                        <a:latin typeface="+mj-lt"/>
                        <a:ea typeface="Times New Roman"/>
                      </a:endParaRPr>
                    </a:p>
                  </a:txBody>
                  <a:tcPr marL="0" marR="0" marT="0" marB="0" anchor="ctr"/>
                </a:tc>
                <a:tc>
                  <a:txBody>
                    <a:bodyPr/>
                    <a:lstStyle/>
                    <a:p>
                      <a:pPr marL="314960" marR="314960" algn="ctr">
                        <a:spcBef>
                          <a:spcPts val="40"/>
                        </a:spcBef>
                        <a:spcAft>
                          <a:spcPts val="0"/>
                        </a:spcAft>
                      </a:pPr>
                      <a:r>
                        <a:rPr lang="en-US" sz="800" u="none">
                          <a:effectLst/>
                          <a:latin typeface="+mj-lt"/>
                        </a:rPr>
                        <a:t>3</a:t>
                      </a:r>
                      <a:endParaRPr lang="en-US" sz="800" u="none">
                        <a:effectLst/>
                        <a:latin typeface="+mj-lt"/>
                        <a:ea typeface="Times New Roman"/>
                      </a:endParaRPr>
                    </a:p>
                  </a:txBody>
                  <a:tcPr marL="0" marR="0" marT="0" marB="0" anchor="ctr"/>
                </a:tc>
                <a:tc>
                  <a:txBody>
                    <a:bodyPr/>
                    <a:lstStyle/>
                    <a:p>
                      <a:pPr marL="351790" marR="349250" algn="ctr">
                        <a:spcBef>
                          <a:spcPts val="40"/>
                        </a:spcBef>
                        <a:spcAft>
                          <a:spcPts val="0"/>
                        </a:spcAft>
                      </a:pPr>
                      <a:r>
                        <a:rPr lang="en-US" sz="800" u="none">
                          <a:effectLst/>
                          <a:latin typeface="+mj-lt"/>
                        </a:rPr>
                        <a:t>2</a:t>
                      </a:r>
                      <a:endParaRPr lang="en-US" sz="800" u="none">
                        <a:effectLst/>
                        <a:latin typeface="+mj-lt"/>
                        <a:ea typeface="Times New Roman"/>
                      </a:endParaRPr>
                    </a:p>
                  </a:txBody>
                  <a:tcPr marL="0" marR="0" marT="0" marB="0" anchor="ctr"/>
                </a:tc>
                <a:tc>
                  <a:txBody>
                    <a:bodyPr/>
                    <a:lstStyle/>
                    <a:p>
                      <a:pPr marL="310515" marR="307340" algn="ctr">
                        <a:spcBef>
                          <a:spcPts val="40"/>
                        </a:spcBef>
                        <a:spcAft>
                          <a:spcPts val="0"/>
                        </a:spcAft>
                      </a:pPr>
                      <a:r>
                        <a:rPr lang="en-US" sz="800" u="none" spc="-15">
                          <a:effectLst/>
                          <a:latin typeface="+mj-lt"/>
                        </a:rPr>
                        <a:t>16</a:t>
                      </a:r>
                      <a:endParaRPr lang="en-US" sz="800" u="none">
                        <a:effectLst/>
                        <a:latin typeface="+mj-lt"/>
                        <a:ea typeface="Times New Roman"/>
                      </a:endParaRPr>
                    </a:p>
                  </a:txBody>
                  <a:tcPr marL="0" marR="0" marT="0" marB="0" anchor="ctr"/>
                </a:tc>
                <a:tc>
                  <a:txBody>
                    <a:bodyPr/>
                    <a:lstStyle/>
                    <a:p>
                      <a:pPr marL="313055" marR="313055" algn="ctr">
                        <a:spcBef>
                          <a:spcPts val="40"/>
                        </a:spcBef>
                        <a:spcAft>
                          <a:spcPts val="0"/>
                        </a:spcAft>
                      </a:pPr>
                      <a:r>
                        <a:rPr lang="en-US" sz="800" u="none" dirty="0" smtClean="0">
                          <a:effectLst/>
                          <a:latin typeface="+mj-lt"/>
                        </a:rPr>
                        <a:t>22</a:t>
                      </a:r>
                      <a:endParaRPr lang="en-US" sz="800" u="none" dirty="0">
                        <a:effectLst/>
                        <a:latin typeface="+mj-lt"/>
                        <a:ea typeface="Times New Roman"/>
                      </a:endParaRPr>
                    </a:p>
                  </a:txBody>
                  <a:tcPr marL="0" marR="0" marT="0" marB="0" anchor="ctr"/>
                </a:tc>
              </a:tr>
              <a:tr h="135124">
                <a:tc>
                  <a:txBody>
                    <a:bodyPr/>
                    <a:lstStyle/>
                    <a:p>
                      <a:pPr marL="0" marR="0" indent="0">
                        <a:spcBef>
                          <a:spcPts val="40"/>
                        </a:spcBef>
                        <a:spcAft>
                          <a:spcPts val="0"/>
                        </a:spcAft>
                      </a:pPr>
                      <a:r>
                        <a:rPr lang="en-US" sz="800" u="none" spc="10" dirty="0" smtClean="0">
                          <a:effectLst/>
                          <a:latin typeface="+mj-lt"/>
                        </a:rPr>
                        <a:t>  N</a:t>
                      </a:r>
                      <a:r>
                        <a:rPr lang="en-US" sz="800" u="none" spc="15" dirty="0" smtClean="0">
                          <a:effectLst/>
                          <a:latin typeface="+mj-lt"/>
                        </a:rPr>
                        <a:t>et</a:t>
                      </a:r>
                      <a:r>
                        <a:rPr lang="en-US" sz="800" u="none" spc="5" dirty="0" smtClean="0">
                          <a:effectLst/>
                          <a:latin typeface="+mj-lt"/>
                        </a:rPr>
                        <a:t>he</a:t>
                      </a:r>
                      <a:r>
                        <a:rPr lang="en-US" sz="800" u="none" spc="10" dirty="0" smtClean="0">
                          <a:effectLst/>
                          <a:latin typeface="+mj-lt"/>
                        </a:rPr>
                        <a:t>rl</a:t>
                      </a:r>
                      <a:r>
                        <a:rPr lang="en-US" sz="800" u="none" dirty="0" smtClean="0">
                          <a:effectLst/>
                          <a:latin typeface="+mj-lt"/>
                        </a:rPr>
                        <a:t>a</a:t>
                      </a:r>
                      <a:r>
                        <a:rPr lang="en-US" sz="800" u="none" spc="5" dirty="0" smtClean="0">
                          <a:effectLst/>
                          <a:latin typeface="+mj-lt"/>
                        </a:rPr>
                        <a:t>n</a:t>
                      </a:r>
                      <a:r>
                        <a:rPr lang="en-US" sz="800" u="none" spc="15" dirty="0" smtClean="0">
                          <a:effectLst/>
                          <a:latin typeface="+mj-lt"/>
                        </a:rPr>
                        <a:t>d</a:t>
                      </a:r>
                      <a:r>
                        <a:rPr lang="en-US" sz="800" u="none" dirty="0" smtClean="0">
                          <a:effectLst/>
                          <a:latin typeface="+mj-lt"/>
                        </a:rPr>
                        <a:t>s</a:t>
                      </a:r>
                      <a:endParaRPr lang="en-US" sz="800" u="none" dirty="0">
                        <a:effectLst/>
                        <a:latin typeface="+mj-lt"/>
                        <a:ea typeface="Times New Roman"/>
                      </a:endParaRPr>
                    </a:p>
                  </a:txBody>
                  <a:tcPr marL="0" marR="0" marT="0" marB="0" anchor="ctr"/>
                </a:tc>
                <a:tc>
                  <a:txBody>
                    <a:bodyPr/>
                    <a:lstStyle/>
                    <a:p>
                      <a:pPr marL="0" marR="353060" indent="341313" algn="ctr">
                        <a:spcBef>
                          <a:spcPts val="40"/>
                        </a:spcBef>
                        <a:spcAft>
                          <a:spcPts val="0"/>
                        </a:spcAft>
                      </a:pPr>
                      <a:r>
                        <a:rPr lang="en-US" sz="800" u="none" dirty="0">
                          <a:effectLst/>
                          <a:latin typeface="+mj-lt"/>
                        </a:rPr>
                        <a:t>4</a:t>
                      </a:r>
                      <a:endParaRPr lang="en-US" sz="800" u="none" dirty="0">
                        <a:effectLst/>
                        <a:latin typeface="+mj-lt"/>
                        <a:ea typeface="Times New Roman"/>
                      </a:endParaRPr>
                    </a:p>
                  </a:txBody>
                  <a:tcPr marL="0" marR="0" marT="0" marB="0" anchor="ctr"/>
                </a:tc>
                <a:tc>
                  <a:txBody>
                    <a:bodyPr/>
                    <a:lstStyle/>
                    <a:p>
                      <a:pPr marL="351790" marR="349885" algn="ctr">
                        <a:spcBef>
                          <a:spcPts val="40"/>
                        </a:spcBef>
                        <a:spcAft>
                          <a:spcPts val="0"/>
                        </a:spcAft>
                      </a:pPr>
                      <a:r>
                        <a:rPr lang="en-US" sz="800" u="none">
                          <a:effectLst/>
                          <a:latin typeface="+mj-lt"/>
                        </a:rPr>
                        <a:t>6</a:t>
                      </a:r>
                      <a:endParaRPr lang="en-US" sz="800" u="none">
                        <a:effectLst/>
                        <a:latin typeface="+mj-lt"/>
                        <a:ea typeface="Times New Roman"/>
                      </a:endParaRPr>
                    </a:p>
                  </a:txBody>
                  <a:tcPr marL="0" marR="0" marT="0" marB="0" anchor="ctr"/>
                </a:tc>
                <a:tc>
                  <a:txBody>
                    <a:bodyPr/>
                    <a:lstStyle/>
                    <a:p>
                      <a:pPr marL="314960" marR="313055" algn="ctr">
                        <a:spcBef>
                          <a:spcPts val="40"/>
                        </a:spcBef>
                        <a:spcAft>
                          <a:spcPts val="0"/>
                        </a:spcAft>
                      </a:pPr>
                      <a:r>
                        <a:rPr lang="en-US" sz="800" u="none" spc="-10">
                          <a:effectLst/>
                          <a:latin typeface="+mj-lt"/>
                        </a:rPr>
                        <a:t>1</a:t>
                      </a:r>
                      <a:r>
                        <a:rPr lang="en-US" sz="800" u="none">
                          <a:effectLst/>
                          <a:latin typeface="+mj-lt"/>
                        </a:rPr>
                        <a:t>0</a:t>
                      </a:r>
                      <a:endParaRPr lang="en-US" sz="800" u="none">
                        <a:effectLst/>
                        <a:latin typeface="+mj-lt"/>
                        <a:ea typeface="Times New Roman"/>
                      </a:endParaRPr>
                    </a:p>
                  </a:txBody>
                  <a:tcPr marL="0" marR="0" marT="0" marB="0" anchor="ctr"/>
                </a:tc>
                <a:tc>
                  <a:txBody>
                    <a:bodyPr/>
                    <a:lstStyle/>
                    <a:p>
                      <a:pPr marL="351790" marR="351790" algn="ctr">
                        <a:spcBef>
                          <a:spcPts val="40"/>
                        </a:spcBef>
                        <a:spcAft>
                          <a:spcPts val="0"/>
                        </a:spcAft>
                      </a:pPr>
                      <a:r>
                        <a:rPr lang="en-US" sz="800" u="none">
                          <a:effectLst/>
                          <a:latin typeface="+mj-lt"/>
                        </a:rPr>
                        <a:t>9</a:t>
                      </a:r>
                      <a:endParaRPr lang="en-US" sz="800" u="none">
                        <a:effectLst/>
                        <a:latin typeface="+mj-lt"/>
                        <a:ea typeface="Times New Roman"/>
                      </a:endParaRPr>
                    </a:p>
                  </a:txBody>
                  <a:tcPr marL="0" marR="0" marT="0" marB="0" anchor="ctr"/>
                </a:tc>
                <a:tc>
                  <a:txBody>
                    <a:bodyPr/>
                    <a:lstStyle/>
                    <a:p>
                      <a:pPr marL="351790" marR="349250" algn="ctr">
                        <a:spcBef>
                          <a:spcPts val="40"/>
                        </a:spcBef>
                        <a:spcAft>
                          <a:spcPts val="0"/>
                        </a:spcAft>
                      </a:pPr>
                      <a:r>
                        <a:rPr lang="en-US" sz="800" u="none" dirty="0">
                          <a:effectLst/>
                          <a:latin typeface="+mj-lt"/>
                        </a:rPr>
                        <a:t>2</a:t>
                      </a:r>
                      <a:endParaRPr lang="en-US" sz="800" u="none" dirty="0">
                        <a:effectLst/>
                        <a:latin typeface="+mj-lt"/>
                        <a:ea typeface="Times New Roman"/>
                      </a:endParaRPr>
                    </a:p>
                  </a:txBody>
                  <a:tcPr marL="0" marR="0" marT="0" marB="0" anchor="ctr"/>
                </a:tc>
                <a:tc>
                  <a:txBody>
                    <a:bodyPr/>
                    <a:lstStyle/>
                    <a:p>
                      <a:pPr marL="315595" marR="311150" algn="ctr">
                        <a:spcBef>
                          <a:spcPts val="40"/>
                        </a:spcBef>
                        <a:spcAft>
                          <a:spcPts val="0"/>
                        </a:spcAft>
                      </a:pPr>
                      <a:r>
                        <a:rPr lang="en-US" sz="800" u="none" dirty="0">
                          <a:effectLst/>
                          <a:latin typeface="+mj-lt"/>
                        </a:rPr>
                        <a:t>8</a:t>
                      </a:r>
                      <a:endParaRPr lang="en-US" sz="800" u="none" dirty="0">
                        <a:effectLst/>
                        <a:latin typeface="+mj-lt"/>
                        <a:ea typeface="Times New Roman"/>
                      </a:endParaRPr>
                    </a:p>
                  </a:txBody>
                  <a:tcPr marL="0" marR="0" marT="0" marB="0" anchor="ctr"/>
                </a:tc>
                <a:tc>
                  <a:txBody>
                    <a:bodyPr/>
                    <a:lstStyle/>
                    <a:p>
                      <a:pPr marL="312420" marR="313055" algn="ctr">
                        <a:spcBef>
                          <a:spcPts val="40"/>
                        </a:spcBef>
                        <a:spcAft>
                          <a:spcPts val="0"/>
                        </a:spcAft>
                      </a:pPr>
                      <a:r>
                        <a:rPr lang="en-US" sz="800" u="none" spc="10" dirty="0" smtClean="0">
                          <a:effectLst/>
                          <a:latin typeface="+mj-lt"/>
                        </a:rPr>
                        <a:t>6</a:t>
                      </a:r>
                      <a:r>
                        <a:rPr lang="en-US" sz="800" u="none" dirty="0" smtClean="0">
                          <a:effectLst/>
                          <a:latin typeface="+mj-lt"/>
                        </a:rPr>
                        <a:t>6</a:t>
                      </a:r>
                      <a:endParaRPr lang="en-US" sz="800" u="none" dirty="0">
                        <a:effectLst/>
                        <a:latin typeface="+mj-lt"/>
                        <a:ea typeface="Times New Roman"/>
                      </a:endParaRPr>
                    </a:p>
                  </a:txBody>
                  <a:tcPr marL="0" marR="0" marT="0" marB="0" anchor="ctr"/>
                </a:tc>
              </a:tr>
              <a:tr h="148840">
                <a:tc>
                  <a:txBody>
                    <a:bodyPr/>
                    <a:lstStyle/>
                    <a:p>
                      <a:pPr marL="0" marR="0" indent="0">
                        <a:spcBef>
                          <a:spcPts val="40"/>
                        </a:spcBef>
                        <a:spcAft>
                          <a:spcPts val="0"/>
                        </a:spcAft>
                      </a:pPr>
                      <a:r>
                        <a:rPr lang="en-US" sz="800" u="none" spc="10" dirty="0" smtClean="0">
                          <a:effectLst/>
                          <a:latin typeface="+mj-lt"/>
                        </a:rPr>
                        <a:t>  S</a:t>
                      </a:r>
                      <a:r>
                        <a:rPr lang="en-US" sz="800" u="none" spc="15" dirty="0" smtClean="0">
                          <a:effectLst/>
                          <a:latin typeface="+mj-lt"/>
                        </a:rPr>
                        <a:t>p</a:t>
                      </a:r>
                      <a:r>
                        <a:rPr lang="en-US" sz="800" u="none" dirty="0" smtClean="0">
                          <a:effectLst/>
                          <a:latin typeface="+mj-lt"/>
                        </a:rPr>
                        <a:t>ain</a:t>
                      </a:r>
                      <a:endParaRPr lang="en-US" sz="800" u="none" dirty="0">
                        <a:effectLst/>
                        <a:latin typeface="+mj-lt"/>
                        <a:ea typeface="Times New Roman"/>
                      </a:endParaRPr>
                    </a:p>
                  </a:txBody>
                  <a:tcPr marL="0" marR="0" marT="0" marB="0" anchor="ctr"/>
                </a:tc>
                <a:tc>
                  <a:txBody>
                    <a:bodyPr/>
                    <a:lstStyle/>
                    <a:p>
                      <a:pPr marL="0" marR="353060" indent="341313" algn="ctr">
                        <a:spcBef>
                          <a:spcPts val="40"/>
                        </a:spcBef>
                        <a:spcAft>
                          <a:spcPts val="0"/>
                        </a:spcAft>
                      </a:pPr>
                      <a:r>
                        <a:rPr lang="en-US" sz="800" u="none" dirty="0">
                          <a:effectLst/>
                          <a:latin typeface="+mj-lt"/>
                        </a:rPr>
                        <a:t>3</a:t>
                      </a:r>
                      <a:endParaRPr lang="en-US" sz="800" u="none" dirty="0">
                        <a:effectLst/>
                        <a:latin typeface="+mj-lt"/>
                        <a:ea typeface="Times New Roman"/>
                      </a:endParaRPr>
                    </a:p>
                  </a:txBody>
                  <a:tcPr marL="0" marR="0" marT="0" marB="0" anchor="ctr"/>
                </a:tc>
                <a:tc>
                  <a:txBody>
                    <a:bodyPr/>
                    <a:lstStyle/>
                    <a:p>
                      <a:pPr marL="351155" marR="349885" algn="ctr">
                        <a:spcBef>
                          <a:spcPts val="40"/>
                        </a:spcBef>
                        <a:spcAft>
                          <a:spcPts val="0"/>
                        </a:spcAft>
                      </a:pPr>
                      <a:r>
                        <a:rPr lang="en-US" sz="800" u="none">
                          <a:effectLst/>
                          <a:latin typeface="+mj-lt"/>
                        </a:rPr>
                        <a:t>2</a:t>
                      </a:r>
                      <a:endParaRPr lang="en-US" sz="800" u="none">
                        <a:effectLst/>
                        <a:latin typeface="+mj-lt"/>
                        <a:ea typeface="Times New Roman"/>
                      </a:endParaRPr>
                    </a:p>
                  </a:txBody>
                  <a:tcPr marL="0" marR="0" marT="0" marB="0" anchor="ctr"/>
                </a:tc>
                <a:tc>
                  <a:txBody>
                    <a:bodyPr/>
                    <a:lstStyle/>
                    <a:p>
                      <a:pPr marL="314325" marR="313055" algn="ctr">
                        <a:spcBef>
                          <a:spcPts val="40"/>
                        </a:spcBef>
                        <a:spcAft>
                          <a:spcPts val="0"/>
                        </a:spcAft>
                      </a:pPr>
                      <a:r>
                        <a:rPr lang="en-US" sz="800" u="none">
                          <a:effectLst/>
                          <a:latin typeface="+mj-lt"/>
                        </a:rPr>
                        <a:t>6</a:t>
                      </a:r>
                      <a:endParaRPr lang="en-US" sz="800" u="none">
                        <a:effectLst/>
                        <a:latin typeface="+mj-lt"/>
                        <a:ea typeface="Times New Roman"/>
                      </a:endParaRPr>
                    </a:p>
                  </a:txBody>
                  <a:tcPr marL="0" marR="0" marT="0" marB="0" anchor="ctr"/>
                </a:tc>
                <a:tc>
                  <a:txBody>
                    <a:bodyPr/>
                    <a:lstStyle/>
                    <a:p>
                      <a:pPr marL="313055" marR="314325" algn="ctr">
                        <a:spcBef>
                          <a:spcPts val="40"/>
                        </a:spcBef>
                        <a:spcAft>
                          <a:spcPts val="0"/>
                        </a:spcAft>
                      </a:pPr>
                      <a:r>
                        <a:rPr lang="en-US" sz="800" u="none">
                          <a:effectLst/>
                          <a:latin typeface="+mj-lt"/>
                        </a:rPr>
                        <a:t>9</a:t>
                      </a:r>
                      <a:endParaRPr lang="en-US" sz="800" u="none">
                        <a:effectLst/>
                        <a:latin typeface="+mj-lt"/>
                        <a:ea typeface="Times New Roman"/>
                      </a:endParaRPr>
                    </a:p>
                  </a:txBody>
                  <a:tcPr marL="0" marR="0" marT="0" marB="0" anchor="ctr"/>
                </a:tc>
                <a:tc>
                  <a:txBody>
                    <a:bodyPr/>
                    <a:lstStyle/>
                    <a:p>
                      <a:pPr marL="351155" marR="349885" algn="ctr">
                        <a:spcBef>
                          <a:spcPts val="40"/>
                        </a:spcBef>
                        <a:spcAft>
                          <a:spcPts val="0"/>
                        </a:spcAft>
                      </a:pPr>
                      <a:r>
                        <a:rPr lang="en-US" sz="800" u="none">
                          <a:effectLst/>
                          <a:latin typeface="+mj-lt"/>
                        </a:rPr>
                        <a:t>2</a:t>
                      </a:r>
                      <a:endParaRPr lang="en-US" sz="800" u="none">
                        <a:effectLst/>
                        <a:latin typeface="+mj-lt"/>
                        <a:ea typeface="Times New Roman"/>
                      </a:endParaRPr>
                    </a:p>
                  </a:txBody>
                  <a:tcPr marL="0" marR="0" marT="0" marB="0" anchor="ctr"/>
                </a:tc>
                <a:tc>
                  <a:txBody>
                    <a:bodyPr/>
                    <a:lstStyle/>
                    <a:p>
                      <a:pPr marL="311785" marR="307975" algn="ctr">
                        <a:spcBef>
                          <a:spcPts val="40"/>
                        </a:spcBef>
                        <a:spcAft>
                          <a:spcPts val="0"/>
                        </a:spcAft>
                      </a:pPr>
                      <a:r>
                        <a:rPr lang="en-US" sz="800" u="none" spc="-5">
                          <a:effectLst/>
                          <a:latin typeface="+mj-lt"/>
                        </a:rPr>
                        <a:t>26</a:t>
                      </a:r>
                      <a:endParaRPr lang="en-US" sz="800" u="none">
                        <a:effectLst/>
                        <a:latin typeface="+mj-lt"/>
                        <a:ea typeface="Times New Roman"/>
                      </a:endParaRPr>
                    </a:p>
                  </a:txBody>
                  <a:tcPr marL="0" marR="0" marT="0" marB="0" anchor="ctr"/>
                </a:tc>
                <a:tc>
                  <a:txBody>
                    <a:bodyPr/>
                    <a:lstStyle/>
                    <a:p>
                      <a:pPr marL="313055" marR="314325" algn="ctr">
                        <a:spcBef>
                          <a:spcPts val="40"/>
                        </a:spcBef>
                        <a:spcAft>
                          <a:spcPts val="0"/>
                        </a:spcAft>
                      </a:pPr>
                      <a:r>
                        <a:rPr lang="en-US" sz="800" u="none" spc="15" dirty="0" smtClean="0">
                          <a:effectLst/>
                          <a:latin typeface="+mj-lt"/>
                        </a:rPr>
                        <a:t>3</a:t>
                      </a:r>
                      <a:r>
                        <a:rPr lang="en-US" sz="800" u="none" dirty="0" smtClean="0">
                          <a:effectLst/>
                          <a:latin typeface="+mj-lt"/>
                        </a:rPr>
                        <a:t>3</a:t>
                      </a:r>
                      <a:endParaRPr lang="en-US" sz="800" u="none" dirty="0">
                        <a:effectLst/>
                        <a:latin typeface="+mj-lt"/>
                        <a:ea typeface="Times New Roman"/>
                      </a:endParaRPr>
                    </a:p>
                  </a:txBody>
                  <a:tcPr marL="0" marR="0" marT="0" marB="0" anchor="ctr"/>
                </a:tc>
              </a:tr>
              <a:tr h="128870">
                <a:tc>
                  <a:txBody>
                    <a:bodyPr/>
                    <a:lstStyle/>
                    <a:p>
                      <a:pPr marL="0" marR="281305" algn="l">
                        <a:lnSpc>
                          <a:spcPct val="105000"/>
                        </a:lnSpc>
                        <a:spcBef>
                          <a:spcPts val="40"/>
                        </a:spcBef>
                        <a:spcAft>
                          <a:spcPts val="0"/>
                        </a:spcAft>
                      </a:pPr>
                      <a:r>
                        <a:rPr lang="en-US" sz="800" u="none" dirty="0" smtClean="0">
                          <a:effectLst/>
                          <a:latin typeface="+mj-lt"/>
                        </a:rPr>
                        <a:t>  UK</a:t>
                      </a:r>
                      <a:endParaRPr lang="en-US" sz="800" u="none" dirty="0">
                        <a:effectLst/>
                        <a:latin typeface="+mj-lt"/>
                        <a:ea typeface="Times New Roman"/>
                      </a:endParaRPr>
                    </a:p>
                  </a:txBody>
                  <a:tcPr marL="0" marR="0" marT="0" marB="0" anchor="ctr"/>
                </a:tc>
                <a:tc>
                  <a:txBody>
                    <a:bodyPr/>
                    <a:lstStyle/>
                    <a:p>
                      <a:pPr marL="0" marR="353060" indent="341313" algn="ctr">
                        <a:spcBef>
                          <a:spcPts val="0"/>
                        </a:spcBef>
                        <a:spcAft>
                          <a:spcPts val="0"/>
                        </a:spcAft>
                      </a:pPr>
                      <a:r>
                        <a:rPr lang="en-US" sz="800" u="none" dirty="0" smtClean="0">
                          <a:effectLst/>
                          <a:latin typeface="+mj-lt"/>
                        </a:rPr>
                        <a:t>5</a:t>
                      </a:r>
                      <a:endParaRPr lang="en-US" sz="800" u="none" dirty="0">
                        <a:effectLst/>
                        <a:latin typeface="+mj-lt"/>
                        <a:ea typeface="Times New Roman"/>
                      </a:endParaRPr>
                    </a:p>
                  </a:txBody>
                  <a:tcPr marL="0" marR="0" marT="0" marB="0" anchor="ctr"/>
                </a:tc>
                <a:tc>
                  <a:txBody>
                    <a:bodyPr/>
                    <a:lstStyle/>
                    <a:p>
                      <a:pPr marL="351155" marR="349885" algn="ctr">
                        <a:spcBef>
                          <a:spcPts val="0"/>
                        </a:spcBef>
                        <a:spcAft>
                          <a:spcPts val="0"/>
                        </a:spcAft>
                      </a:pPr>
                      <a:r>
                        <a:rPr lang="en-US" sz="800" u="none" dirty="0" smtClean="0">
                          <a:effectLst/>
                          <a:latin typeface="+mj-lt"/>
                        </a:rPr>
                        <a:t>4</a:t>
                      </a:r>
                      <a:endParaRPr lang="en-US" sz="800" u="none" dirty="0">
                        <a:effectLst/>
                        <a:latin typeface="+mj-lt"/>
                        <a:ea typeface="Times New Roman"/>
                      </a:endParaRPr>
                    </a:p>
                  </a:txBody>
                  <a:tcPr marL="0" marR="0" marT="0" marB="0" anchor="ctr"/>
                </a:tc>
                <a:tc>
                  <a:txBody>
                    <a:bodyPr/>
                    <a:lstStyle/>
                    <a:p>
                      <a:pPr marL="314325" marR="313055" algn="ctr">
                        <a:spcBef>
                          <a:spcPts val="0"/>
                        </a:spcBef>
                        <a:spcAft>
                          <a:spcPts val="0"/>
                        </a:spcAft>
                      </a:pPr>
                      <a:r>
                        <a:rPr lang="en-US" sz="800" u="none" dirty="0" smtClean="0">
                          <a:effectLst/>
                          <a:latin typeface="+mj-lt"/>
                        </a:rPr>
                        <a:t>9</a:t>
                      </a:r>
                      <a:endParaRPr lang="en-US" sz="800" u="none" dirty="0">
                        <a:effectLst/>
                        <a:latin typeface="+mj-lt"/>
                        <a:ea typeface="Times New Roman"/>
                      </a:endParaRPr>
                    </a:p>
                  </a:txBody>
                  <a:tcPr marL="0" marR="0" marT="0" marB="0" anchor="ctr"/>
                </a:tc>
                <a:tc>
                  <a:txBody>
                    <a:bodyPr/>
                    <a:lstStyle/>
                    <a:p>
                      <a:pPr marL="313055" marR="314325" algn="ctr">
                        <a:spcBef>
                          <a:spcPts val="0"/>
                        </a:spcBef>
                        <a:spcAft>
                          <a:spcPts val="0"/>
                        </a:spcAft>
                      </a:pPr>
                      <a:r>
                        <a:rPr lang="en-US" sz="800" u="none" dirty="0" smtClean="0">
                          <a:effectLst/>
                          <a:latin typeface="+mj-lt"/>
                        </a:rPr>
                        <a:t>6</a:t>
                      </a:r>
                      <a:endParaRPr lang="en-US" sz="800" u="none" dirty="0">
                        <a:effectLst/>
                        <a:latin typeface="+mj-lt"/>
                        <a:ea typeface="Times New Roman"/>
                      </a:endParaRPr>
                    </a:p>
                  </a:txBody>
                  <a:tcPr marL="0" marR="0" marT="0" marB="0" anchor="ctr"/>
                </a:tc>
                <a:tc>
                  <a:txBody>
                    <a:bodyPr/>
                    <a:lstStyle/>
                    <a:p>
                      <a:pPr marL="351155" marR="349885" algn="ctr">
                        <a:spcBef>
                          <a:spcPts val="0"/>
                        </a:spcBef>
                        <a:spcAft>
                          <a:spcPts val="0"/>
                        </a:spcAft>
                      </a:pPr>
                      <a:r>
                        <a:rPr lang="en-US" sz="800" dirty="0" smtClean="0">
                          <a:effectLst/>
                          <a:latin typeface="+mj-lt"/>
                        </a:rPr>
                        <a:t>2</a:t>
                      </a:r>
                      <a:endParaRPr lang="en-US" sz="800" dirty="0">
                        <a:effectLst/>
                        <a:latin typeface="+mj-lt"/>
                        <a:ea typeface="Times New Roman"/>
                      </a:endParaRPr>
                    </a:p>
                  </a:txBody>
                  <a:tcPr marL="0" marR="0" marT="0" marB="0" anchor="ctr"/>
                </a:tc>
                <a:tc>
                  <a:txBody>
                    <a:bodyPr/>
                    <a:lstStyle/>
                    <a:p>
                      <a:pPr marL="313055" marR="307340" algn="ctr">
                        <a:spcBef>
                          <a:spcPts val="0"/>
                        </a:spcBef>
                        <a:spcAft>
                          <a:spcPts val="0"/>
                        </a:spcAft>
                      </a:pPr>
                      <a:r>
                        <a:rPr lang="en-US" sz="800" u="none" dirty="0" smtClean="0">
                          <a:effectLst/>
                          <a:latin typeface="+mj-lt"/>
                        </a:rPr>
                        <a:t>18</a:t>
                      </a:r>
                      <a:endParaRPr lang="en-US" sz="800" u="none" dirty="0">
                        <a:effectLst/>
                        <a:latin typeface="+mj-lt"/>
                        <a:ea typeface="Times New Roman"/>
                      </a:endParaRPr>
                    </a:p>
                  </a:txBody>
                  <a:tcPr marL="0" marR="0" marT="0" marB="0" anchor="ctr"/>
                </a:tc>
                <a:tc>
                  <a:txBody>
                    <a:bodyPr/>
                    <a:lstStyle/>
                    <a:p>
                      <a:pPr marL="312420" marR="313690" algn="ctr">
                        <a:spcBef>
                          <a:spcPts val="0"/>
                        </a:spcBef>
                        <a:spcAft>
                          <a:spcPts val="0"/>
                        </a:spcAft>
                      </a:pPr>
                      <a:r>
                        <a:rPr lang="en-US" sz="800" u="none" spc="25" dirty="0" smtClean="0">
                          <a:effectLst/>
                          <a:latin typeface="+mj-lt"/>
                        </a:rPr>
                        <a:t>43</a:t>
                      </a:r>
                      <a:r>
                        <a:rPr lang="en-US" sz="800" dirty="0">
                          <a:effectLst/>
                          <a:latin typeface="+mj-lt"/>
                        </a:rPr>
                        <a:t> </a:t>
                      </a:r>
                      <a:endParaRPr lang="en-US" sz="800" dirty="0">
                        <a:effectLst/>
                        <a:latin typeface="+mj-lt"/>
                        <a:ea typeface="Times New Roman"/>
                      </a:endParaRPr>
                    </a:p>
                  </a:txBody>
                  <a:tcPr marL="0" marR="0" marT="0" marB="0" anchor="ctr"/>
                </a:tc>
              </a:tr>
              <a:tr h="170516">
                <a:tc>
                  <a:txBody>
                    <a:bodyPr/>
                    <a:lstStyle/>
                    <a:p>
                      <a:pPr marL="0" marR="0" indent="0">
                        <a:lnSpc>
                          <a:spcPct val="105000"/>
                        </a:lnSpc>
                        <a:spcBef>
                          <a:spcPts val="35"/>
                        </a:spcBef>
                        <a:spcAft>
                          <a:spcPts val="0"/>
                        </a:spcAft>
                      </a:pPr>
                      <a:r>
                        <a:rPr lang="en-US" sz="800" u="none" spc="-5" dirty="0" smtClean="0">
                          <a:effectLst/>
                          <a:latin typeface="+mj-lt"/>
                        </a:rPr>
                        <a:t>  A</a:t>
                      </a:r>
                      <a:r>
                        <a:rPr lang="en-US" sz="800" u="none" dirty="0" smtClean="0">
                          <a:effectLst/>
                          <a:latin typeface="+mj-lt"/>
                        </a:rPr>
                        <a:t>v</a:t>
                      </a:r>
                      <a:r>
                        <a:rPr lang="en-US" sz="800" u="none" spc="5" dirty="0" smtClean="0">
                          <a:effectLst/>
                          <a:latin typeface="+mj-lt"/>
                        </a:rPr>
                        <a:t>e</a:t>
                      </a:r>
                      <a:r>
                        <a:rPr lang="en-US" sz="800" u="none" spc="15" dirty="0" smtClean="0">
                          <a:effectLst/>
                          <a:latin typeface="+mj-lt"/>
                        </a:rPr>
                        <a:t>r</a:t>
                      </a:r>
                      <a:r>
                        <a:rPr lang="en-US" sz="800" u="none" spc="5" dirty="0" smtClean="0">
                          <a:effectLst/>
                          <a:latin typeface="+mj-lt"/>
                        </a:rPr>
                        <a:t>ag</a:t>
                      </a:r>
                      <a:r>
                        <a:rPr lang="en-US" sz="800" u="none" dirty="0" smtClean="0">
                          <a:effectLst/>
                          <a:latin typeface="+mj-lt"/>
                        </a:rPr>
                        <a:t>e </a:t>
                      </a:r>
                      <a:r>
                        <a:rPr lang="en-US" sz="800" u="none" spc="-40" dirty="0">
                          <a:effectLst/>
                          <a:latin typeface="+mj-lt"/>
                        </a:rPr>
                        <a:t>(</a:t>
                      </a:r>
                      <a:r>
                        <a:rPr lang="en-US" sz="800" u="none" dirty="0" err="1" smtClean="0">
                          <a:effectLst/>
                          <a:latin typeface="+mj-lt"/>
                        </a:rPr>
                        <a:t>u</a:t>
                      </a:r>
                      <a:r>
                        <a:rPr lang="en-US" sz="800" u="none" spc="-5" dirty="0" err="1" smtClean="0">
                          <a:effectLst/>
                          <a:latin typeface="+mj-lt"/>
                        </a:rPr>
                        <a:t>n</a:t>
                      </a:r>
                      <a:r>
                        <a:rPr lang="en-US" sz="800" u="none" dirty="0" err="1" smtClean="0">
                          <a:effectLst/>
                          <a:latin typeface="+mj-lt"/>
                        </a:rPr>
                        <a:t>w</a:t>
                      </a:r>
                      <a:r>
                        <a:rPr lang="en-US" sz="800" u="none" spc="5" dirty="0" err="1" smtClean="0">
                          <a:effectLst/>
                          <a:latin typeface="+mj-lt"/>
                        </a:rPr>
                        <a:t>ei</a:t>
                      </a:r>
                      <a:r>
                        <a:rPr lang="en-US" sz="800" u="none" spc="15" dirty="0" err="1" smtClean="0">
                          <a:effectLst/>
                          <a:latin typeface="+mj-lt"/>
                        </a:rPr>
                        <a:t>g</a:t>
                      </a:r>
                      <a:r>
                        <a:rPr lang="en-US" sz="800" u="none" spc="10" dirty="0" err="1" smtClean="0">
                          <a:effectLst/>
                          <a:latin typeface="+mj-lt"/>
                        </a:rPr>
                        <a:t>hted</a:t>
                      </a:r>
                      <a:r>
                        <a:rPr lang="en-US" sz="800" u="none" spc="10" dirty="0" smtClean="0">
                          <a:effectLst/>
                          <a:latin typeface="+mj-lt"/>
                        </a:rPr>
                        <a:t>)</a:t>
                      </a:r>
                      <a:endParaRPr lang="en-US" sz="800" u="none" dirty="0">
                        <a:effectLst/>
                        <a:latin typeface="+mj-lt"/>
                        <a:ea typeface="Times New Roman"/>
                      </a:endParaRPr>
                    </a:p>
                  </a:txBody>
                  <a:tcPr marL="0" marR="0" marT="0" marB="0" anchor="ctr"/>
                </a:tc>
                <a:tc>
                  <a:txBody>
                    <a:bodyPr/>
                    <a:lstStyle/>
                    <a:p>
                      <a:pPr marL="0" marR="353060" indent="341313" algn="ctr">
                        <a:spcBef>
                          <a:spcPts val="0"/>
                        </a:spcBef>
                        <a:spcAft>
                          <a:spcPts val="0"/>
                        </a:spcAft>
                      </a:pPr>
                      <a:r>
                        <a:rPr lang="en-US" sz="800" u="none" dirty="0" smtClean="0">
                          <a:effectLst/>
                          <a:latin typeface="+mj-lt"/>
                        </a:rPr>
                        <a:t>4</a:t>
                      </a:r>
                      <a:endParaRPr lang="en-US" sz="800" u="none" dirty="0">
                        <a:effectLst/>
                        <a:latin typeface="+mj-lt"/>
                        <a:ea typeface="Times New Roman"/>
                      </a:endParaRPr>
                    </a:p>
                  </a:txBody>
                  <a:tcPr marL="0" marR="0" marT="0" marB="0" anchor="ctr"/>
                </a:tc>
                <a:tc>
                  <a:txBody>
                    <a:bodyPr/>
                    <a:lstStyle/>
                    <a:p>
                      <a:pPr marL="351155" marR="349885" algn="ctr">
                        <a:spcBef>
                          <a:spcPts val="0"/>
                        </a:spcBef>
                        <a:spcAft>
                          <a:spcPts val="0"/>
                        </a:spcAft>
                      </a:pPr>
                      <a:r>
                        <a:rPr lang="en-US" sz="800" u="none" dirty="0" smtClean="0">
                          <a:effectLst/>
                          <a:latin typeface="+mj-lt"/>
                        </a:rPr>
                        <a:t>3</a:t>
                      </a:r>
                      <a:endParaRPr lang="en-US" sz="800" u="none" dirty="0">
                        <a:effectLst/>
                        <a:latin typeface="+mj-lt"/>
                        <a:ea typeface="Times New Roman"/>
                      </a:endParaRPr>
                    </a:p>
                  </a:txBody>
                  <a:tcPr marL="0" marR="0" marT="0" marB="0" anchor="ctr"/>
                </a:tc>
                <a:tc>
                  <a:txBody>
                    <a:bodyPr/>
                    <a:lstStyle/>
                    <a:p>
                      <a:pPr marL="314325" marR="313055" algn="ctr">
                        <a:spcBef>
                          <a:spcPts val="0"/>
                        </a:spcBef>
                        <a:spcAft>
                          <a:spcPts val="0"/>
                        </a:spcAft>
                      </a:pPr>
                      <a:r>
                        <a:rPr lang="en-US" sz="800" u="none" dirty="0" smtClean="0">
                          <a:effectLst/>
                          <a:latin typeface="+mj-lt"/>
                        </a:rPr>
                        <a:t>7</a:t>
                      </a:r>
                      <a:endParaRPr lang="en-US" sz="800" u="none" dirty="0">
                        <a:effectLst/>
                        <a:latin typeface="+mj-lt"/>
                        <a:ea typeface="Times New Roman"/>
                      </a:endParaRPr>
                    </a:p>
                  </a:txBody>
                  <a:tcPr marL="0" marR="0" marT="0" marB="0" anchor="ctr"/>
                </a:tc>
                <a:tc>
                  <a:txBody>
                    <a:bodyPr/>
                    <a:lstStyle/>
                    <a:p>
                      <a:pPr marL="313055" marR="314325" algn="ctr">
                        <a:spcBef>
                          <a:spcPts val="0"/>
                        </a:spcBef>
                        <a:spcAft>
                          <a:spcPts val="0"/>
                        </a:spcAft>
                      </a:pPr>
                      <a:r>
                        <a:rPr lang="en-US" sz="800" u="none" dirty="0" smtClean="0">
                          <a:effectLst/>
                          <a:latin typeface="+mj-lt"/>
                        </a:rPr>
                        <a:t>7</a:t>
                      </a:r>
                      <a:endParaRPr lang="en-US" sz="800" u="none" dirty="0">
                        <a:effectLst/>
                        <a:latin typeface="+mj-lt"/>
                        <a:ea typeface="Times New Roman"/>
                      </a:endParaRPr>
                    </a:p>
                  </a:txBody>
                  <a:tcPr marL="0" marR="0" marT="0" marB="0" anchor="ctr"/>
                </a:tc>
                <a:tc>
                  <a:txBody>
                    <a:bodyPr/>
                    <a:lstStyle/>
                    <a:p>
                      <a:pPr marL="351155" marR="349885" algn="ctr">
                        <a:spcBef>
                          <a:spcPts val="0"/>
                        </a:spcBef>
                        <a:spcAft>
                          <a:spcPts val="0"/>
                        </a:spcAft>
                      </a:pPr>
                      <a:r>
                        <a:rPr lang="en-US" sz="800" u="none" dirty="0" smtClean="0">
                          <a:effectLst/>
                          <a:latin typeface="+mj-lt"/>
                        </a:rPr>
                        <a:t>2</a:t>
                      </a:r>
                      <a:endParaRPr lang="en-US" sz="800" u="none" dirty="0">
                        <a:effectLst/>
                        <a:latin typeface="+mj-lt"/>
                        <a:ea typeface="Times New Roman"/>
                      </a:endParaRPr>
                    </a:p>
                  </a:txBody>
                  <a:tcPr marL="0" marR="0" marT="0" marB="0" anchor="ctr"/>
                </a:tc>
                <a:tc>
                  <a:txBody>
                    <a:bodyPr/>
                    <a:lstStyle/>
                    <a:p>
                      <a:pPr marL="309245" marR="307340" algn="ctr">
                        <a:spcBef>
                          <a:spcPts val="0"/>
                        </a:spcBef>
                        <a:spcAft>
                          <a:spcPts val="0"/>
                        </a:spcAft>
                      </a:pPr>
                      <a:r>
                        <a:rPr lang="en-US" sz="800" u="none" spc="-15" dirty="0" smtClean="0">
                          <a:effectLst/>
                          <a:latin typeface="+mj-lt"/>
                          <a:ea typeface="+mn-ea"/>
                        </a:rPr>
                        <a:t>20</a:t>
                      </a:r>
                      <a:endParaRPr lang="en-US" sz="800" u="none" dirty="0">
                        <a:effectLst/>
                        <a:latin typeface="+mj-lt"/>
                        <a:ea typeface="Times New Roman"/>
                      </a:endParaRPr>
                    </a:p>
                  </a:txBody>
                  <a:tcPr marL="0" marR="0" marT="0" marB="0" anchor="ctr"/>
                </a:tc>
                <a:tc>
                  <a:txBody>
                    <a:bodyPr/>
                    <a:lstStyle/>
                    <a:p>
                      <a:pPr marL="307975" marR="314960" algn="ctr">
                        <a:spcBef>
                          <a:spcPts val="0"/>
                        </a:spcBef>
                        <a:spcAft>
                          <a:spcPts val="0"/>
                        </a:spcAft>
                      </a:pPr>
                      <a:r>
                        <a:rPr lang="en-US" sz="800" u="none" spc="-45" dirty="0" smtClean="0">
                          <a:effectLst/>
                          <a:latin typeface="+mj-lt"/>
                        </a:rPr>
                        <a:t>44</a:t>
                      </a:r>
                      <a:endParaRPr lang="en-US" sz="800" u="none" dirty="0">
                        <a:effectLst/>
                        <a:latin typeface="+mj-lt"/>
                        <a:ea typeface="Times New Roman"/>
                      </a:endParaRPr>
                    </a:p>
                  </a:txBody>
                  <a:tcPr marL="0" marR="0" marT="0" marB="0" anchor="ctr"/>
                </a:tc>
              </a:tr>
              <a:tr h="121440">
                <a:tc gridSpan="8">
                  <a:txBody>
                    <a:bodyPr/>
                    <a:lstStyle/>
                    <a:p>
                      <a:pPr marL="0" marR="0" indent="0" algn="l">
                        <a:spcBef>
                          <a:spcPts val="35"/>
                        </a:spcBef>
                        <a:spcAft>
                          <a:spcPts val="0"/>
                        </a:spcAft>
                      </a:pPr>
                      <a:r>
                        <a:rPr lang="en-US" sz="800" u="none" spc="10" dirty="0" smtClean="0">
                          <a:effectLst/>
                          <a:latin typeface="+mj-lt"/>
                        </a:rPr>
                        <a:t>  NON-EURO</a:t>
                      </a:r>
                      <a:r>
                        <a:rPr lang="en-US" sz="800" u="none" spc="5" dirty="0" smtClean="0">
                          <a:effectLst/>
                          <a:latin typeface="+mj-lt"/>
                        </a:rPr>
                        <a:t>P</a:t>
                      </a:r>
                      <a:r>
                        <a:rPr lang="en-US" sz="800" u="none" spc="10" dirty="0" smtClean="0">
                          <a:effectLst/>
                          <a:latin typeface="+mj-lt"/>
                        </a:rPr>
                        <a:t>EA</a:t>
                      </a:r>
                      <a:r>
                        <a:rPr lang="en-US" sz="800" u="none" dirty="0" smtClean="0">
                          <a:effectLst/>
                          <a:latin typeface="+mj-lt"/>
                        </a:rPr>
                        <a:t>N</a:t>
                      </a:r>
                      <a:r>
                        <a:rPr lang="en-US" sz="800" u="none" spc="15" dirty="0" smtClean="0">
                          <a:effectLst/>
                          <a:latin typeface="+mj-lt"/>
                        </a:rPr>
                        <a:t> </a:t>
                      </a:r>
                      <a:r>
                        <a:rPr lang="en-US" sz="800" u="none" spc="10" dirty="0" smtClean="0">
                          <a:effectLst/>
                          <a:latin typeface="+mj-lt"/>
                        </a:rPr>
                        <a:t>UN</a:t>
                      </a:r>
                      <a:r>
                        <a:rPr lang="en-US" sz="800" u="none" spc="5" dirty="0" smtClean="0">
                          <a:effectLst/>
                          <a:latin typeface="+mj-lt"/>
                        </a:rPr>
                        <a:t>I</a:t>
                      </a:r>
                      <a:r>
                        <a:rPr lang="en-US" sz="800" u="none" spc="10" dirty="0" smtClean="0">
                          <a:effectLst/>
                          <a:latin typeface="+mj-lt"/>
                        </a:rPr>
                        <a:t>ON</a:t>
                      </a:r>
                      <a:endParaRPr lang="en-US" sz="800" u="none" dirty="0">
                        <a:effectLst/>
                        <a:latin typeface="+mj-lt"/>
                        <a:ea typeface="Times New Roman"/>
                      </a:endParaRPr>
                    </a:p>
                  </a:txBody>
                  <a:tcPr marL="0" marR="0" marT="0" marB="0"/>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r>
              <a:tr h="166547">
                <a:tc>
                  <a:txBody>
                    <a:bodyPr/>
                    <a:lstStyle/>
                    <a:p>
                      <a:pPr marL="0" marR="0" indent="0">
                        <a:spcBef>
                          <a:spcPts val="35"/>
                        </a:spcBef>
                        <a:spcAft>
                          <a:spcPts val="0"/>
                        </a:spcAft>
                      </a:pPr>
                      <a:r>
                        <a:rPr lang="en-US" sz="800" u="none" spc="-5" dirty="0" smtClean="0">
                          <a:effectLst/>
                          <a:latin typeface="+mj-lt"/>
                        </a:rPr>
                        <a:t>  R</a:t>
                      </a:r>
                      <a:r>
                        <a:rPr lang="en-US" sz="800" u="none" spc="15" dirty="0" smtClean="0">
                          <a:effectLst/>
                          <a:latin typeface="+mj-lt"/>
                        </a:rPr>
                        <a:t>u</a:t>
                      </a:r>
                      <a:r>
                        <a:rPr lang="en-US" sz="800" u="none" spc="35" dirty="0" smtClean="0">
                          <a:effectLst/>
                          <a:latin typeface="+mj-lt"/>
                        </a:rPr>
                        <a:t>s</a:t>
                      </a:r>
                      <a:r>
                        <a:rPr lang="en-US" sz="800" u="none" spc="10" dirty="0" smtClean="0">
                          <a:effectLst/>
                          <a:latin typeface="+mj-lt"/>
                        </a:rPr>
                        <a:t>sia</a:t>
                      </a:r>
                      <a:endParaRPr lang="en-US" sz="800" u="none" dirty="0">
                        <a:effectLst/>
                        <a:latin typeface="+mj-lt"/>
                        <a:ea typeface="Times New Roman"/>
                      </a:endParaRPr>
                    </a:p>
                  </a:txBody>
                  <a:tcPr marL="0" marR="0" marT="0" marB="0" anchor="ctr"/>
                </a:tc>
                <a:tc>
                  <a:txBody>
                    <a:bodyPr/>
                    <a:lstStyle/>
                    <a:p>
                      <a:pPr marL="0" marR="353060" indent="341313" algn="ctr">
                        <a:spcBef>
                          <a:spcPts val="35"/>
                        </a:spcBef>
                        <a:spcAft>
                          <a:spcPts val="0"/>
                        </a:spcAft>
                      </a:pPr>
                      <a:r>
                        <a:rPr lang="en-US" sz="800" u="none" dirty="0">
                          <a:effectLst/>
                          <a:latin typeface="+mj-lt"/>
                        </a:rPr>
                        <a:t>3</a:t>
                      </a:r>
                      <a:endParaRPr lang="en-US" sz="800" u="none" dirty="0">
                        <a:effectLst/>
                        <a:latin typeface="+mj-lt"/>
                        <a:ea typeface="Times New Roman"/>
                      </a:endParaRPr>
                    </a:p>
                  </a:txBody>
                  <a:tcPr marL="0" marR="0" marT="0" marB="0" anchor="ctr"/>
                </a:tc>
                <a:tc>
                  <a:txBody>
                    <a:bodyPr/>
                    <a:lstStyle/>
                    <a:p>
                      <a:pPr marL="350520" marR="349250" algn="ctr">
                        <a:spcBef>
                          <a:spcPts val="35"/>
                        </a:spcBef>
                        <a:spcAft>
                          <a:spcPts val="0"/>
                        </a:spcAft>
                      </a:pPr>
                      <a:r>
                        <a:rPr lang="en-US" sz="800" u="none">
                          <a:effectLst/>
                          <a:latin typeface="+mj-lt"/>
                        </a:rPr>
                        <a:t>2</a:t>
                      </a:r>
                      <a:endParaRPr lang="en-US" sz="800" u="none">
                        <a:effectLst/>
                        <a:latin typeface="+mj-lt"/>
                        <a:ea typeface="Times New Roman"/>
                      </a:endParaRPr>
                    </a:p>
                  </a:txBody>
                  <a:tcPr marL="0" marR="0" marT="0" marB="0" anchor="ctr"/>
                </a:tc>
                <a:tc>
                  <a:txBody>
                    <a:bodyPr/>
                    <a:lstStyle/>
                    <a:p>
                      <a:pPr marL="314325" marR="313690" algn="ctr">
                        <a:spcBef>
                          <a:spcPts val="35"/>
                        </a:spcBef>
                        <a:spcAft>
                          <a:spcPts val="0"/>
                        </a:spcAft>
                      </a:pPr>
                      <a:r>
                        <a:rPr lang="en-US" sz="800" u="none">
                          <a:effectLst/>
                          <a:latin typeface="+mj-lt"/>
                        </a:rPr>
                        <a:t>4</a:t>
                      </a:r>
                      <a:endParaRPr lang="en-US" sz="800" u="none">
                        <a:effectLst/>
                        <a:latin typeface="+mj-lt"/>
                        <a:ea typeface="Times New Roman"/>
                      </a:endParaRPr>
                    </a:p>
                  </a:txBody>
                  <a:tcPr marL="0" marR="0" marT="0" marB="0" anchor="ctr"/>
                </a:tc>
                <a:tc>
                  <a:txBody>
                    <a:bodyPr/>
                    <a:lstStyle/>
                    <a:p>
                      <a:pPr marL="313690" marR="314960" algn="ctr">
                        <a:spcBef>
                          <a:spcPts val="35"/>
                        </a:spcBef>
                        <a:spcAft>
                          <a:spcPts val="0"/>
                        </a:spcAft>
                      </a:pPr>
                      <a:r>
                        <a:rPr lang="en-US" sz="800" u="none">
                          <a:effectLst/>
                          <a:latin typeface="+mj-lt"/>
                        </a:rPr>
                        <a:t>2</a:t>
                      </a:r>
                      <a:endParaRPr lang="en-US" sz="800" u="none">
                        <a:effectLst/>
                        <a:latin typeface="+mj-lt"/>
                        <a:ea typeface="Times New Roman"/>
                      </a:endParaRPr>
                    </a:p>
                  </a:txBody>
                  <a:tcPr marL="0" marR="0" marT="0" marB="0" anchor="ctr"/>
                </a:tc>
                <a:tc>
                  <a:txBody>
                    <a:bodyPr/>
                    <a:lstStyle/>
                    <a:p>
                      <a:pPr marL="350520" marR="349250" algn="ctr">
                        <a:spcBef>
                          <a:spcPts val="35"/>
                        </a:spcBef>
                        <a:spcAft>
                          <a:spcPts val="0"/>
                        </a:spcAft>
                      </a:pPr>
                      <a:r>
                        <a:rPr lang="en-US" sz="800" u="none">
                          <a:effectLst/>
                          <a:latin typeface="+mj-lt"/>
                        </a:rPr>
                        <a:t>1</a:t>
                      </a:r>
                      <a:endParaRPr lang="en-US" sz="800" u="none">
                        <a:effectLst/>
                        <a:latin typeface="+mj-lt"/>
                        <a:ea typeface="Times New Roman"/>
                      </a:endParaRPr>
                    </a:p>
                  </a:txBody>
                  <a:tcPr marL="0" marR="0" marT="0" marB="0" anchor="ctr"/>
                </a:tc>
                <a:tc>
                  <a:txBody>
                    <a:bodyPr/>
                    <a:lstStyle/>
                    <a:p>
                      <a:pPr marL="313055" marR="309245" algn="ctr">
                        <a:spcBef>
                          <a:spcPts val="35"/>
                        </a:spcBef>
                        <a:spcAft>
                          <a:spcPts val="0"/>
                        </a:spcAft>
                      </a:pPr>
                      <a:r>
                        <a:rPr lang="en-US" sz="800" u="none" spc="5" dirty="0">
                          <a:effectLst/>
                          <a:latin typeface="+mj-lt"/>
                        </a:rPr>
                        <a:t>3</a:t>
                      </a:r>
                      <a:r>
                        <a:rPr lang="en-US" sz="800" u="none" dirty="0">
                          <a:effectLst/>
                          <a:latin typeface="+mj-lt"/>
                        </a:rPr>
                        <a:t>6</a:t>
                      </a:r>
                      <a:endParaRPr lang="en-US" sz="800" u="none" dirty="0">
                        <a:effectLst/>
                        <a:latin typeface="+mj-lt"/>
                        <a:ea typeface="Times New Roman"/>
                      </a:endParaRPr>
                    </a:p>
                  </a:txBody>
                  <a:tcPr marL="0" marR="0" marT="0" marB="0" anchor="ctr"/>
                </a:tc>
                <a:tc>
                  <a:txBody>
                    <a:bodyPr/>
                    <a:lstStyle/>
                    <a:p>
                      <a:pPr marL="311150" marR="315595" algn="ctr">
                        <a:spcBef>
                          <a:spcPts val="35"/>
                        </a:spcBef>
                        <a:spcAft>
                          <a:spcPts val="0"/>
                        </a:spcAft>
                      </a:pPr>
                      <a:r>
                        <a:rPr lang="en-US" sz="800" u="none" spc="-30" dirty="0" smtClean="0">
                          <a:effectLst/>
                          <a:latin typeface="+mj-lt"/>
                        </a:rPr>
                        <a:t>31</a:t>
                      </a:r>
                      <a:endParaRPr lang="en-US" sz="800" u="none" dirty="0">
                        <a:effectLst/>
                        <a:latin typeface="+mj-lt"/>
                        <a:ea typeface="Times New Roman"/>
                      </a:endParaRPr>
                    </a:p>
                  </a:txBody>
                  <a:tcPr marL="0" marR="0" marT="0" marB="0" anchor="ctr"/>
                </a:tc>
              </a:tr>
              <a:tr h="135589">
                <a:tc>
                  <a:txBody>
                    <a:bodyPr/>
                    <a:lstStyle/>
                    <a:p>
                      <a:pPr marL="0" marR="0" indent="0">
                        <a:spcBef>
                          <a:spcPts val="35"/>
                        </a:spcBef>
                        <a:spcAft>
                          <a:spcPts val="0"/>
                        </a:spcAft>
                      </a:pPr>
                      <a:r>
                        <a:rPr lang="en-US" sz="800" u="none" spc="5" dirty="0" smtClean="0">
                          <a:effectLst/>
                          <a:latin typeface="+mj-lt"/>
                        </a:rPr>
                        <a:t>  Sw</a:t>
                      </a:r>
                      <a:r>
                        <a:rPr lang="en-US" sz="800" u="none" spc="15" dirty="0" smtClean="0">
                          <a:effectLst/>
                          <a:latin typeface="+mj-lt"/>
                        </a:rPr>
                        <a:t>i</a:t>
                      </a:r>
                      <a:r>
                        <a:rPr lang="en-US" sz="800" u="none" spc="35" dirty="0" smtClean="0">
                          <a:effectLst/>
                          <a:latin typeface="+mj-lt"/>
                        </a:rPr>
                        <a:t>t</a:t>
                      </a:r>
                      <a:r>
                        <a:rPr lang="en-US" sz="800" u="none" spc="-5" dirty="0" smtClean="0">
                          <a:effectLst/>
                          <a:latin typeface="+mj-lt"/>
                        </a:rPr>
                        <a:t>z</a:t>
                      </a:r>
                      <a:r>
                        <a:rPr lang="en-US" sz="800" u="none" spc="5" dirty="0" smtClean="0">
                          <a:effectLst/>
                          <a:latin typeface="+mj-lt"/>
                        </a:rPr>
                        <a:t>e</a:t>
                      </a:r>
                      <a:r>
                        <a:rPr lang="en-US" sz="800" u="none" spc="10" dirty="0" smtClean="0">
                          <a:effectLst/>
                          <a:latin typeface="+mj-lt"/>
                        </a:rPr>
                        <a:t>rl</a:t>
                      </a:r>
                      <a:r>
                        <a:rPr lang="en-US" sz="800" u="none" dirty="0" smtClean="0">
                          <a:effectLst/>
                          <a:latin typeface="+mj-lt"/>
                        </a:rPr>
                        <a:t>a</a:t>
                      </a:r>
                      <a:r>
                        <a:rPr lang="en-US" sz="800" u="none" spc="5" dirty="0" smtClean="0">
                          <a:effectLst/>
                          <a:latin typeface="+mj-lt"/>
                        </a:rPr>
                        <a:t>nd</a:t>
                      </a:r>
                      <a:endParaRPr lang="en-US" sz="800" u="none" dirty="0">
                        <a:effectLst/>
                        <a:latin typeface="+mj-lt"/>
                        <a:ea typeface="Times New Roman"/>
                      </a:endParaRPr>
                    </a:p>
                  </a:txBody>
                  <a:tcPr marL="0" marR="0" marT="0" marB="0" anchor="ctr"/>
                </a:tc>
                <a:tc>
                  <a:txBody>
                    <a:bodyPr/>
                    <a:lstStyle/>
                    <a:p>
                      <a:pPr marL="0" marR="353060" indent="341313" algn="ctr">
                        <a:spcBef>
                          <a:spcPts val="35"/>
                        </a:spcBef>
                        <a:spcAft>
                          <a:spcPts val="0"/>
                        </a:spcAft>
                      </a:pPr>
                      <a:r>
                        <a:rPr lang="en-US" sz="800" u="none" dirty="0">
                          <a:effectLst/>
                          <a:latin typeface="+mj-lt"/>
                        </a:rPr>
                        <a:t>3</a:t>
                      </a:r>
                      <a:endParaRPr lang="en-US" sz="800" u="none" dirty="0">
                        <a:effectLst/>
                        <a:latin typeface="+mj-lt"/>
                        <a:ea typeface="Times New Roman"/>
                      </a:endParaRPr>
                    </a:p>
                  </a:txBody>
                  <a:tcPr marL="0" marR="0" marT="0" marB="0" anchor="ctr"/>
                </a:tc>
                <a:tc>
                  <a:txBody>
                    <a:bodyPr/>
                    <a:lstStyle/>
                    <a:p>
                      <a:pPr marL="350520" marR="349250" algn="ctr">
                        <a:spcBef>
                          <a:spcPts val="35"/>
                        </a:spcBef>
                        <a:spcAft>
                          <a:spcPts val="0"/>
                        </a:spcAft>
                      </a:pPr>
                      <a:r>
                        <a:rPr lang="en-US" sz="800" u="none">
                          <a:effectLst/>
                          <a:latin typeface="+mj-lt"/>
                        </a:rPr>
                        <a:t>3</a:t>
                      </a:r>
                      <a:endParaRPr lang="en-US" sz="800" u="none">
                        <a:effectLst/>
                        <a:latin typeface="+mj-lt"/>
                        <a:ea typeface="Times New Roman"/>
                      </a:endParaRPr>
                    </a:p>
                  </a:txBody>
                  <a:tcPr marL="0" marR="0" marT="0" marB="0" anchor="ctr"/>
                </a:tc>
                <a:tc>
                  <a:txBody>
                    <a:bodyPr/>
                    <a:lstStyle/>
                    <a:p>
                      <a:pPr marL="314325" marR="313690" algn="ctr">
                        <a:spcBef>
                          <a:spcPts val="35"/>
                        </a:spcBef>
                        <a:spcAft>
                          <a:spcPts val="0"/>
                        </a:spcAft>
                      </a:pPr>
                      <a:r>
                        <a:rPr lang="en-US" sz="800" u="none">
                          <a:effectLst/>
                          <a:latin typeface="+mj-lt"/>
                        </a:rPr>
                        <a:t>6</a:t>
                      </a:r>
                      <a:endParaRPr lang="en-US" sz="800" u="none">
                        <a:effectLst/>
                        <a:latin typeface="+mj-lt"/>
                        <a:ea typeface="Times New Roman"/>
                      </a:endParaRPr>
                    </a:p>
                  </a:txBody>
                  <a:tcPr marL="0" marR="0" marT="0" marB="0" anchor="ctr"/>
                </a:tc>
                <a:tc>
                  <a:txBody>
                    <a:bodyPr/>
                    <a:lstStyle/>
                    <a:p>
                      <a:pPr marL="313690" marR="314960" algn="ctr">
                        <a:spcBef>
                          <a:spcPts val="35"/>
                        </a:spcBef>
                        <a:spcAft>
                          <a:spcPts val="0"/>
                        </a:spcAft>
                      </a:pPr>
                      <a:r>
                        <a:rPr lang="en-US" sz="800" u="none">
                          <a:effectLst/>
                          <a:latin typeface="+mj-lt"/>
                        </a:rPr>
                        <a:t>8</a:t>
                      </a:r>
                      <a:endParaRPr lang="en-US" sz="800" u="none">
                        <a:effectLst/>
                        <a:latin typeface="+mj-lt"/>
                        <a:ea typeface="Times New Roman"/>
                      </a:endParaRPr>
                    </a:p>
                  </a:txBody>
                  <a:tcPr marL="0" marR="0" marT="0" marB="0" anchor="ctr"/>
                </a:tc>
                <a:tc>
                  <a:txBody>
                    <a:bodyPr/>
                    <a:lstStyle/>
                    <a:p>
                      <a:pPr marL="350520" marR="349250" algn="ctr">
                        <a:spcBef>
                          <a:spcPts val="35"/>
                        </a:spcBef>
                        <a:spcAft>
                          <a:spcPts val="0"/>
                        </a:spcAft>
                      </a:pPr>
                      <a:r>
                        <a:rPr lang="en-US" sz="800" u="none">
                          <a:effectLst/>
                          <a:latin typeface="+mj-lt"/>
                        </a:rPr>
                        <a:t>2</a:t>
                      </a:r>
                      <a:endParaRPr lang="en-US" sz="800" u="none">
                        <a:effectLst/>
                        <a:latin typeface="+mj-lt"/>
                        <a:ea typeface="Times New Roman"/>
                      </a:endParaRPr>
                    </a:p>
                  </a:txBody>
                  <a:tcPr marL="0" marR="0" marT="0" marB="0" anchor="ctr"/>
                </a:tc>
                <a:tc>
                  <a:txBody>
                    <a:bodyPr/>
                    <a:lstStyle/>
                    <a:p>
                      <a:pPr marL="313690" marR="307975" algn="ctr">
                        <a:spcBef>
                          <a:spcPts val="35"/>
                        </a:spcBef>
                        <a:spcAft>
                          <a:spcPts val="0"/>
                        </a:spcAft>
                      </a:pPr>
                      <a:r>
                        <a:rPr lang="en-US" sz="800" u="none" spc="10">
                          <a:effectLst/>
                          <a:latin typeface="+mj-lt"/>
                        </a:rPr>
                        <a:t>18</a:t>
                      </a:r>
                      <a:endParaRPr lang="en-US" sz="800" u="none">
                        <a:effectLst/>
                        <a:latin typeface="+mj-lt"/>
                        <a:ea typeface="Times New Roman"/>
                      </a:endParaRPr>
                    </a:p>
                  </a:txBody>
                  <a:tcPr marL="0" marR="0" marT="0" marB="0" anchor="ctr"/>
                </a:tc>
                <a:tc>
                  <a:txBody>
                    <a:bodyPr/>
                    <a:lstStyle/>
                    <a:p>
                      <a:pPr marL="310515" marR="314960" algn="ctr">
                        <a:spcBef>
                          <a:spcPts val="35"/>
                        </a:spcBef>
                        <a:spcAft>
                          <a:spcPts val="0"/>
                        </a:spcAft>
                      </a:pPr>
                      <a:r>
                        <a:rPr lang="en-US" sz="800" u="none" spc="-25" dirty="0" smtClean="0">
                          <a:effectLst/>
                          <a:latin typeface="+mj-lt"/>
                        </a:rPr>
                        <a:t>57</a:t>
                      </a:r>
                      <a:endParaRPr lang="en-US" sz="800" u="none" dirty="0">
                        <a:effectLst/>
                        <a:latin typeface="+mj-lt"/>
                        <a:ea typeface="Times New Roman"/>
                      </a:endParaRPr>
                    </a:p>
                  </a:txBody>
                  <a:tcPr marL="0" marR="0" marT="0" marB="0" anchor="ctr"/>
                </a:tc>
              </a:tr>
              <a:tr h="185544">
                <a:tc>
                  <a:txBody>
                    <a:bodyPr/>
                    <a:lstStyle/>
                    <a:p>
                      <a:pPr marL="0" marR="0" indent="0">
                        <a:lnSpc>
                          <a:spcPct val="105000"/>
                        </a:lnSpc>
                        <a:spcBef>
                          <a:spcPts val="35"/>
                        </a:spcBef>
                        <a:spcAft>
                          <a:spcPts val="0"/>
                        </a:spcAft>
                      </a:pPr>
                      <a:r>
                        <a:rPr lang="en-US" sz="800" u="none" spc="-5" dirty="0" smtClean="0">
                          <a:effectLst/>
                          <a:latin typeface="+mj-lt"/>
                        </a:rPr>
                        <a:t>  A</a:t>
                      </a:r>
                      <a:r>
                        <a:rPr lang="en-US" sz="800" u="none" dirty="0" smtClean="0">
                          <a:effectLst/>
                          <a:latin typeface="+mj-lt"/>
                        </a:rPr>
                        <a:t>v</a:t>
                      </a:r>
                      <a:r>
                        <a:rPr lang="en-US" sz="800" u="none" spc="5" dirty="0" smtClean="0">
                          <a:effectLst/>
                          <a:latin typeface="+mj-lt"/>
                        </a:rPr>
                        <a:t>e</a:t>
                      </a:r>
                      <a:r>
                        <a:rPr lang="en-US" sz="800" u="none" spc="15" dirty="0" smtClean="0">
                          <a:effectLst/>
                          <a:latin typeface="+mj-lt"/>
                        </a:rPr>
                        <a:t>r</a:t>
                      </a:r>
                      <a:r>
                        <a:rPr lang="en-US" sz="800" u="none" spc="5" dirty="0" smtClean="0">
                          <a:effectLst/>
                          <a:latin typeface="+mj-lt"/>
                        </a:rPr>
                        <a:t>ag</a:t>
                      </a:r>
                      <a:r>
                        <a:rPr lang="en-US" sz="800" u="none" dirty="0" smtClean="0">
                          <a:effectLst/>
                          <a:latin typeface="+mj-lt"/>
                        </a:rPr>
                        <a:t>e </a:t>
                      </a:r>
                      <a:r>
                        <a:rPr lang="en-US" sz="800" u="none" spc="-40" dirty="0">
                          <a:effectLst/>
                          <a:latin typeface="+mj-lt"/>
                        </a:rPr>
                        <a:t>(</a:t>
                      </a:r>
                      <a:r>
                        <a:rPr lang="en-US" sz="800" u="none" dirty="0" err="1" smtClean="0">
                          <a:effectLst/>
                          <a:latin typeface="+mj-lt"/>
                        </a:rPr>
                        <a:t>u</a:t>
                      </a:r>
                      <a:r>
                        <a:rPr lang="en-US" sz="800" u="none" spc="-5" dirty="0" err="1" smtClean="0">
                          <a:effectLst/>
                          <a:latin typeface="+mj-lt"/>
                        </a:rPr>
                        <a:t>n</a:t>
                      </a:r>
                      <a:r>
                        <a:rPr lang="en-US" sz="800" u="none" dirty="0" err="1" smtClean="0">
                          <a:effectLst/>
                          <a:latin typeface="+mj-lt"/>
                        </a:rPr>
                        <a:t>w</a:t>
                      </a:r>
                      <a:r>
                        <a:rPr lang="en-US" sz="800" u="none" spc="5" dirty="0" err="1" smtClean="0">
                          <a:effectLst/>
                          <a:latin typeface="+mj-lt"/>
                        </a:rPr>
                        <a:t>eighted</a:t>
                      </a:r>
                      <a:r>
                        <a:rPr lang="en-US" sz="800" u="none" spc="5" dirty="0" smtClean="0">
                          <a:effectLst/>
                          <a:latin typeface="+mj-lt"/>
                        </a:rPr>
                        <a:t>)</a:t>
                      </a:r>
                      <a:endParaRPr lang="en-US" sz="800" u="none" dirty="0">
                        <a:effectLst/>
                        <a:latin typeface="+mj-lt"/>
                        <a:ea typeface="Times New Roman"/>
                      </a:endParaRPr>
                    </a:p>
                  </a:txBody>
                  <a:tcPr marL="0" marR="0" marT="0" marB="0" anchor="ctr"/>
                </a:tc>
                <a:tc>
                  <a:txBody>
                    <a:bodyPr/>
                    <a:lstStyle/>
                    <a:p>
                      <a:pPr marL="0" marR="353060" indent="341313" algn="ctr">
                        <a:spcBef>
                          <a:spcPts val="0"/>
                        </a:spcBef>
                        <a:spcAft>
                          <a:spcPts val="0"/>
                        </a:spcAft>
                      </a:pPr>
                      <a:r>
                        <a:rPr lang="en-US" sz="800" u="none" dirty="0" smtClean="0">
                          <a:effectLst/>
                          <a:latin typeface="+mj-lt"/>
                          <a:ea typeface="Times New Roman"/>
                        </a:rPr>
                        <a:t>3</a:t>
                      </a:r>
                      <a:endParaRPr lang="en-US" sz="800" u="none" dirty="0">
                        <a:effectLst/>
                        <a:latin typeface="+mj-lt"/>
                        <a:ea typeface="Times New Roman"/>
                      </a:endParaRPr>
                    </a:p>
                  </a:txBody>
                  <a:tcPr marL="0" marR="0" marT="0" marB="0" anchor="ctr"/>
                </a:tc>
                <a:tc>
                  <a:txBody>
                    <a:bodyPr/>
                    <a:lstStyle/>
                    <a:p>
                      <a:pPr marL="350520" marR="349250" algn="ctr">
                        <a:spcBef>
                          <a:spcPts val="0"/>
                        </a:spcBef>
                        <a:spcAft>
                          <a:spcPts val="0"/>
                        </a:spcAft>
                      </a:pPr>
                      <a:r>
                        <a:rPr lang="en-US" sz="800" u="none" dirty="0" smtClean="0">
                          <a:effectLst/>
                          <a:latin typeface="+mj-lt"/>
                        </a:rPr>
                        <a:t>3</a:t>
                      </a:r>
                      <a:endParaRPr lang="en-US" sz="800" u="none" dirty="0">
                        <a:effectLst/>
                        <a:latin typeface="+mj-lt"/>
                        <a:ea typeface="Times New Roman"/>
                      </a:endParaRPr>
                    </a:p>
                  </a:txBody>
                  <a:tcPr marL="0" marR="0" marT="0" marB="0" anchor="ctr"/>
                </a:tc>
                <a:tc>
                  <a:txBody>
                    <a:bodyPr/>
                    <a:lstStyle/>
                    <a:p>
                      <a:pPr marL="314325" marR="313690" algn="ctr">
                        <a:spcBef>
                          <a:spcPts val="0"/>
                        </a:spcBef>
                        <a:spcAft>
                          <a:spcPts val="0"/>
                        </a:spcAft>
                      </a:pPr>
                      <a:r>
                        <a:rPr lang="en-US" sz="800" u="none" dirty="0" smtClean="0">
                          <a:effectLst/>
                          <a:latin typeface="+mj-lt"/>
                          <a:ea typeface="Times New Roman"/>
                        </a:rPr>
                        <a:t>5</a:t>
                      </a:r>
                      <a:endParaRPr lang="en-US" sz="800" u="none" dirty="0">
                        <a:effectLst/>
                        <a:latin typeface="+mj-lt"/>
                        <a:ea typeface="Times New Roman"/>
                      </a:endParaRPr>
                    </a:p>
                  </a:txBody>
                  <a:tcPr marL="0" marR="0" marT="0" marB="0" anchor="ctr"/>
                </a:tc>
                <a:tc>
                  <a:txBody>
                    <a:bodyPr/>
                    <a:lstStyle/>
                    <a:p>
                      <a:pPr marL="313690" marR="314960" algn="ctr">
                        <a:spcBef>
                          <a:spcPts val="0"/>
                        </a:spcBef>
                        <a:spcAft>
                          <a:spcPts val="0"/>
                        </a:spcAft>
                      </a:pPr>
                      <a:r>
                        <a:rPr lang="en-US" sz="800" u="none" dirty="0" smtClean="0">
                          <a:effectLst/>
                          <a:latin typeface="+mj-lt"/>
                        </a:rPr>
                        <a:t>5</a:t>
                      </a:r>
                      <a:endParaRPr lang="en-US" sz="800" u="none" dirty="0">
                        <a:effectLst/>
                        <a:latin typeface="+mj-lt"/>
                        <a:ea typeface="Times New Roman"/>
                      </a:endParaRPr>
                    </a:p>
                  </a:txBody>
                  <a:tcPr marL="0" marR="0" marT="0" marB="0" anchor="ctr"/>
                </a:tc>
                <a:tc>
                  <a:txBody>
                    <a:bodyPr/>
                    <a:lstStyle/>
                    <a:p>
                      <a:pPr marL="350520" marR="349250" algn="ctr">
                        <a:spcBef>
                          <a:spcPts val="0"/>
                        </a:spcBef>
                        <a:spcAft>
                          <a:spcPts val="0"/>
                        </a:spcAft>
                      </a:pPr>
                      <a:r>
                        <a:rPr lang="en-US" sz="800" dirty="0" smtClean="0">
                          <a:effectLst/>
                          <a:latin typeface="+mj-lt"/>
                        </a:rPr>
                        <a:t>2</a:t>
                      </a:r>
                      <a:endParaRPr lang="en-US" sz="800" dirty="0">
                        <a:effectLst/>
                        <a:latin typeface="+mj-lt"/>
                        <a:ea typeface="Times New Roman"/>
                      </a:endParaRPr>
                    </a:p>
                  </a:txBody>
                  <a:tcPr marL="0" marR="0" marT="0" marB="0" anchor="ctr"/>
                </a:tc>
                <a:tc>
                  <a:txBody>
                    <a:bodyPr/>
                    <a:lstStyle/>
                    <a:p>
                      <a:pPr marL="313055" marR="309245" algn="ctr">
                        <a:spcBef>
                          <a:spcPts val="0"/>
                        </a:spcBef>
                        <a:spcAft>
                          <a:spcPts val="0"/>
                        </a:spcAft>
                      </a:pPr>
                      <a:r>
                        <a:rPr lang="en-US" sz="800" spc="15" dirty="0" smtClean="0">
                          <a:effectLst/>
                          <a:latin typeface="+mj-lt"/>
                        </a:rPr>
                        <a:t>27</a:t>
                      </a:r>
                      <a:endParaRPr lang="en-US" sz="800" dirty="0">
                        <a:effectLst/>
                        <a:latin typeface="+mj-lt"/>
                        <a:ea typeface="Times New Roman"/>
                      </a:endParaRPr>
                    </a:p>
                  </a:txBody>
                  <a:tcPr marL="0" marR="0" marT="0" marB="0" anchor="ctr"/>
                </a:tc>
                <a:tc>
                  <a:txBody>
                    <a:bodyPr/>
                    <a:lstStyle/>
                    <a:p>
                      <a:pPr marL="312420" marR="313690" algn="ctr">
                        <a:spcBef>
                          <a:spcPts val="0"/>
                        </a:spcBef>
                        <a:spcAft>
                          <a:spcPts val="0"/>
                        </a:spcAft>
                      </a:pPr>
                      <a:r>
                        <a:rPr lang="en-US" sz="800" spc="25" dirty="0" smtClean="0">
                          <a:effectLst/>
                          <a:latin typeface="+mj-lt"/>
                        </a:rPr>
                        <a:t>44</a:t>
                      </a:r>
                      <a:endParaRPr lang="en-US" sz="800" dirty="0">
                        <a:effectLst/>
                        <a:latin typeface="+mj-lt"/>
                        <a:ea typeface="Times New Roman"/>
                      </a:endParaRPr>
                    </a:p>
                  </a:txBody>
                  <a:tcPr marL="0" marR="0" marT="0" marB="0" anchor="ctr"/>
                </a:tc>
              </a:tr>
              <a:tr h="121440">
                <a:tc gridSpan="8">
                  <a:txBody>
                    <a:bodyPr/>
                    <a:lstStyle/>
                    <a:p>
                      <a:pPr marL="0" marR="0" indent="0">
                        <a:spcBef>
                          <a:spcPts val="35"/>
                        </a:spcBef>
                        <a:spcAft>
                          <a:spcPts val="0"/>
                        </a:spcAft>
                      </a:pPr>
                      <a:r>
                        <a:rPr lang="en-US" sz="800" u="sng" spc="10" dirty="0" smtClean="0">
                          <a:effectLst/>
                          <a:latin typeface="+mj-lt"/>
                        </a:rPr>
                        <a:t>  UNITE</a:t>
                      </a:r>
                      <a:r>
                        <a:rPr lang="en-US" sz="800" u="sng" dirty="0" smtClean="0">
                          <a:effectLst/>
                          <a:latin typeface="+mj-lt"/>
                        </a:rPr>
                        <a:t>D</a:t>
                      </a:r>
                      <a:r>
                        <a:rPr lang="en-US" sz="800" u="sng" spc="15" dirty="0" smtClean="0">
                          <a:effectLst/>
                          <a:latin typeface="+mj-lt"/>
                        </a:rPr>
                        <a:t> </a:t>
                      </a:r>
                      <a:r>
                        <a:rPr lang="en-US" sz="800" u="sng" spc="10" dirty="0" smtClean="0">
                          <a:effectLst/>
                          <a:latin typeface="+mj-lt"/>
                        </a:rPr>
                        <a:t>STATES</a:t>
                      </a:r>
                      <a:endParaRPr lang="en-US" sz="800" dirty="0">
                        <a:effectLst/>
                        <a:latin typeface="+mj-lt"/>
                        <a:ea typeface="Times New Roman"/>
                      </a:endParaRPr>
                    </a:p>
                  </a:txBody>
                  <a:tcPr marL="0" marR="0" marT="0" marB="0"/>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r>
              <a:tr h="173276">
                <a:tc>
                  <a:txBody>
                    <a:bodyPr/>
                    <a:lstStyle/>
                    <a:p>
                      <a:pPr marL="0" marR="410845" indent="0" algn="l">
                        <a:lnSpc>
                          <a:spcPct val="105000"/>
                        </a:lnSpc>
                        <a:spcBef>
                          <a:spcPts val="35"/>
                        </a:spcBef>
                        <a:spcAft>
                          <a:spcPts val="0"/>
                        </a:spcAft>
                      </a:pPr>
                      <a:r>
                        <a:rPr lang="en-US" sz="800" b="1" u="none" kern="1200" spc="10" dirty="0" smtClean="0">
                          <a:solidFill>
                            <a:schemeClr val="lt1"/>
                          </a:solidFill>
                          <a:effectLst/>
                          <a:latin typeface="+mj-lt"/>
                          <a:ea typeface="+mn-ea"/>
                          <a:cs typeface="+mn-cs"/>
                        </a:rPr>
                        <a:t>  USA</a:t>
                      </a:r>
                      <a:endParaRPr lang="en-US" sz="800" b="1" u="none" kern="1200" spc="10" dirty="0">
                        <a:solidFill>
                          <a:schemeClr val="lt1"/>
                        </a:solidFill>
                        <a:effectLst/>
                        <a:latin typeface="+mj-lt"/>
                        <a:ea typeface="+mn-ea"/>
                        <a:cs typeface="+mn-cs"/>
                      </a:endParaRPr>
                    </a:p>
                  </a:txBody>
                  <a:tcPr marL="0" marR="0" marT="0" marB="0" anchor="ctr"/>
                </a:tc>
                <a:tc>
                  <a:txBody>
                    <a:bodyPr/>
                    <a:lstStyle/>
                    <a:p>
                      <a:pPr marL="0" marR="0" indent="396875" algn="l">
                        <a:lnSpc>
                          <a:spcPts val="1200"/>
                        </a:lnSpc>
                        <a:spcBef>
                          <a:spcPts val="40"/>
                        </a:spcBef>
                        <a:spcAft>
                          <a:spcPts val="0"/>
                        </a:spcAft>
                      </a:pPr>
                      <a:r>
                        <a:rPr lang="en-US" sz="800" u="none" dirty="0" smtClean="0">
                          <a:effectLst/>
                          <a:latin typeface="+mj-lt"/>
                        </a:rPr>
                        <a:t>  9</a:t>
                      </a:r>
                      <a:endParaRPr lang="en-US" sz="800" u="none" dirty="0">
                        <a:effectLst/>
                        <a:latin typeface="+mj-lt"/>
                        <a:ea typeface="Times New Roman"/>
                      </a:endParaRPr>
                    </a:p>
                  </a:txBody>
                  <a:tcPr marL="0" marR="0" marT="0" marB="0" anchor="ctr"/>
                </a:tc>
                <a:tc>
                  <a:txBody>
                    <a:bodyPr/>
                    <a:lstStyle/>
                    <a:p>
                      <a:pPr marL="350520" marR="349250" algn="ctr">
                        <a:spcBef>
                          <a:spcPts val="0"/>
                        </a:spcBef>
                        <a:spcAft>
                          <a:spcPts val="0"/>
                        </a:spcAft>
                      </a:pPr>
                      <a:r>
                        <a:rPr lang="en-US" sz="800" u="none" dirty="0" smtClean="0">
                          <a:effectLst/>
                          <a:latin typeface="+mj-lt"/>
                        </a:rPr>
                        <a:t>4</a:t>
                      </a:r>
                      <a:endParaRPr lang="en-US" sz="800" u="none" dirty="0">
                        <a:effectLst/>
                        <a:latin typeface="+mj-lt"/>
                        <a:ea typeface="Times New Roman"/>
                      </a:endParaRPr>
                    </a:p>
                  </a:txBody>
                  <a:tcPr marL="0" marR="0" marT="0" marB="0" anchor="ctr"/>
                </a:tc>
                <a:tc>
                  <a:txBody>
                    <a:bodyPr/>
                    <a:lstStyle/>
                    <a:p>
                      <a:pPr marL="2540" marR="0" algn="ctr">
                        <a:spcBef>
                          <a:spcPts val="0"/>
                        </a:spcBef>
                        <a:spcAft>
                          <a:spcPts val="0"/>
                        </a:spcAft>
                      </a:pPr>
                      <a:r>
                        <a:rPr lang="en-US" sz="800" u="none" spc="10" dirty="0" smtClean="0">
                          <a:effectLst/>
                          <a:latin typeface="+mj-lt"/>
                        </a:rPr>
                        <a:t>13</a:t>
                      </a:r>
                      <a:endParaRPr lang="en-US" sz="800" u="none" dirty="0">
                        <a:effectLst/>
                        <a:latin typeface="+mj-lt"/>
                        <a:ea typeface="Times New Roman"/>
                      </a:endParaRPr>
                    </a:p>
                  </a:txBody>
                  <a:tcPr marL="0" marR="0" marT="0" marB="0" anchor="ctr"/>
                </a:tc>
                <a:tc>
                  <a:txBody>
                    <a:bodyPr/>
                    <a:lstStyle/>
                    <a:p>
                      <a:pPr marL="313690" marR="314960" algn="ctr">
                        <a:spcBef>
                          <a:spcPts val="0"/>
                        </a:spcBef>
                        <a:spcAft>
                          <a:spcPts val="0"/>
                        </a:spcAft>
                      </a:pPr>
                      <a:r>
                        <a:rPr lang="en-US" sz="800" u="none" dirty="0" smtClean="0">
                          <a:effectLst/>
                          <a:latin typeface="+mj-lt"/>
                        </a:rPr>
                        <a:t>9</a:t>
                      </a:r>
                      <a:endParaRPr lang="en-US" sz="800" u="none" dirty="0">
                        <a:effectLst/>
                        <a:latin typeface="+mj-lt"/>
                        <a:ea typeface="Times New Roman"/>
                      </a:endParaRPr>
                    </a:p>
                  </a:txBody>
                  <a:tcPr marL="0" marR="0" marT="0" marB="0" anchor="ctr"/>
                </a:tc>
                <a:tc>
                  <a:txBody>
                    <a:bodyPr/>
                    <a:lstStyle/>
                    <a:p>
                      <a:pPr marL="350520" marR="349250" algn="ctr">
                        <a:spcBef>
                          <a:spcPts val="0"/>
                        </a:spcBef>
                        <a:spcAft>
                          <a:spcPts val="0"/>
                        </a:spcAft>
                      </a:pPr>
                      <a:r>
                        <a:rPr lang="en-US" sz="800" u="none" dirty="0" smtClean="0">
                          <a:effectLst/>
                          <a:latin typeface="+mj-lt"/>
                        </a:rPr>
                        <a:t>4</a:t>
                      </a:r>
                      <a:endParaRPr lang="en-US" sz="800" u="none" dirty="0">
                        <a:effectLst/>
                        <a:latin typeface="+mj-lt"/>
                        <a:ea typeface="Times New Roman"/>
                      </a:endParaRPr>
                    </a:p>
                  </a:txBody>
                  <a:tcPr marL="0" marR="0" marT="0" marB="0" anchor="ctr"/>
                </a:tc>
                <a:tc>
                  <a:txBody>
                    <a:bodyPr/>
                    <a:lstStyle/>
                    <a:p>
                      <a:pPr marL="309880" marR="307975" algn="ctr">
                        <a:spcBef>
                          <a:spcPts val="0"/>
                        </a:spcBef>
                        <a:spcAft>
                          <a:spcPts val="0"/>
                        </a:spcAft>
                      </a:pPr>
                      <a:r>
                        <a:rPr lang="en-US" sz="800" u="none" spc="-15" dirty="0" smtClean="0">
                          <a:effectLst/>
                          <a:latin typeface="+mj-lt"/>
                        </a:rPr>
                        <a:t>21</a:t>
                      </a:r>
                      <a:endParaRPr lang="en-US" sz="800" u="none" dirty="0">
                        <a:effectLst/>
                        <a:latin typeface="+mj-lt"/>
                        <a:ea typeface="Times New Roman"/>
                      </a:endParaRPr>
                    </a:p>
                  </a:txBody>
                  <a:tcPr marL="0" marR="0" marT="0" marB="0" anchor="ctr"/>
                </a:tc>
                <a:tc>
                  <a:txBody>
                    <a:bodyPr/>
                    <a:lstStyle/>
                    <a:p>
                      <a:pPr marL="312420" marR="314325" algn="ctr">
                        <a:spcBef>
                          <a:spcPts val="0"/>
                        </a:spcBef>
                        <a:spcAft>
                          <a:spcPts val="0"/>
                        </a:spcAft>
                      </a:pPr>
                      <a:r>
                        <a:rPr lang="en-US" sz="800" u="none" spc="-5" dirty="0" smtClean="0">
                          <a:effectLst/>
                          <a:latin typeface="+mj-lt"/>
                        </a:rPr>
                        <a:t>59</a:t>
                      </a:r>
                      <a:endParaRPr lang="en-US" sz="800" u="none" dirty="0">
                        <a:effectLst/>
                        <a:latin typeface="+mj-lt"/>
                        <a:ea typeface="Times New Roman"/>
                      </a:endParaRPr>
                    </a:p>
                  </a:txBody>
                  <a:tcPr marL="0" marR="0" marT="0" marB="0" anchor="ctr"/>
                </a:tc>
              </a:tr>
            </a:tbl>
          </a:graphicData>
        </a:graphic>
      </p:graphicFrame>
      <p:sp>
        <p:nvSpPr>
          <p:cNvPr id="2" name="Footer Placeholder 1"/>
          <p:cNvSpPr>
            <a:spLocks noGrp="1"/>
          </p:cNvSpPr>
          <p:nvPr>
            <p:ph type="ftr" sz="quarter" idx="11"/>
          </p:nvPr>
        </p:nvSpPr>
        <p:spPr/>
        <p:txBody>
          <a:bodyPr/>
          <a:lstStyle/>
          <a:p>
            <a:r>
              <a:rPr lang="en-US" smtClean="0"/>
              <a:t>Copyright © 2014 John Wiley &amp; Sons, Inc.</a:t>
            </a:r>
            <a:endParaRPr lang="en-US"/>
          </a:p>
        </p:txBody>
      </p:sp>
    </p:spTree>
    <p:extLst>
      <p:ext uri="{BB962C8B-B14F-4D97-AF65-F5344CB8AC3E}">
        <p14:creationId xmlns:p14="http://schemas.microsoft.com/office/powerpoint/2010/main" val="131228179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63" name="Rectangle 2"/>
          <p:cNvSpPr txBox="1">
            <a:spLocks noChangeArrowheads="1"/>
          </p:cNvSpPr>
          <p:nvPr/>
        </p:nvSpPr>
        <p:spPr>
          <a:xfrm>
            <a:off x="152400" y="457200"/>
            <a:ext cx="8991600" cy="1143000"/>
          </a:xfrm>
          <a:prstGeom prst="rect">
            <a:avLst/>
          </a:prstGeom>
        </p:spPr>
        <p:txBody>
          <a:bodyPr vert="horz" lIns="91440" tIns="45720" rIns="91440" bIns="45720" rtlCol="0" anchor="ctr">
            <a:noAutofit/>
          </a:bodyPr>
          <a:lstStyle>
            <a:lvl1pPr marL="0" marR="0" indent="0" algn="l" defTabSz="914400" rtl="0" eaLnBrk="1" fontAlgn="auto" latinLnBrk="0" hangingPunct="1">
              <a:lnSpc>
                <a:spcPct val="100000"/>
              </a:lnSpc>
              <a:spcBef>
                <a:spcPct val="0"/>
              </a:spcBef>
              <a:spcAft>
                <a:spcPts val="0"/>
              </a:spcAft>
              <a:buClrTx/>
              <a:buSzTx/>
              <a:buFontTx/>
              <a:buNone/>
              <a:tabLst/>
              <a:defRPr sz="4400" kern="1200">
                <a:solidFill>
                  <a:schemeClr val="tx1"/>
                </a:solidFill>
                <a:latin typeface="+mj-lt"/>
                <a:ea typeface="+mj-ea"/>
                <a:cs typeface="+mj-cs"/>
              </a:defRPr>
            </a:lvl1pPr>
          </a:lstStyle>
          <a:p>
            <a:pPr algn="ctr"/>
            <a:r>
              <a:rPr lang="en-US" b="1" dirty="0" smtClean="0">
                <a:latin typeface="Arial" panose="020B0604020202020204" pitchFamily="34" charset="0"/>
                <a:cs typeface="Arial" panose="020B0604020202020204" pitchFamily="34" charset="0"/>
              </a:rPr>
              <a:t>TEA BY AGE FOR GEOGRAPHIC REGIONS</a:t>
            </a:r>
            <a:endParaRPr lang="en-US" dirty="0">
              <a:latin typeface="Arial" panose="020B0604020202020204" pitchFamily="34" charset="0"/>
              <a:cs typeface="Arial" panose="020B0604020202020204" pitchFamily="34" charset="0"/>
            </a:endParaRPr>
          </a:p>
        </p:txBody>
      </p:sp>
      <p:sp>
        <p:nvSpPr>
          <p:cNvPr id="3" name="Rectangle 268"/>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469752" tIns="1002984" rIns="469752" bIns="0" numCol="1" anchor="ctr" anchorCtr="0" compatLnSpc="1">
            <a:prstTxWarp prst="textNoShape">
              <a:avLst/>
            </a:prstTxWarp>
            <a:spAutoFit/>
          </a:bodyPr>
          <a:lstStyle/>
          <a:p>
            <a:endParaRPr lang="en-US"/>
          </a:p>
        </p:txBody>
      </p:sp>
      <p:sp>
        <p:nvSpPr>
          <p:cNvPr id="404" name="Rectangle 152"/>
          <p:cNvSpPr>
            <a:spLocks noChangeArrowheads="1"/>
          </p:cNvSpPr>
          <p:nvPr/>
        </p:nvSpPr>
        <p:spPr bwMode="auto">
          <a:xfrm>
            <a:off x="1371409" y="5105400"/>
            <a:ext cx="6688604" cy="153888"/>
          </a:xfrm>
          <a:prstGeom prst="rect">
            <a:avLst/>
          </a:prstGeom>
          <a:noFill/>
          <a:ln w="9525">
            <a:noFill/>
            <a:miter lim="800000"/>
            <a:headEnd/>
            <a:tailEnd/>
          </a:ln>
        </p:spPr>
        <p:txBody>
          <a:bodyPr wrap="square" lIns="0" tIns="0" rIns="0" bIns="0">
            <a:prstTxWarp prst="textNoShape">
              <a:avLst/>
            </a:prstTxWarp>
            <a:spAutoFit/>
          </a:bodyPr>
          <a:lstStyle/>
          <a:p>
            <a:r>
              <a:rPr lang="en-US" sz="1000" dirty="0">
                <a:solidFill>
                  <a:srgbClr val="000000"/>
                </a:solidFill>
              </a:rPr>
              <a:t>Source: </a:t>
            </a:r>
            <a:r>
              <a:rPr lang="en-US" sz="1000" i="1" dirty="0" smtClean="0">
                <a:solidFill>
                  <a:srgbClr val="000000"/>
                </a:solidFill>
              </a:rPr>
              <a:t>GEM 2012 Global Report.</a:t>
            </a:r>
            <a:r>
              <a:rPr lang="en-US" sz="1000" dirty="0" smtClean="0">
                <a:solidFill>
                  <a:srgbClr val="000000"/>
                </a:solidFill>
              </a:rPr>
              <a:t>  http://www.gemconsortium.org/docs/download/2645</a:t>
            </a:r>
            <a:endParaRPr lang="en-US" dirty="0">
              <a:solidFill>
                <a:schemeClr val="tx1"/>
              </a:solidFill>
            </a:endParaRPr>
          </a:p>
        </p:txBody>
      </p:sp>
      <p:sp>
        <p:nvSpPr>
          <p:cNvPr id="405" name="TextBox 404"/>
          <p:cNvSpPr txBox="1"/>
          <p:nvPr/>
        </p:nvSpPr>
        <p:spPr>
          <a:xfrm>
            <a:off x="1228240" y="4493567"/>
            <a:ext cx="1000595" cy="430887"/>
          </a:xfrm>
          <a:prstGeom prst="rect">
            <a:avLst/>
          </a:prstGeom>
          <a:noFill/>
        </p:spPr>
        <p:txBody>
          <a:bodyPr wrap="none" rtlCol="0">
            <a:spAutoFit/>
          </a:bodyPr>
          <a:lstStyle/>
          <a:p>
            <a:pPr algn="ctr"/>
            <a:r>
              <a:rPr lang="en-US" sz="1050" dirty="0" smtClean="0"/>
              <a:t>Latin America </a:t>
            </a:r>
          </a:p>
          <a:p>
            <a:pPr algn="ctr"/>
            <a:r>
              <a:rPr lang="en-US" sz="1050" dirty="0" smtClean="0"/>
              <a:t>&amp; Caribbean</a:t>
            </a:r>
            <a:endParaRPr lang="en-US" sz="1050" dirty="0"/>
          </a:p>
        </p:txBody>
      </p:sp>
      <p:sp>
        <p:nvSpPr>
          <p:cNvPr id="406" name="TextBox 405"/>
          <p:cNvSpPr txBox="1"/>
          <p:nvPr/>
        </p:nvSpPr>
        <p:spPr>
          <a:xfrm>
            <a:off x="2133600" y="4493566"/>
            <a:ext cx="974947" cy="415498"/>
          </a:xfrm>
          <a:prstGeom prst="rect">
            <a:avLst/>
          </a:prstGeom>
          <a:noFill/>
        </p:spPr>
        <p:txBody>
          <a:bodyPr wrap="none" rtlCol="0">
            <a:spAutoFit/>
          </a:bodyPr>
          <a:lstStyle/>
          <a:p>
            <a:pPr algn="ctr"/>
            <a:r>
              <a:rPr lang="en-US" sz="1050" dirty="0" smtClean="0"/>
              <a:t>Middle East</a:t>
            </a:r>
          </a:p>
          <a:p>
            <a:pPr algn="ctr"/>
            <a:r>
              <a:rPr lang="en-US" sz="1050" dirty="0" smtClean="0"/>
              <a:t>&amp; North Africa</a:t>
            </a:r>
          </a:p>
        </p:txBody>
      </p:sp>
      <p:sp>
        <p:nvSpPr>
          <p:cNvPr id="407" name="TextBox 406"/>
          <p:cNvSpPr txBox="1"/>
          <p:nvPr/>
        </p:nvSpPr>
        <p:spPr>
          <a:xfrm>
            <a:off x="3082084" y="4489099"/>
            <a:ext cx="872355" cy="415498"/>
          </a:xfrm>
          <a:prstGeom prst="rect">
            <a:avLst/>
          </a:prstGeom>
          <a:noFill/>
        </p:spPr>
        <p:txBody>
          <a:bodyPr wrap="none" rtlCol="0">
            <a:spAutoFit/>
          </a:bodyPr>
          <a:lstStyle/>
          <a:p>
            <a:pPr algn="ctr"/>
            <a:r>
              <a:rPr lang="en-US" sz="1050" dirty="0" smtClean="0"/>
              <a:t>Sub-Saharan</a:t>
            </a:r>
          </a:p>
          <a:p>
            <a:pPr algn="ctr"/>
            <a:r>
              <a:rPr lang="en-US" sz="1050" dirty="0" smtClean="0"/>
              <a:t>Africa</a:t>
            </a:r>
          </a:p>
        </p:txBody>
      </p:sp>
      <p:sp>
        <p:nvSpPr>
          <p:cNvPr id="408" name="TextBox 407"/>
          <p:cNvSpPr txBox="1"/>
          <p:nvPr/>
        </p:nvSpPr>
        <p:spPr>
          <a:xfrm>
            <a:off x="3927037" y="4485293"/>
            <a:ext cx="881973" cy="415498"/>
          </a:xfrm>
          <a:prstGeom prst="rect">
            <a:avLst/>
          </a:prstGeom>
          <a:noFill/>
        </p:spPr>
        <p:txBody>
          <a:bodyPr wrap="none" rtlCol="0">
            <a:spAutoFit/>
          </a:bodyPr>
          <a:lstStyle/>
          <a:p>
            <a:pPr algn="ctr"/>
            <a:r>
              <a:rPr lang="en-US" sz="1050" dirty="0" smtClean="0"/>
              <a:t>Asia Pacific</a:t>
            </a:r>
          </a:p>
          <a:p>
            <a:pPr algn="ctr"/>
            <a:r>
              <a:rPr lang="en-US" sz="1050" dirty="0" smtClean="0"/>
              <a:t>&amp; South Asia</a:t>
            </a:r>
          </a:p>
        </p:txBody>
      </p:sp>
      <p:sp>
        <p:nvSpPr>
          <p:cNvPr id="409" name="TextBox 408"/>
          <p:cNvSpPr txBox="1"/>
          <p:nvPr/>
        </p:nvSpPr>
        <p:spPr>
          <a:xfrm>
            <a:off x="4876023" y="4485293"/>
            <a:ext cx="710451" cy="415498"/>
          </a:xfrm>
          <a:prstGeom prst="rect">
            <a:avLst/>
          </a:prstGeom>
          <a:noFill/>
        </p:spPr>
        <p:txBody>
          <a:bodyPr wrap="none" rtlCol="0">
            <a:spAutoFit/>
          </a:bodyPr>
          <a:lstStyle/>
          <a:p>
            <a:pPr algn="ctr"/>
            <a:r>
              <a:rPr lang="en-US" sz="1050" dirty="0" smtClean="0"/>
              <a:t>European</a:t>
            </a:r>
          </a:p>
          <a:p>
            <a:pPr algn="ctr"/>
            <a:r>
              <a:rPr lang="en-US" sz="1050" dirty="0" smtClean="0"/>
              <a:t>Union</a:t>
            </a:r>
          </a:p>
        </p:txBody>
      </p:sp>
      <p:sp>
        <p:nvSpPr>
          <p:cNvPr id="410" name="TextBox 409"/>
          <p:cNvSpPr txBox="1"/>
          <p:nvPr/>
        </p:nvSpPr>
        <p:spPr>
          <a:xfrm>
            <a:off x="5638800" y="4508956"/>
            <a:ext cx="979755" cy="415498"/>
          </a:xfrm>
          <a:prstGeom prst="rect">
            <a:avLst/>
          </a:prstGeom>
          <a:noFill/>
        </p:spPr>
        <p:txBody>
          <a:bodyPr wrap="none" rtlCol="0">
            <a:spAutoFit/>
          </a:bodyPr>
          <a:lstStyle/>
          <a:p>
            <a:pPr algn="ctr"/>
            <a:r>
              <a:rPr lang="en-US" sz="1050" dirty="0" smtClean="0"/>
              <a:t>Non-European</a:t>
            </a:r>
          </a:p>
          <a:p>
            <a:pPr algn="ctr"/>
            <a:r>
              <a:rPr lang="en-US" sz="1050" dirty="0" smtClean="0"/>
              <a:t>Union</a:t>
            </a:r>
          </a:p>
        </p:txBody>
      </p:sp>
      <p:sp>
        <p:nvSpPr>
          <p:cNvPr id="411" name="TextBox 410"/>
          <p:cNvSpPr txBox="1"/>
          <p:nvPr/>
        </p:nvSpPr>
        <p:spPr>
          <a:xfrm>
            <a:off x="6621753" y="4527009"/>
            <a:ext cx="922047" cy="253916"/>
          </a:xfrm>
          <a:prstGeom prst="rect">
            <a:avLst/>
          </a:prstGeom>
          <a:noFill/>
        </p:spPr>
        <p:txBody>
          <a:bodyPr wrap="none" rtlCol="0">
            <a:spAutoFit/>
          </a:bodyPr>
          <a:lstStyle/>
          <a:p>
            <a:pPr algn="ctr"/>
            <a:r>
              <a:rPr lang="en-US" sz="1050" dirty="0" smtClean="0"/>
              <a:t>United States</a:t>
            </a:r>
          </a:p>
        </p:txBody>
      </p:sp>
      <p:sp>
        <p:nvSpPr>
          <p:cNvPr id="412" name="Rectangle 537"/>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469752" tIns="1002984" rIns="469752" bIns="0" numCol="1" anchor="ctr" anchorCtr="0" compatLnSpc="1">
            <a:prstTxWarp prst="textNoShape">
              <a:avLst/>
            </a:prstTxWarp>
            <a:spAutoFit/>
          </a:bodyPr>
          <a:lstStyle/>
          <a:p>
            <a:endParaRPr lang="en-US"/>
          </a:p>
        </p:txBody>
      </p:sp>
      <p:grpSp>
        <p:nvGrpSpPr>
          <p:cNvPr id="413" name="Group 1139"/>
          <p:cNvGrpSpPr>
            <a:grpSpLocks/>
          </p:cNvGrpSpPr>
          <p:nvPr/>
        </p:nvGrpSpPr>
        <p:grpSpPr bwMode="auto">
          <a:xfrm>
            <a:off x="1245260" y="1937201"/>
            <a:ext cx="6249987" cy="2598739"/>
            <a:chOff x="1213" y="165"/>
            <a:chExt cx="9842" cy="4093"/>
          </a:xfrm>
        </p:grpSpPr>
        <p:grpSp>
          <p:nvGrpSpPr>
            <p:cNvPr id="414" name="Group 1404"/>
            <p:cNvGrpSpPr>
              <a:grpSpLocks/>
            </p:cNvGrpSpPr>
            <p:nvPr/>
          </p:nvGrpSpPr>
          <p:grpSpPr bwMode="auto">
            <a:xfrm>
              <a:off x="1266" y="165"/>
              <a:ext cx="9789" cy="4055"/>
              <a:chOff x="1266" y="165"/>
              <a:chExt cx="9789" cy="4055"/>
            </a:xfrm>
          </p:grpSpPr>
          <p:sp>
            <p:nvSpPr>
              <p:cNvPr id="679" name="Freeform 1405"/>
              <p:cNvSpPr>
                <a:spLocks/>
              </p:cNvSpPr>
              <p:nvPr/>
            </p:nvSpPr>
            <p:spPr bwMode="auto">
              <a:xfrm>
                <a:off x="1266" y="165"/>
                <a:ext cx="9789" cy="4055"/>
              </a:xfrm>
              <a:custGeom>
                <a:avLst/>
                <a:gdLst>
                  <a:gd name="T0" fmla="*/ 0 w 9789"/>
                  <a:gd name="T1" fmla="*/ 4220 h 4055"/>
                  <a:gd name="T2" fmla="*/ 9789 w 9789"/>
                  <a:gd name="T3" fmla="*/ 4220 h 4055"/>
                  <a:gd name="T4" fmla="*/ 9789 w 9789"/>
                  <a:gd name="T5" fmla="*/ 165 h 4055"/>
                  <a:gd name="T6" fmla="*/ 0 w 9789"/>
                  <a:gd name="T7" fmla="*/ 165 h 4055"/>
                  <a:gd name="T8" fmla="*/ 0 w 9789"/>
                  <a:gd name="T9" fmla="*/ 4220 h 405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789" h="4055">
                    <a:moveTo>
                      <a:pt x="0" y="4055"/>
                    </a:moveTo>
                    <a:lnTo>
                      <a:pt x="9789" y="4055"/>
                    </a:lnTo>
                    <a:lnTo>
                      <a:pt x="9789" y="0"/>
                    </a:lnTo>
                    <a:lnTo>
                      <a:pt x="0" y="0"/>
                    </a:lnTo>
                    <a:lnTo>
                      <a:pt x="0" y="4055"/>
                    </a:lnTo>
                    <a:close/>
                  </a:path>
                </a:pathLst>
              </a:custGeom>
              <a:solidFill>
                <a:srgbClr val="D9DCE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415" name="Group 1402"/>
            <p:cNvGrpSpPr>
              <a:grpSpLocks/>
            </p:cNvGrpSpPr>
            <p:nvPr/>
          </p:nvGrpSpPr>
          <p:grpSpPr bwMode="auto">
            <a:xfrm>
              <a:off x="1213" y="170"/>
              <a:ext cx="9842" cy="2"/>
              <a:chOff x="1213" y="170"/>
              <a:chExt cx="9842" cy="2"/>
            </a:xfrm>
          </p:grpSpPr>
          <p:sp>
            <p:nvSpPr>
              <p:cNvPr id="678" name="Freeform 1403"/>
              <p:cNvSpPr>
                <a:spLocks/>
              </p:cNvSpPr>
              <p:nvPr/>
            </p:nvSpPr>
            <p:spPr bwMode="auto">
              <a:xfrm>
                <a:off x="1213" y="170"/>
                <a:ext cx="9842" cy="2"/>
              </a:xfrm>
              <a:custGeom>
                <a:avLst/>
                <a:gdLst>
                  <a:gd name="T0" fmla="*/ 0 w 9842"/>
                  <a:gd name="T1" fmla="*/ 0 h 2"/>
                  <a:gd name="T2" fmla="*/ 9842 w 9842"/>
                  <a:gd name="T3" fmla="*/ 0 h 2"/>
                  <a:gd name="T4" fmla="*/ 0 60000 65536"/>
                  <a:gd name="T5" fmla="*/ 0 60000 65536"/>
                </a:gdLst>
                <a:ahLst/>
                <a:cxnLst>
                  <a:cxn ang="T4">
                    <a:pos x="T0" y="T1"/>
                  </a:cxn>
                  <a:cxn ang="T5">
                    <a:pos x="T2" y="T3"/>
                  </a:cxn>
                </a:cxnLst>
                <a:rect l="0" t="0" r="r" b="b"/>
                <a:pathLst>
                  <a:path w="9842" h="2">
                    <a:moveTo>
                      <a:pt x="0" y="0"/>
                    </a:moveTo>
                    <a:lnTo>
                      <a:pt x="9842" y="0"/>
                    </a:lnTo>
                  </a:path>
                </a:pathLst>
              </a:custGeom>
              <a:noFill/>
              <a:ln w="6350">
                <a:solidFill>
                  <a:srgbClr val="939598"/>
                </a:solidFill>
                <a:prstDash val="dash"/>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416" name="Group 1400"/>
            <p:cNvGrpSpPr>
              <a:grpSpLocks/>
            </p:cNvGrpSpPr>
            <p:nvPr/>
          </p:nvGrpSpPr>
          <p:grpSpPr bwMode="auto">
            <a:xfrm>
              <a:off x="9872" y="663"/>
              <a:ext cx="1183" cy="2"/>
              <a:chOff x="9872" y="663"/>
              <a:chExt cx="1183" cy="2"/>
            </a:xfrm>
          </p:grpSpPr>
          <p:sp>
            <p:nvSpPr>
              <p:cNvPr id="677" name="Freeform 1401"/>
              <p:cNvSpPr>
                <a:spLocks/>
              </p:cNvSpPr>
              <p:nvPr/>
            </p:nvSpPr>
            <p:spPr bwMode="auto">
              <a:xfrm>
                <a:off x="9872" y="663"/>
                <a:ext cx="1183" cy="2"/>
              </a:xfrm>
              <a:custGeom>
                <a:avLst/>
                <a:gdLst>
                  <a:gd name="T0" fmla="*/ 0 w 1183"/>
                  <a:gd name="T1" fmla="*/ 0 h 2"/>
                  <a:gd name="T2" fmla="*/ 1183 w 1183"/>
                  <a:gd name="T3" fmla="*/ 0 h 2"/>
                  <a:gd name="T4" fmla="*/ 0 60000 65536"/>
                  <a:gd name="T5" fmla="*/ 0 60000 65536"/>
                </a:gdLst>
                <a:ahLst/>
                <a:cxnLst>
                  <a:cxn ang="T4">
                    <a:pos x="T0" y="T1"/>
                  </a:cxn>
                  <a:cxn ang="T5">
                    <a:pos x="T2" y="T3"/>
                  </a:cxn>
                </a:cxnLst>
                <a:rect l="0" t="0" r="r" b="b"/>
                <a:pathLst>
                  <a:path w="1183" h="2">
                    <a:moveTo>
                      <a:pt x="0" y="0"/>
                    </a:moveTo>
                    <a:lnTo>
                      <a:pt x="1183" y="0"/>
                    </a:lnTo>
                  </a:path>
                </a:pathLst>
              </a:custGeom>
              <a:noFill/>
              <a:ln w="6350">
                <a:solidFill>
                  <a:srgbClr val="939598"/>
                </a:solidFill>
                <a:prstDash val="dash"/>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417" name="Group 1398"/>
            <p:cNvGrpSpPr>
              <a:grpSpLocks/>
            </p:cNvGrpSpPr>
            <p:nvPr/>
          </p:nvGrpSpPr>
          <p:grpSpPr bwMode="auto">
            <a:xfrm>
              <a:off x="1213" y="663"/>
              <a:ext cx="7234" cy="2"/>
              <a:chOff x="1213" y="663"/>
              <a:chExt cx="7234" cy="2"/>
            </a:xfrm>
          </p:grpSpPr>
          <p:sp>
            <p:nvSpPr>
              <p:cNvPr id="676" name="Freeform 1399"/>
              <p:cNvSpPr>
                <a:spLocks/>
              </p:cNvSpPr>
              <p:nvPr/>
            </p:nvSpPr>
            <p:spPr bwMode="auto">
              <a:xfrm>
                <a:off x="1213" y="663"/>
                <a:ext cx="7234" cy="2"/>
              </a:xfrm>
              <a:custGeom>
                <a:avLst/>
                <a:gdLst>
                  <a:gd name="T0" fmla="*/ 0 w 7234"/>
                  <a:gd name="T1" fmla="*/ 0 h 2"/>
                  <a:gd name="T2" fmla="*/ 7234 w 7234"/>
                  <a:gd name="T3" fmla="*/ 0 h 2"/>
                  <a:gd name="T4" fmla="*/ 0 60000 65536"/>
                  <a:gd name="T5" fmla="*/ 0 60000 65536"/>
                </a:gdLst>
                <a:ahLst/>
                <a:cxnLst>
                  <a:cxn ang="T4">
                    <a:pos x="T0" y="T1"/>
                  </a:cxn>
                  <a:cxn ang="T5">
                    <a:pos x="T2" y="T3"/>
                  </a:cxn>
                </a:cxnLst>
                <a:rect l="0" t="0" r="r" b="b"/>
                <a:pathLst>
                  <a:path w="7234" h="2">
                    <a:moveTo>
                      <a:pt x="0" y="0"/>
                    </a:moveTo>
                    <a:lnTo>
                      <a:pt x="7234" y="0"/>
                    </a:lnTo>
                  </a:path>
                </a:pathLst>
              </a:custGeom>
              <a:noFill/>
              <a:ln w="6350">
                <a:solidFill>
                  <a:srgbClr val="939598"/>
                </a:solidFill>
                <a:prstDash val="dash"/>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418" name="Group 1396"/>
            <p:cNvGrpSpPr>
              <a:grpSpLocks/>
            </p:cNvGrpSpPr>
            <p:nvPr/>
          </p:nvGrpSpPr>
          <p:grpSpPr bwMode="auto">
            <a:xfrm>
              <a:off x="9872" y="1166"/>
              <a:ext cx="1183" cy="2"/>
              <a:chOff x="9872" y="1166"/>
              <a:chExt cx="1183" cy="2"/>
            </a:xfrm>
          </p:grpSpPr>
          <p:sp>
            <p:nvSpPr>
              <p:cNvPr id="675" name="Freeform 1397"/>
              <p:cNvSpPr>
                <a:spLocks/>
              </p:cNvSpPr>
              <p:nvPr/>
            </p:nvSpPr>
            <p:spPr bwMode="auto">
              <a:xfrm>
                <a:off x="9872" y="1166"/>
                <a:ext cx="1183" cy="2"/>
              </a:xfrm>
              <a:custGeom>
                <a:avLst/>
                <a:gdLst>
                  <a:gd name="T0" fmla="*/ 0 w 1183"/>
                  <a:gd name="T1" fmla="*/ 0 h 2"/>
                  <a:gd name="T2" fmla="*/ 1183 w 1183"/>
                  <a:gd name="T3" fmla="*/ 0 h 2"/>
                  <a:gd name="T4" fmla="*/ 0 60000 65536"/>
                  <a:gd name="T5" fmla="*/ 0 60000 65536"/>
                </a:gdLst>
                <a:ahLst/>
                <a:cxnLst>
                  <a:cxn ang="T4">
                    <a:pos x="T0" y="T1"/>
                  </a:cxn>
                  <a:cxn ang="T5">
                    <a:pos x="T2" y="T3"/>
                  </a:cxn>
                </a:cxnLst>
                <a:rect l="0" t="0" r="r" b="b"/>
                <a:pathLst>
                  <a:path w="1183" h="2">
                    <a:moveTo>
                      <a:pt x="0" y="0"/>
                    </a:moveTo>
                    <a:lnTo>
                      <a:pt x="1183" y="0"/>
                    </a:lnTo>
                  </a:path>
                </a:pathLst>
              </a:custGeom>
              <a:noFill/>
              <a:ln w="6350">
                <a:solidFill>
                  <a:srgbClr val="939598"/>
                </a:solidFill>
                <a:prstDash val="dash"/>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419" name="Group 1394"/>
            <p:cNvGrpSpPr>
              <a:grpSpLocks/>
            </p:cNvGrpSpPr>
            <p:nvPr/>
          </p:nvGrpSpPr>
          <p:grpSpPr bwMode="auto">
            <a:xfrm>
              <a:off x="4868" y="1166"/>
              <a:ext cx="3579" cy="2"/>
              <a:chOff x="4868" y="1166"/>
              <a:chExt cx="3579" cy="2"/>
            </a:xfrm>
          </p:grpSpPr>
          <p:sp>
            <p:nvSpPr>
              <p:cNvPr id="674" name="Freeform 1395"/>
              <p:cNvSpPr>
                <a:spLocks/>
              </p:cNvSpPr>
              <p:nvPr/>
            </p:nvSpPr>
            <p:spPr bwMode="auto">
              <a:xfrm>
                <a:off x="4868" y="1166"/>
                <a:ext cx="3579" cy="2"/>
              </a:xfrm>
              <a:custGeom>
                <a:avLst/>
                <a:gdLst>
                  <a:gd name="T0" fmla="*/ 0 w 3579"/>
                  <a:gd name="T1" fmla="*/ 0 h 2"/>
                  <a:gd name="T2" fmla="*/ 3579 w 3579"/>
                  <a:gd name="T3" fmla="*/ 0 h 2"/>
                  <a:gd name="T4" fmla="*/ 0 60000 65536"/>
                  <a:gd name="T5" fmla="*/ 0 60000 65536"/>
                </a:gdLst>
                <a:ahLst/>
                <a:cxnLst>
                  <a:cxn ang="T4">
                    <a:pos x="T0" y="T1"/>
                  </a:cxn>
                  <a:cxn ang="T5">
                    <a:pos x="T2" y="T3"/>
                  </a:cxn>
                </a:cxnLst>
                <a:rect l="0" t="0" r="r" b="b"/>
                <a:pathLst>
                  <a:path w="3579" h="2">
                    <a:moveTo>
                      <a:pt x="0" y="0"/>
                    </a:moveTo>
                    <a:lnTo>
                      <a:pt x="3579" y="0"/>
                    </a:lnTo>
                  </a:path>
                </a:pathLst>
              </a:custGeom>
              <a:noFill/>
              <a:ln w="6350">
                <a:solidFill>
                  <a:srgbClr val="939598"/>
                </a:solidFill>
                <a:prstDash val="dash"/>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420" name="Group 1392"/>
            <p:cNvGrpSpPr>
              <a:grpSpLocks/>
            </p:cNvGrpSpPr>
            <p:nvPr/>
          </p:nvGrpSpPr>
          <p:grpSpPr bwMode="auto">
            <a:xfrm>
              <a:off x="4656" y="1166"/>
              <a:ext cx="94" cy="2"/>
              <a:chOff x="4656" y="1166"/>
              <a:chExt cx="94" cy="2"/>
            </a:xfrm>
          </p:grpSpPr>
          <p:sp>
            <p:nvSpPr>
              <p:cNvPr id="673" name="Freeform 1393"/>
              <p:cNvSpPr>
                <a:spLocks/>
              </p:cNvSpPr>
              <p:nvPr/>
            </p:nvSpPr>
            <p:spPr bwMode="auto">
              <a:xfrm>
                <a:off x="4656" y="1166"/>
                <a:ext cx="94" cy="2"/>
              </a:xfrm>
              <a:custGeom>
                <a:avLst/>
                <a:gdLst>
                  <a:gd name="T0" fmla="*/ 0 w 94"/>
                  <a:gd name="T1" fmla="*/ 0 h 2"/>
                  <a:gd name="T2" fmla="*/ 94 w 94"/>
                  <a:gd name="T3" fmla="*/ 0 h 2"/>
                  <a:gd name="T4" fmla="*/ 0 60000 65536"/>
                  <a:gd name="T5" fmla="*/ 0 60000 65536"/>
                </a:gdLst>
                <a:ahLst/>
                <a:cxnLst>
                  <a:cxn ang="T4">
                    <a:pos x="T0" y="T1"/>
                  </a:cxn>
                  <a:cxn ang="T5">
                    <a:pos x="T2" y="T3"/>
                  </a:cxn>
                </a:cxnLst>
                <a:rect l="0" t="0" r="r" b="b"/>
                <a:pathLst>
                  <a:path w="94" h="2">
                    <a:moveTo>
                      <a:pt x="0" y="0"/>
                    </a:moveTo>
                    <a:lnTo>
                      <a:pt x="94" y="0"/>
                    </a:lnTo>
                  </a:path>
                </a:pathLst>
              </a:custGeom>
              <a:noFill/>
              <a:ln w="6350">
                <a:solidFill>
                  <a:srgbClr val="939598"/>
                </a:solidFill>
                <a:prstDash val="dash"/>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421" name="Group 1390"/>
            <p:cNvGrpSpPr>
              <a:grpSpLocks/>
            </p:cNvGrpSpPr>
            <p:nvPr/>
          </p:nvGrpSpPr>
          <p:grpSpPr bwMode="auto">
            <a:xfrm>
              <a:off x="1213" y="1166"/>
              <a:ext cx="3326" cy="2"/>
              <a:chOff x="1213" y="1166"/>
              <a:chExt cx="3326" cy="2"/>
            </a:xfrm>
          </p:grpSpPr>
          <p:sp>
            <p:nvSpPr>
              <p:cNvPr id="672" name="Freeform 1391"/>
              <p:cNvSpPr>
                <a:spLocks/>
              </p:cNvSpPr>
              <p:nvPr/>
            </p:nvSpPr>
            <p:spPr bwMode="auto">
              <a:xfrm>
                <a:off x="1213" y="1166"/>
                <a:ext cx="3326" cy="2"/>
              </a:xfrm>
              <a:custGeom>
                <a:avLst/>
                <a:gdLst>
                  <a:gd name="T0" fmla="*/ 0 w 3326"/>
                  <a:gd name="T1" fmla="*/ 0 h 2"/>
                  <a:gd name="T2" fmla="*/ 3326 w 3326"/>
                  <a:gd name="T3" fmla="*/ 0 h 2"/>
                  <a:gd name="T4" fmla="*/ 0 60000 65536"/>
                  <a:gd name="T5" fmla="*/ 0 60000 65536"/>
                </a:gdLst>
                <a:ahLst/>
                <a:cxnLst>
                  <a:cxn ang="T4">
                    <a:pos x="T0" y="T1"/>
                  </a:cxn>
                  <a:cxn ang="T5">
                    <a:pos x="T2" y="T3"/>
                  </a:cxn>
                </a:cxnLst>
                <a:rect l="0" t="0" r="r" b="b"/>
                <a:pathLst>
                  <a:path w="3326" h="2">
                    <a:moveTo>
                      <a:pt x="0" y="0"/>
                    </a:moveTo>
                    <a:lnTo>
                      <a:pt x="3326" y="0"/>
                    </a:lnTo>
                  </a:path>
                </a:pathLst>
              </a:custGeom>
              <a:noFill/>
              <a:ln w="6350">
                <a:solidFill>
                  <a:srgbClr val="939598"/>
                </a:solidFill>
                <a:prstDash val="dash"/>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422" name="Group 1388"/>
            <p:cNvGrpSpPr>
              <a:grpSpLocks/>
            </p:cNvGrpSpPr>
            <p:nvPr/>
          </p:nvGrpSpPr>
          <p:grpSpPr bwMode="auto">
            <a:xfrm>
              <a:off x="9872" y="1684"/>
              <a:ext cx="1183" cy="2"/>
              <a:chOff x="9872" y="1684"/>
              <a:chExt cx="1183" cy="2"/>
            </a:xfrm>
          </p:grpSpPr>
          <p:sp>
            <p:nvSpPr>
              <p:cNvPr id="671" name="Freeform 1389"/>
              <p:cNvSpPr>
                <a:spLocks/>
              </p:cNvSpPr>
              <p:nvPr/>
            </p:nvSpPr>
            <p:spPr bwMode="auto">
              <a:xfrm>
                <a:off x="9872" y="1684"/>
                <a:ext cx="1183" cy="2"/>
              </a:xfrm>
              <a:custGeom>
                <a:avLst/>
                <a:gdLst>
                  <a:gd name="T0" fmla="*/ 0 w 1183"/>
                  <a:gd name="T1" fmla="*/ 0 h 2"/>
                  <a:gd name="T2" fmla="*/ 1183 w 1183"/>
                  <a:gd name="T3" fmla="*/ 0 h 2"/>
                  <a:gd name="T4" fmla="*/ 0 60000 65536"/>
                  <a:gd name="T5" fmla="*/ 0 60000 65536"/>
                </a:gdLst>
                <a:ahLst/>
                <a:cxnLst>
                  <a:cxn ang="T4">
                    <a:pos x="T0" y="T1"/>
                  </a:cxn>
                  <a:cxn ang="T5">
                    <a:pos x="T2" y="T3"/>
                  </a:cxn>
                </a:cxnLst>
                <a:rect l="0" t="0" r="r" b="b"/>
                <a:pathLst>
                  <a:path w="1183" h="2">
                    <a:moveTo>
                      <a:pt x="0" y="0"/>
                    </a:moveTo>
                    <a:lnTo>
                      <a:pt x="1183" y="0"/>
                    </a:lnTo>
                  </a:path>
                </a:pathLst>
              </a:custGeom>
              <a:noFill/>
              <a:ln w="6350">
                <a:solidFill>
                  <a:srgbClr val="939598"/>
                </a:solidFill>
                <a:prstDash val="dash"/>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423" name="Group 1386"/>
            <p:cNvGrpSpPr>
              <a:grpSpLocks/>
            </p:cNvGrpSpPr>
            <p:nvPr/>
          </p:nvGrpSpPr>
          <p:grpSpPr bwMode="auto">
            <a:xfrm>
              <a:off x="5082" y="1684"/>
              <a:ext cx="3365" cy="2"/>
              <a:chOff x="5082" y="1684"/>
              <a:chExt cx="3365" cy="2"/>
            </a:xfrm>
          </p:grpSpPr>
          <p:sp>
            <p:nvSpPr>
              <p:cNvPr id="670" name="Freeform 1387"/>
              <p:cNvSpPr>
                <a:spLocks/>
              </p:cNvSpPr>
              <p:nvPr/>
            </p:nvSpPr>
            <p:spPr bwMode="auto">
              <a:xfrm>
                <a:off x="5082" y="1684"/>
                <a:ext cx="3365" cy="2"/>
              </a:xfrm>
              <a:custGeom>
                <a:avLst/>
                <a:gdLst>
                  <a:gd name="T0" fmla="*/ 0 w 3365"/>
                  <a:gd name="T1" fmla="*/ 0 h 2"/>
                  <a:gd name="T2" fmla="*/ 3365 w 3365"/>
                  <a:gd name="T3" fmla="*/ 0 h 2"/>
                  <a:gd name="T4" fmla="*/ 0 60000 65536"/>
                  <a:gd name="T5" fmla="*/ 0 60000 65536"/>
                </a:gdLst>
                <a:ahLst/>
                <a:cxnLst>
                  <a:cxn ang="T4">
                    <a:pos x="T0" y="T1"/>
                  </a:cxn>
                  <a:cxn ang="T5">
                    <a:pos x="T2" y="T3"/>
                  </a:cxn>
                </a:cxnLst>
                <a:rect l="0" t="0" r="r" b="b"/>
                <a:pathLst>
                  <a:path w="3365" h="2">
                    <a:moveTo>
                      <a:pt x="0" y="0"/>
                    </a:moveTo>
                    <a:lnTo>
                      <a:pt x="3365" y="0"/>
                    </a:lnTo>
                  </a:path>
                </a:pathLst>
              </a:custGeom>
              <a:noFill/>
              <a:ln w="6350">
                <a:solidFill>
                  <a:srgbClr val="939598"/>
                </a:solidFill>
                <a:prstDash val="dash"/>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424" name="Group 1384"/>
            <p:cNvGrpSpPr>
              <a:grpSpLocks/>
            </p:cNvGrpSpPr>
            <p:nvPr/>
          </p:nvGrpSpPr>
          <p:grpSpPr bwMode="auto">
            <a:xfrm>
              <a:off x="4868" y="1684"/>
              <a:ext cx="97" cy="2"/>
              <a:chOff x="4868" y="1684"/>
              <a:chExt cx="97" cy="2"/>
            </a:xfrm>
          </p:grpSpPr>
          <p:sp>
            <p:nvSpPr>
              <p:cNvPr id="669" name="Freeform 1385"/>
              <p:cNvSpPr>
                <a:spLocks/>
              </p:cNvSpPr>
              <p:nvPr/>
            </p:nvSpPr>
            <p:spPr bwMode="auto">
              <a:xfrm>
                <a:off x="4868" y="1684"/>
                <a:ext cx="97" cy="2"/>
              </a:xfrm>
              <a:custGeom>
                <a:avLst/>
                <a:gdLst>
                  <a:gd name="T0" fmla="*/ 0 w 97"/>
                  <a:gd name="T1" fmla="*/ 0 h 2"/>
                  <a:gd name="T2" fmla="*/ 97 w 97"/>
                  <a:gd name="T3" fmla="*/ 0 h 2"/>
                  <a:gd name="T4" fmla="*/ 0 60000 65536"/>
                  <a:gd name="T5" fmla="*/ 0 60000 65536"/>
                </a:gdLst>
                <a:ahLst/>
                <a:cxnLst>
                  <a:cxn ang="T4">
                    <a:pos x="T0" y="T1"/>
                  </a:cxn>
                  <a:cxn ang="T5">
                    <a:pos x="T2" y="T3"/>
                  </a:cxn>
                </a:cxnLst>
                <a:rect l="0" t="0" r="r" b="b"/>
                <a:pathLst>
                  <a:path w="97" h="2">
                    <a:moveTo>
                      <a:pt x="0" y="0"/>
                    </a:moveTo>
                    <a:lnTo>
                      <a:pt x="97" y="0"/>
                    </a:lnTo>
                  </a:path>
                </a:pathLst>
              </a:custGeom>
              <a:noFill/>
              <a:ln w="6350">
                <a:solidFill>
                  <a:srgbClr val="939598"/>
                </a:solidFill>
                <a:prstDash val="dash"/>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425" name="Group 1382"/>
            <p:cNvGrpSpPr>
              <a:grpSpLocks/>
            </p:cNvGrpSpPr>
            <p:nvPr/>
          </p:nvGrpSpPr>
          <p:grpSpPr bwMode="auto">
            <a:xfrm>
              <a:off x="4656" y="1684"/>
              <a:ext cx="94" cy="2"/>
              <a:chOff x="4656" y="1684"/>
              <a:chExt cx="94" cy="2"/>
            </a:xfrm>
          </p:grpSpPr>
          <p:sp>
            <p:nvSpPr>
              <p:cNvPr id="668" name="Freeform 1383"/>
              <p:cNvSpPr>
                <a:spLocks/>
              </p:cNvSpPr>
              <p:nvPr/>
            </p:nvSpPr>
            <p:spPr bwMode="auto">
              <a:xfrm>
                <a:off x="4656" y="1684"/>
                <a:ext cx="94" cy="2"/>
              </a:xfrm>
              <a:custGeom>
                <a:avLst/>
                <a:gdLst>
                  <a:gd name="T0" fmla="*/ 0 w 94"/>
                  <a:gd name="T1" fmla="*/ 0 h 2"/>
                  <a:gd name="T2" fmla="*/ 94 w 94"/>
                  <a:gd name="T3" fmla="*/ 0 h 2"/>
                  <a:gd name="T4" fmla="*/ 0 60000 65536"/>
                  <a:gd name="T5" fmla="*/ 0 60000 65536"/>
                </a:gdLst>
                <a:ahLst/>
                <a:cxnLst>
                  <a:cxn ang="T4">
                    <a:pos x="T0" y="T1"/>
                  </a:cxn>
                  <a:cxn ang="T5">
                    <a:pos x="T2" y="T3"/>
                  </a:cxn>
                </a:cxnLst>
                <a:rect l="0" t="0" r="r" b="b"/>
                <a:pathLst>
                  <a:path w="94" h="2">
                    <a:moveTo>
                      <a:pt x="0" y="0"/>
                    </a:moveTo>
                    <a:lnTo>
                      <a:pt x="94" y="0"/>
                    </a:lnTo>
                  </a:path>
                </a:pathLst>
              </a:custGeom>
              <a:noFill/>
              <a:ln w="6350">
                <a:solidFill>
                  <a:srgbClr val="939598"/>
                </a:solidFill>
                <a:prstDash val="dash"/>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426" name="Group 1380"/>
            <p:cNvGrpSpPr>
              <a:grpSpLocks/>
            </p:cNvGrpSpPr>
            <p:nvPr/>
          </p:nvGrpSpPr>
          <p:grpSpPr bwMode="auto">
            <a:xfrm>
              <a:off x="1213" y="1684"/>
              <a:ext cx="3326" cy="2"/>
              <a:chOff x="1213" y="1684"/>
              <a:chExt cx="3326" cy="2"/>
            </a:xfrm>
          </p:grpSpPr>
          <p:sp>
            <p:nvSpPr>
              <p:cNvPr id="667" name="Freeform 1381"/>
              <p:cNvSpPr>
                <a:spLocks/>
              </p:cNvSpPr>
              <p:nvPr/>
            </p:nvSpPr>
            <p:spPr bwMode="auto">
              <a:xfrm>
                <a:off x="1213" y="1684"/>
                <a:ext cx="3326" cy="2"/>
              </a:xfrm>
              <a:custGeom>
                <a:avLst/>
                <a:gdLst>
                  <a:gd name="T0" fmla="*/ 0 w 3326"/>
                  <a:gd name="T1" fmla="*/ 0 h 2"/>
                  <a:gd name="T2" fmla="*/ 3326 w 3326"/>
                  <a:gd name="T3" fmla="*/ 0 h 2"/>
                  <a:gd name="T4" fmla="*/ 0 60000 65536"/>
                  <a:gd name="T5" fmla="*/ 0 60000 65536"/>
                </a:gdLst>
                <a:ahLst/>
                <a:cxnLst>
                  <a:cxn ang="T4">
                    <a:pos x="T0" y="T1"/>
                  </a:cxn>
                  <a:cxn ang="T5">
                    <a:pos x="T2" y="T3"/>
                  </a:cxn>
                </a:cxnLst>
                <a:rect l="0" t="0" r="r" b="b"/>
                <a:pathLst>
                  <a:path w="3326" h="2">
                    <a:moveTo>
                      <a:pt x="0" y="0"/>
                    </a:moveTo>
                    <a:lnTo>
                      <a:pt x="3326" y="0"/>
                    </a:lnTo>
                  </a:path>
                </a:pathLst>
              </a:custGeom>
              <a:noFill/>
              <a:ln w="6350">
                <a:solidFill>
                  <a:srgbClr val="939598"/>
                </a:solidFill>
                <a:prstDash val="dash"/>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427" name="Group 1378"/>
            <p:cNvGrpSpPr>
              <a:grpSpLocks/>
            </p:cNvGrpSpPr>
            <p:nvPr/>
          </p:nvGrpSpPr>
          <p:grpSpPr bwMode="auto">
            <a:xfrm>
              <a:off x="9872" y="2186"/>
              <a:ext cx="1183" cy="2"/>
              <a:chOff x="9872" y="2186"/>
              <a:chExt cx="1183" cy="2"/>
            </a:xfrm>
          </p:grpSpPr>
          <p:sp>
            <p:nvSpPr>
              <p:cNvPr id="666" name="Freeform 1379"/>
              <p:cNvSpPr>
                <a:spLocks/>
              </p:cNvSpPr>
              <p:nvPr/>
            </p:nvSpPr>
            <p:spPr bwMode="auto">
              <a:xfrm>
                <a:off x="9872" y="2186"/>
                <a:ext cx="1183" cy="2"/>
              </a:xfrm>
              <a:custGeom>
                <a:avLst/>
                <a:gdLst>
                  <a:gd name="T0" fmla="*/ 0 w 1183"/>
                  <a:gd name="T1" fmla="*/ 0 h 2"/>
                  <a:gd name="T2" fmla="*/ 1183 w 1183"/>
                  <a:gd name="T3" fmla="*/ 0 h 2"/>
                  <a:gd name="T4" fmla="*/ 0 60000 65536"/>
                  <a:gd name="T5" fmla="*/ 0 60000 65536"/>
                </a:gdLst>
                <a:ahLst/>
                <a:cxnLst>
                  <a:cxn ang="T4">
                    <a:pos x="T0" y="T1"/>
                  </a:cxn>
                  <a:cxn ang="T5">
                    <a:pos x="T2" y="T3"/>
                  </a:cxn>
                </a:cxnLst>
                <a:rect l="0" t="0" r="r" b="b"/>
                <a:pathLst>
                  <a:path w="1183" h="2">
                    <a:moveTo>
                      <a:pt x="0" y="0"/>
                    </a:moveTo>
                    <a:lnTo>
                      <a:pt x="1183" y="0"/>
                    </a:lnTo>
                  </a:path>
                </a:pathLst>
              </a:custGeom>
              <a:noFill/>
              <a:ln w="6350">
                <a:solidFill>
                  <a:srgbClr val="939598"/>
                </a:solidFill>
                <a:prstDash val="dash"/>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428" name="Group 1376"/>
            <p:cNvGrpSpPr>
              <a:grpSpLocks/>
            </p:cNvGrpSpPr>
            <p:nvPr/>
          </p:nvGrpSpPr>
          <p:grpSpPr bwMode="auto">
            <a:xfrm>
              <a:off x="5082" y="2186"/>
              <a:ext cx="3365" cy="2"/>
              <a:chOff x="5082" y="2186"/>
              <a:chExt cx="3365" cy="2"/>
            </a:xfrm>
          </p:grpSpPr>
          <p:sp>
            <p:nvSpPr>
              <p:cNvPr id="665" name="Freeform 1377"/>
              <p:cNvSpPr>
                <a:spLocks/>
              </p:cNvSpPr>
              <p:nvPr/>
            </p:nvSpPr>
            <p:spPr bwMode="auto">
              <a:xfrm>
                <a:off x="5082" y="2186"/>
                <a:ext cx="3365" cy="2"/>
              </a:xfrm>
              <a:custGeom>
                <a:avLst/>
                <a:gdLst>
                  <a:gd name="T0" fmla="*/ 0 w 3365"/>
                  <a:gd name="T1" fmla="*/ 0 h 2"/>
                  <a:gd name="T2" fmla="*/ 3365 w 3365"/>
                  <a:gd name="T3" fmla="*/ 0 h 2"/>
                  <a:gd name="T4" fmla="*/ 0 60000 65536"/>
                  <a:gd name="T5" fmla="*/ 0 60000 65536"/>
                </a:gdLst>
                <a:ahLst/>
                <a:cxnLst>
                  <a:cxn ang="T4">
                    <a:pos x="T0" y="T1"/>
                  </a:cxn>
                  <a:cxn ang="T5">
                    <a:pos x="T2" y="T3"/>
                  </a:cxn>
                </a:cxnLst>
                <a:rect l="0" t="0" r="r" b="b"/>
                <a:pathLst>
                  <a:path w="3365" h="2">
                    <a:moveTo>
                      <a:pt x="0" y="0"/>
                    </a:moveTo>
                    <a:lnTo>
                      <a:pt x="3365" y="0"/>
                    </a:lnTo>
                  </a:path>
                </a:pathLst>
              </a:custGeom>
              <a:noFill/>
              <a:ln w="6350">
                <a:solidFill>
                  <a:srgbClr val="939598"/>
                </a:solidFill>
                <a:prstDash val="dash"/>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429" name="Group 1374"/>
            <p:cNvGrpSpPr>
              <a:grpSpLocks/>
            </p:cNvGrpSpPr>
            <p:nvPr/>
          </p:nvGrpSpPr>
          <p:grpSpPr bwMode="auto">
            <a:xfrm>
              <a:off x="4868" y="2186"/>
              <a:ext cx="97" cy="2"/>
              <a:chOff x="4868" y="2186"/>
              <a:chExt cx="97" cy="2"/>
            </a:xfrm>
          </p:grpSpPr>
          <p:sp>
            <p:nvSpPr>
              <p:cNvPr id="664" name="Freeform 1375"/>
              <p:cNvSpPr>
                <a:spLocks/>
              </p:cNvSpPr>
              <p:nvPr/>
            </p:nvSpPr>
            <p:spPr bwMode="auto">
              <a:xfrm>
                <a:off x="4868" y="2186"/>
                <a:ext cx="97" cy="2"/>
              </a:xfrm>
              <a:custGeom>
                <a:avLst/>
                <a:gdLst>
                  <a:gd name="T0" fmla="*/ 0 w 97"/>
                  <a:gd name="T1" fmla="*/ 0 h 2"/>
                  <a:gd name="T2" fmla="*/ 97 w 97"/>
                  <a:gd name="T3" fmla="*/ 0 h 2"/>
                  <a:gd name="T4" fmla="*/ 0 60000 65536"/>
                  <a:gd name="T5" fmla="*/ 0 60000 65536"/>
                </a:gdLst>
                <a:ahLst/>
                <a:cxnLst>
                  <a:cxn ang="T4">
                    <a:pos x="T0" y="T1"/>
                  </a:cxn>
                  <a:cxn ang="T5">
                    <a:pos x="T2" y="T3"/>
                  </a:cxn>
                </a:cxnLst>
                <a:rect l="0" t="0" r="r" b="b"/>
                <a:pathLst>
                  <a:path w="97" h="2">
                    <a:moveTo>
                      <a:pt x="0" y="0"/>
                    </a:moveTo>
                    <a:lnTo>
                      <a:pt x="97" y="0"/>
                    </a:lnTo>
                  </a:path>
                </a:pathLst>
              </a:custGeom>
              <a:noFill/>
              <a:ln w="6350">
                <a:solidFill>
                  <a:srgbClr val="939598"/>
                </a:solidFill>
                <a:prstDash val="dash"/>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430" name="Group 1372"/>
            <p:cNvGrpSpPr>
              <a:grpSpLocks/>
            </p:cNvGrpSpPr>
            <p:nvPr/>
          </p:nvGrpSpPr>
          <p:grpSpPr bwMode="auto">
            <a:xfrm>
              <a:off x="4656" y="2186"/>
              <a:ext cx="94" cy="2"/>
              <a:chOff x="4656" y="2186"/>
              <a:chExt cx="94" cy="2"/>
            </a:xfrm>
          </p:grpSpPr>
          <p:sp>
            <p:nvSpPr>
              <p:cNvPr id="663" name="Freeform 1373"/>
              <p:cNvSpPr>
                <a:spLocks/>
              </p:cNvSpPr>
              <p:nvPr/>
            </p:nvSpPr>
            <p:spPr bwMode="auto">
              <a:xfrm>
                <a:off x="4656" y="2186"/>
                <a:ext cx="94" cy="2"/>
              </a:xfrm>
              <a:custGeom>
                <a:avLst/>
                <a:gdLst>
                  <a:gd name="T0" fmla="*/ 0 w 94"/>
                  <a:gd name="T1" fmla="*/ 0 h 2"/>
                  <a:gd name="T2" fmla="*/ 94 w 94"/>
                  <a:gd name="T3" fmla="*/ 0 h 2"/>
                  <a:gd name="T4" fmla="*/ 0 60000 65536"/>
                  <a:gd name="T5" fmla="*/ 0 60000 65536"/>
                </a:gdLst>
                <a:ahLst/>
                <a:cxnLst>
                  <a:cxn ang="T4">
                    <a:pos x="T0" y="T1"/>
                  </a:cxn>
                  <a:cxn ang="T5">
                    <a:pos x="T2" y="T3"/>
                  </a:cxn>
                </a:cxnLst>
                <a:rect l="0" t="0" r="r" b="b"/>
                <a:pathLst>
                  <a:path w="94" h="2">
                    <a:moveTo>
                      <a:pt x="0" y="0"/>
                    </a:moveTo>
                    <a:lnTo>
                      <a:pt x="94" y="0"/>
                    </a:lnTo>
                  </a:path>
                </a:pathLst>
              </a:custGeom>
              <a:noFill/>
              <a:ln w="6350">
                <a:solidFill>
                  <a:srgbClr val="939598"/>
                </a:solidFill>
                <a:prstDash val="dash"/>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431" name="Group 1370"/>
            <p:cNvGrpSpPr>
              <a:grpSpLocks/>
            </p:cNvGrpSpPr>
            <p:nvPr/>
          </p:nvGrpSpPr>
          <p:grpSpPr bwMode="auto">
            <a:xfrm>
              <a:off x="4439" y="2186"/>
              <a:ext cx="100" cy="2"/>
              <a:chOff x="4439" y="2186"/>
              <a:chExt cx="100" cy="2"/>
            </a:xfrm>
          </p:grpSpPr>
          <p:sp>
            <p:nvSpPr>
              <p:cNvPr id="662" name="Freeform 1371"/>
              <p:cNvSpPr>
                <a:spLocks/>
              </p:cNvSpPr>
              <p:nvPr/>
            </p:nvSpPr>
            <p:spPr bwMode="auto">
              <a:xfrm>
                <a:off x="4439" y="2186"/>
                <a:ext cx="100" cy="2"/>
              </a:xfrm>
              <a:custGeom>
                <a:avLst/>
                <a:gdLst>
                  <a:gd name="T0" fmla="*/ 0 w 100"/>
                  <a:gd name="T1" fmla="*/ 0 h 2"/>
                  <a:gd name="T2" fmla="*/ 100 w 100"/>
                  <a:gd name="T3" fmla="*/ 0 h 2"/>
                  <a:gd name="T4" fmla="*/ 0 60000 65536"/>
                  <a:gd name="T5" fmla="*/ 0 60000 65536"/>
                </a:gdLst>
                <a:ahLst/>
                <a:cxnLst>
                  <a:cxn ang="T4">
                    <a:pos x="T0" y="T1"/>
                  </a:cxn>
                  <a:cxn ang="T5">
                    <a:pos x="T2" y="T3"/>
                  </a:cxn>
                </a:cxnLst>
                <a:rect l="0" t="0" r="r" b="b"/>
                <a:pathLst>
                  <a:path w="100" h="2">
                    <a:moveTo>
                      <a:pt x="0" y="0"/>
                    </a:moveTo>
                    <a:lnTo>
                      <a:pt x="100" y="0"/>
                    </a:lnTo>
                  </a:path>
                </a:pathLst>
              </a:custGeom>
              <a:noFill/>
              <a:ln w="6350">
                <a:solidFill>
                  <a:srgbClr val="939598"/>
                </a:solidFill>
                <a:prstDash val="dash"/>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432" name="Group 1368"/>
            <p:cNvGrpSpPr>
              <a:grpSpLocks/>
            </p:cNvGrpSpPr>
            <p:nvPr/>
          </p:nvGrpSpPr>
          <p:grpSpPr bwMode="auto">
            <a:xfrm>
              <a:off x="1883" y="2186"/>
              <a:ext cx="2438" cy="2"/>
              <a:chOff x="1883" y="2186"/>
              <a:chExt cx="2438" cy="2"/>
            </a:xfrm>
          </p:grpSpPr>
          <p:sp>
            <p:nvSpPr>
              <p:cNvPr id="661" name="Freeform 1369"/>
              <p:cNvSpPr>
                <a:spLocks/>
              </p:cNvSpPr>
              <p:nvPr/>
            </p:nvSpPr>
            <p:spPr bwMode="auto">
              <a:xfrm>
                <a:off x="1883" y="2186"/>
                <a:ext cx="2438" cy="2"/>
              </a:xfrm>
              <a:custGeom>
                <a:avLst/>
                <a:gdLst>
                  <a:gd name="T0" fmla="*/ 0 w 2438"/>
                  <a:gd name="T1" fmla="*/ 0 h 2"/>
                  <a:gd name="T2" fmla="*/ 2438 w 2438"/>
                  <a:gd name="T3" fmla="*/ 0 h 2"/>
                  <a:gd name="T4" fmla="*/ 0 60000 65536"/>
                  <a:gd name="T5" fmla="*/ 0 60000 65536"/>
                </a:gdLst>
                <a:ahLst/>
                <a:cxnLst>
                  <a:cxn ang="T4">
                    <a:pos x="T0" y="T1"/>
                  </a:cxn>
                  <a:cxn ang="T5">
                    <a:pos x="T2" y="T3"/>
                  </a:cxn>
                </a:cxnLst>
                <a:rect l="0" t="0" r="r" b="b"/>
                <a:pathLst>
                  <a:path w="2438" h="2">
                    <a:moveTo>
                      <a:pt x="0" y="0"/>
                    </a:moveTo>
                    <a:lnTo>
                      <a:pt x="2438" y="0"/>
                    </a:lnTo>
                  </a:path>
                </a:pathLst>
              </a:custGeom>
              <a:noFill/>
              <a:ln w="6350">
                <a:solidFill>
                  <a:srgbClr val="939598"/>
                </a:solidFill>
                <a:prstDash val="dash"/>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433" name="Group 1366"/>
            <p:cNvGrpSpPr>
              <a:grpSpLocks/>
            </p:cNvGrpSpPr>
            <p:nvPr/>
          </p:nvGrpSpPr>
          <p:grpSpPr bwMode="auto">
            <a:xfrm>
              <a:off x="1213" y="2186"/>
              <a:ext cx="552" cy="2"/>
              <a:chOff x="1213" y="2186"/>
              <a:chExt cx="552" cy="2"/>
            </a:xfrm>
          </p:grpSpPr>
          <p:sp>
            <p:nvSpPr>
              <p:cNvPr id="660" name="Freeform 1367"/>
              <p:cNvSpPr>
                <a:spLocks/>
              </p:cNvSpPr>
              <p:nvPr/>
            </p:nvSpPr>
            <p:spPr bwMode="auto">
              <a:xfrm>
                <a:off x="1213" y="2186"/>
                <a:ext cx="552" cy="2"/>
              </a:xfrm>
              <a:custGeom>
                <a:avLst/>
                <a:gdLst>
                  <a:gd name="T0" fmla="*/ 0 w 552"/>
                  <a:gd name="T1" fmla="*/ 0 h 2"/>
                  <a:gd name="T2" fmla="*/ 553 w 552"/>
                  <a:gd name="T3" fmla="*/ 0 h 2"/>
                  <a:gd name="T4" fmla="*/ 0 60000 65536"/>
                  <a:gd name="T5" fmla="*/ 0 60000 65536"/>
                </a:gdLst>
                <a:ahLst/>
                <a:cxnLst>
                  <a:cxn ang="T4">
                    <a:pos x="T0" y="T1"/>
                  </a:cxn>
                  <a:cxn ang="T5">
                    <a:pos x="T2" y="T3"/>
                  </a:cxn>
                </a:cxnLst>
                <a:rect l="0" t="0" r="r" b="b"/>
                <a:pathLst>
                  <a:path w="552" h="2">
                    <a:moveTo>
                      <a:pt x="0" y="0"/>
                    </a:moveTo>
                    <a:lnTo>
                      <a:pt x="553" y="0"/>
                    </a:lnTo>
                  </a:path>
                </a:pathLst>
              </a:custGeom>
              <a:noFill/>
              <a:ln w="6350">
                <a:solidFill>
                  <a:srgbClr val="939598"/>
                </a:solidFill>
                <a:prstDash val="dash"/>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434" name="Group 1364"/>
            <p:cNvGrpSpPr>
              <a:grpSpLocks/>
            </p:cNvGrpSpPr>
            <p:nvPr/>
          </p:nvGrpSpPr>
          <p:grpSpPr bwMode="auto">
            <a:xfrm>
              <a:off x="10412" y="2699"/>
              <a:ext cx="643" cy="2"/>
              <a:chOff x="10412" y="2699"/>
              <a:chExt cx="643" cy="2"/>
            </a:xfrm>
          </p:grpSpPr>
          <p:sp>
            <p:nvSpPr>
              <p:cNvPr id="659" name="Freeform 1365"/>
              <p:cNvSpPr>
                <a:spLocks/>
              </p:cNvSpPr>
              <p:nvPr/>
            </p:nvSpPr>
            <p:spPr bwMode="auto">
              <a:xfrm>
                <a:off x="10412" y="2699"/>
                <a:ext cx="643" cy="2"/>
              </a:xfrm>
              <a:custGeom>
                <a:avLst/>
                <a:gdLst>
                  <a:gd name="T0" fmla="*/ 0 w 643"/>
                  <a:gd name="T1" fmla="*/ 0 h 2"/>
                  <a:gd name="T2" fmla="*/ 643 w 643"/>
                  <a:gd name="T3" fmla="*/ 0 h 2"/>
                  <a:gd name="T4" fmla="*/ 0 60000 65536"/>
                  <a:gd name="T5" fmla="*/ 0 60000 65536"/>
                </a:gdLst>
                <a:ahLst/>
                <a:cxnLst>
                  <a:cxn ang="T4">
                    <a:pos x="T0" y="T1"/>
                  </a:cxn>
                  <a:cxn ang="T5">
                    <a:pos x="T2" y="T3"/>
                  </a:cxn>
                </a:cxnLst>
                <a:rect l="0" t="0" r="r" b="b"/>
                <a:pathLst>
                  <a:path w="643" h="2">
                    <a:moveTo>
                      <a:pt x="0" y="0"/>
                    </a:moveTo>
                    <a:lnTo>
                      <a:pt x="643" y="0"/>
                    </a:lnTo>
                  </a:path>
                </a:pathLst>
              </a:custGeom>
              <a:noFill/>
              <a:ln w="6350">
                <a:solidFill>
                  <a:srgbClr val="939598"/>
                </a:solidFill>
                <a:prstDash val="dash"/>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435" name="Group 1362"/>
            <p:cNvGrpSpPr>
              <a:grpSpLocks/>
            </p:cNvGrpSpPr>
            <p:nvPr/>
          </p:nvGrpSpPr>
          <p:grpSpPr bwMode="auto">
            <a:xfrm>
              <a:off x="9872" y="2699"/>
              <a:ext cx="423" cy="2"/>
              <a:chOff x="9872" y="2699"/>
              <a:chExt cx="423" cy="2"/>
            </a:xfrm>
          </p:grpSpPr>
          <p:sp>
            <p:nvSpPr>
              <p:cNvPr id="658" name="Freeform 1363"/>
              <p:cNvSpPr>
                <a:spLocks/>
              </p:cNvSpPr>
              <p:nvPr/>
            </p:nvSpPr>
            <p:spPr bwMode="auto">
              <a:xfrm>
                <a:off x="9872" y="2699"/>
                <a:ext cx="423" cy="2"/>
              </a:xfrm>
              <a:custGeom>
                <a:avLst/>
                <a:gdLst>
                  <a:gd name="T0" fmla="*/ 0 w 423"/>
                  <a:gd name="T1" fmla="*/ 0 h 2"/>
                  <a:gd name="T2" fmla="*/ 422 w 423"/>
                  <a:gd name="T3" fmla="*/ 0 h 2"/>
                  <a:gd name="T4" fmla="*/ 0 60000 65536"/>
                  <a:gd name="T5" fmla="*/ 0 60000 65536"/>
                </a:gdLst>
                <a:ahLst/>
                <a:cxnLst>
                  <a:cxn ang="T4">
                    <a:pos x="T0" y="T1"/>
                  </a:cxn>
                  <a:cxn ang="T5">
                    <a:pos x="T2" y="T3"/>
                  </a:cxn>
                </a:cxnLst>
                <a:rect l="0" t="0" r="r" b="b"/>
                <a:pathLst>
                  <a:path w="423" h="2">
                    <a:moveTo>
                      <a:pt x="0" y="0"/>
                    </a:moveTo>
                    <a:lnTo>
                      <a:pt x="422" y="0"/>
                    </a:lnTo>
                  </a:path>
                </a:pathLst>
              </a:custGeom>
              <a:noFill/>
              <a:ln w="6350">
                <a:solidFill>
                  <a:srgbClr val="939598"/>
                </a:solidFill>
                <a:prstDash val="dash"/>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436" name="Group 1360"/>
            <p:cNvGrpSpPr>
              <a:grpSpLocks/>
            </p:cNvGrpSpPr>
            <p:nvPr/>
          </p:nvGrpSpPr>
          <p:grpSpPr bwMode="auto">
            <a:xfrm>
              <a:off x="5291" y="2699"/>
              <a:ext cx="3156" cy="2"/>
              <a:chOff x="5291" y="2699"/>
              <a:chExt cx="3156" cy="2"/>
            </a:xfrm>
          </p:grpSpPr>
          <p:sp>
            <p:nvSpPr>
              <p:cNvPr id="657" name="Freeform 1361"/>
              <p:cNvSpPr>
                <a:spLocks/>
              </p:cNvSpPr>
              <p:nvPr/>
            </p:nvSpPr>
            <p:spPr bwMode="auto">
              <a:xfrm>
                <a:off x="5291" y="2699"/>
                <a:ext cx="3156" cy="2"/>
              </a:xfrm>
              <a:custGeom>
                <a:avLst/>
                <a:gdLst>
                  <a:gd name="T0" fmla="*/ 0 w 3156"/>
                  <a:gd name="T1" fmla="*/ 0 h 2"/>
                  <a:gd name="T2" fmla="*/ 3156 w 3156"/>
                  <a:gd name="T3" fmla="*/ 0 h 2"/>
                  <a:gd name="T4" fmla="*/ 0 60000 65536"/>
                  <a:gd name="T5" fmla="*/ 0 60000 65536"/>
                </a:gdLst>
                <a:ahLst/>
                <a:cxnLst>
                  <a:cxn ang="T4">
                    <a:pos x="T0" y="T1"/>
                  </a:cxn>
                  <a:cxn ang="T5">
                    <a:pos x="T2" y="T3"/>
                  </a:cxn>
                </a:cxnLst>
                <a:rect l="0" t="0" r="r" b="b"/>
                <a:pathLst>
                  <a:path w="3156" h="2">
                    <a:moveTo>
                      <a:pt x="0" y="0"/>
                    </a:moveTo>
                    <a:lnTo>
                      <a:pt x="3156" y="0"/>
                    </a:lnTo>
                  </a:path>
                </a:pathLst>
              </a:custGeom>
              <a:noFill/>
              <a:ln w="6350">
                <a:solidFill>
                  <a:srgbClr val="939598"/>
                </a:solidFill>
                <a:prstDash val="dash"/>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437" name="Group 1358"/>
            <p:cNvGrpSpPr>
              <a:grpSpLocks/>
            </p:cNvGrpSpPr>
            <p:nvPr/>
          </p:nvGrpSpPr>
          <p:grpSpPr bwMode="auto">
            <a:xfrm>
              <a:off x="5082" y="2699"/>
              <a:ext cx="91" cy="2"/>
              <a:chOff x="5082" y="2699"/>
              <a:chExt cx="91" cy="2"/>
            </a:xfrm>
          </p:grpSpPr>
          <p:sp>
            <p:nvSpPr>
              <p:cNvPr id="656" name="Freeform 1359"/>
              <p:cNvSpPr>
                <a:spLocks/>
              </p:cNvSpPr>
              <p:nvPr/>
            </p:nvSpPr>
            <p:spPr bwMode="auto">
              <a:xfrm>
                <a:off x="5082" y="2699"/>
                <a:ext cx="91" cy="2"/>
              </a:xfrm>
              <a:custGeom>
                <a:avLst/>
                <a:gdLst>
                  <a:gd name="T0" fmla="*/ 0 w 91"/>
                  <a:gd name="T1" fmla="*/ 0 h 2"/>
                  <a:gd name="T2" fmla="*/ 91 w 91"/>
                  <a:gd name="T3" fmla="*/ 0 h 2"/>
                  <a:gd name="T4" fmla="*/ 0 60000 65536"/>
                  <a:gd name="T5" fmla="*/ 0 60000 65536"/>
                </a:gdLst>
                <a:ahLst/>
                <a:cxnLst>
                  <a:cxn ang="T4">
                    <a:pos x="T0" y="T1"/>
                  </a:cxn>
                  <a:cxn ang="T5">
                    <a:pos x="T2" y="T3"/>
                  </a:cxn>
                </a:cxnLst>
                <a:rect l="0" t="0" r="r" b="b"/>
                <a:pathLst>
                  <a:path w="91" h="2">
                    <a:moveTo>
                      <a:pt x="0" y="0"/>
                    </a:moveTo>
                    <a:lnTo>
                      <a:pt x="91" y="0"/>
                    </a:lnTo>
                  </a:path>
                </a:pathLst>
              </a:custGeom>
              <a:noFill/>
              <a:ln w="6350">
                <a:solidFill>
                  <a:srgbClr val="939598"/>
                </a:solidFill>
                <a:prstDash val="dash"/>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438" name="Group 1356"/>
            <p:cNvGrpSpPr>
              <a:grpSpLocks/>
            </p:cNvGrpSpPr>
            <p:nvPr/>
          </p:nvGrpSpPr>
          <p:grpSpPr bwMode="auto">
            <a:xfrm>
              <a:off x="4868" y="2699"/>
              <a:ext cx="97" cy="2"/>
              <a:chOff x="4868" y="2699"/>
              <a:chExt cx="97" cy="2"/>
            </a:xfrm>
          </p:grpSpPr>
          <p:sp>
            <p:nvSpPr>
              <p:cNvPr id="655" name="Freeform 1357"/>
              <p:cNvSpPr>
                <a:spLocks/>
              </p:cNvSpPr>
              <p:nvPr/>
            </p:nvSpPr>
            <p:spPr bwMode="auto">
              <a:xfrm>
                <a:off x="4868" y="2699"/>
                <a:ext cx="97" cy="2"/>
              </a:xfrm>
              <a:custGeom>
                <a:avLst/>
                <a:gdLst>
                  <a:gd name="T0" fmla="*/ 0 w 97"/>
                  <a:gd name="T1" fmla="*/ 0 h 2"/>
                  <a:gd name="T2" fmla="*/ 97 w 97"/>
                  <a:gd name="T3" fmla="*/ 0 h 2"/>
                  <a:gd name="T4" fmla="*/ 0 60000 65536"/>
                  <a:gd name="T5" fmla="*/ 0 60000 65536"/>
                </a:gdLst>
                <a:ahLst/>
                <a:cxnLst>
                  <a:cxn ang="T4">
                    <a:pos x="T0" y="T1"/>
                  </a:cxn>
                  <a:cxn ang="T5">
                    <a:pos x="T2" y="T3"/>
                  </a:cxn>
                </a:cxnLst>
                <a:rect l="0" t="0" r="r" b="b"/>
                <a:pathLst>
                  <a:path w="97" h="2">
                    <a:moveTo>
                      <a:pt x="0" y="0"/>
                    </a:moveTo>
                    <a:lnTo>
                      <a:pt x="97" y="0"/>
                    </a:lnTo>
                  </a:path>
                </a:pathLst>
              </a:custGeom>
              <a:noFill/>
              <a:ln w="6350">
                <a:solidFill>
                  <a:srgbClr val="939598"/>
                </a:solidFill>
                <a:prstDash val="dash"/>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439" name="Group 1354"/>
            <p:cNvGrpSpPr>
              <a:grpSpLocks/>
            </p:cNvGrpSpPr>
            <p:nvPr/>
          </p:nvGrpSpPr>
          <p:grpSpPr bwMode="auto">
            <a:xfrm>
              <a:off x="4656" y="2699"/>
              <a:ext cx="94" cy="2"/>
              <a:chOff x="4656" y="2699"/>
              <a:chExt cx="94" cy="2"/>
            </a:xfrm>
          </p:grpSpPr>
          <p:sp>
            <p:nvSpPr>
              <p:cNvPr id="654" name="Freeform 1355"/>
              <p:cNvSpPr>
                <a:spLocks/>
              </p:cNvSpPr>
              <p:nvPr/>
            </p:nvSpPr>
            <p:spPr bwMode="auto">
              <a:xfrm>
                <a:off x="4656" y="2699"/>
                <a:ext cx="94" cy="2"/>
              </a:xfrm>
              <a:custGeom>
                <a:avLst/>
                <a:gdLst>
                  <a:gd name="T0" fmla="*/ 0 w 94"/>
                  <a:gd name="T1" fmla="*/ 0 h 2"/>
                  <a:gd name="T2" fmla="*/ 94 w 94"/>
                  <a:gd name="T3" fmla="*/ 0 h 2"/>
                  <a:gd name="T4" fmla="*/ 0 60000 65536"/>
                  <a:gd name="T5" fmla="*/ 0 60000 65536"/>
                </a:gdLst>
                <a:ahLst/>
                <a:cxnLst>
                  <a:cxn ang="T4">
                    <a:pos x="T0" y="T1"/>
                  </a:cxn>
                  <a:cxn ang="T5">
                    <a:pos x="T2" y="T3"/>
                  </a:cxn>
                </a:cxnLst>
                <a:rect l="0" t="0" r="r" b="b"/>
                <a:pathLst>
                  <a:path w="94" h="2">
                    <a:moveTo>
                      <a:pt x="0" y="0"/>
                    </a:moveTo>
                    <a:lnTo>
                      <a:pt x="94" y="0"/>
                    </a:lnTo>
                  </a:path>
                </a:pathLst>
              </a:custGeom>
              <a:noFill/>
              <a:ln w="6350">
                <a:solidFill>
                  <a:srgbClr val="939598"/>
                </a:solidFill>
                <a:prstDash val="dash"/>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440" name="Group 1352"/>
            <p:cNvGrpSpPr>
              <a:grpSpLocks/>
            </p:cNvGrpSpPr>
            <p:nvPr/>
          </p:nvGrpSpPr>
          <p:grpSpPr bwMode="auto">
            <a:xfrm>
              <a:off x="4439" y="2699"/>
              <a:ext cx="100" cy="2"/>
              <a:chOff x="4439" y="2699"/>
              <a:chExt cx="100" cy="2"/>
            </a:xfrm>
          </p:grpSpPr>
          <p:sp>
            <p:nvSpPr>
              <p:cNvPr id="653" name="Freeform 1353"/>
              <p:cNvSpPr>
                <a:spLocks/>
              </p:cNvSpPr>
              <p:nvPr/>
            </p:nvSpPr>
            <p:spPr bwMode="auto">
              <a:xfrm>
                <a:off x="4439" y="2699"/>
                <a:ext cx="100" cy="2"/>
              </a:xfrm>
              <a:custGeom>
                <a:avLst/>
                <a:gdLst>
                  <a:gd name="T0" fmla="*/ 0 w 100"/>
                  <a:gd name="T1" fmla="*/ 0 h 2"/>
                  <a:gd name="T2" fmla="*/ 100 w 100"/>
                  <a:gd name="T3" fmla="*/ 0 h 2"/>
                  <a:gd name="T4" fmla="*/ 0 60000 65536"/>
                  <a:gd name="T5" fmla="*/ 0 60000 65536"/>
                </a:gdLst>
                <a:ahLst/>
                <a:cxnLst>
                  <a:cxn ang="T4">
                    <a:pos x="T0" y="T1"/>
                  </a:cxn>
                  <a:cxn ang="T5">
                    <a:pos x="T2" y="T3"/>
                  </a:cxn>
                </a:cxnLst>
                <a:rect l="0" t="0" r="r" b="b"/>
                <a:pathLst>
                  <a:path w="100" h="2">
                    <a:moveTo>
                      <a:pt x="0" y="0"/>
                    </a:moveTo>
                    <a:lnTo>
                      <a:pt x="100" y="0"/>
                    </a:lnTo>
                  </a:path>
                </a:pathLst>
              </a:custGeom>
              <a:noFill/>
              <a:ln w="6350">
                <a:solidFill>
                  <a:srgbClr val="939598"/>
                </a:solidFill>
                <a:prstDash val="dash"/>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441" name="Group 1350"/>
            <p:cNvGrpSpPr>
              <a:grpSpLocks/>
            </p:cNvGrpSpPr>
            <p:nvPr/>
          </p:nvGrpSpPr>
          <p:grpSpPr bwMode="auto">
            <a:xfrm>
              <a:off x="2309" y="2699"/>
              <a:ext cx="2012" cy="2"/>
              <a:chOff x="2309" y="2699"/>
              <a:chExt cx="2012" cy="2"/>
            </a:xfrm>
          </p:grpSpPr>
          <p:sp>
            <p:nvSpPr>
              <p:cNvPr id="652" name="Freeform 1351"/>
              <p:cNvSpPr>
                <a:spLocks/>
              </p:cNvSpPr>
              <p:nvPr/>
            </p:nvSpPr>
            <p:spPr bwMode="auto">
              <a:xfrm>
                <a:off x="2309" y="2699"/>
                <a:ext cx="2012" cy="2"/>
              </a:xfrm>
              <a:custGeom>
                <a:avLst/>
                <a:gdLst>
                  <a:gd name="T0" fmla="*/ 0 w 2012"/>
                  <a:gd name="T1" fmla="*/ 0 h 2"/>
                  <a:gd name="T2" fmla="*/ 2012 w 2012"/>
                  <a:gd name="T3" fmla="*/ 0 h 2"/>
                  <a:gd name="T4" fmla="*/ 0 60000 65536"/>
                  <a:gd name="T5" fmla="*/ 0 60000 65536"/>
                </a:gdLst>
                <a:ahLst/>
                <a:cxnLst>
                  <a:cxn ang="T4">
                    <a:pos x="T0" y="T1"/>
                  </a:cxn>
                  <a:cxn ang="T5">
                    <a:pos x="T2" y="T3"/>
                  </a:cxn>
                </a:cxnLst>
                <a:rect l="0" t="0" r="r" b="b"/>
                <a:pathLst>
                  <a:path w="2012" h="2">
                    <a:moveTo>
                      <a:pt x="0" y="0"/>
                    </a:moveTo>
                    <a:lnTo>
                      <a:pt x="2012" y="0"/>
                    </a:lnTo>
                  </a:path>
                </a:pathLst>
              </a:custGeom>
              <a:noFill/>
              <a:ln w="6350">
                <a:solidFill>
                  <a:srgbClr val="939598"/>
                </a:solidFill>
                <a:prstDash val="dash"/>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442" name="Group 1348"/>
            <p:cNvGrpSpPr>
              <a:grpSpLocks/>
            </p:cNvGrpSpPr>
            <p:nvPr/>
          </p:nvGrpSpPr>
          <p:grpSpPr bwMode="auto">
            <a:xfrm>
              <a:off x="2095" y="2699"/>
              <a:ext cx="97" cy="2"/>
              <a:chOff x="2095" y="2699"/>
              <a:chExt cx="97" cy="2"/>
            </a:xfrm>
          </p:grpSpPr>
          <p:sp>
            <p:nvSpPr>
              <p:cNvPr id="651" name="Freeform 1349"/>
              <p:cNvSpPr>
                <a:spLocks/>
              </p:cNvSpPr>
              <p:nvPr/>
            </p:nvSpPr>
            <p:spPr bwMode="auto">
              <a:xfrm>
                <a:off x="2095" y="2699"/>
                <a:ext cx="97" cy="2"/>
              </a:xfrm>
              <a:custGeom>
                <a:avLst/>
                <a:gdLst>
                  <a:gd name="T0" fmla="*/ 0 w 97"/>
                  <a:gd name="T1" fmla="*/ 0 h 2"/>
                  <a:gd name="T2" fmla="*/ 97 w 97"/>
                  <a:gd name="T3" fmla="*/ 0 h 2"/>
                  <a:gd name="T4" fmla="*/ 0 60000 65536"/>
                  <a:gd name="T5" fmla="*/ 0 60000 65536"/>
                </a:gdLst>
                <a:ahLst/>
                <a:cxnLst>
                  <a:cxn ang="T4">
                    <a:pos x="T0" y="T1"/>
                  </a:cxn>
                  <a:cxn ang="T5">
                    <a:pos x="T2" y="T3"/>
                  </a:cxn>
                </a:cxnLst>
                <a:rect l="0" t="0" r="r" b="b"/>
                <a:pathLst>
                  <a:path w="97" h="2">
                    <a:moveTo>
                      <a:pt x="0" y="0"/>
                    </a:moveTo>
                    <a:lnTo>
                      <a:pt x="97" y="0"/>
                    </a:lnTo>
                  </a:path>
                </a:pathLst>
              </a:custGeom>
              <a:noFill/>
              <a:ln w="6350">
                <a:solidFill>
                  <a:srgbClr val="939598"/>
                </a:solidFill>
                <a:prstDash val="dash"/>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443" name="Group 1346"/>
            <p:cNvGrpSpPr>
              <a:grpSpLocks/>
            </p:cNvGrpSpPr>
            <p:nvPr/>
          </p:nvGrpSpPr>
          <p:grpSpPr bwMode="auto">
            <a:xfrm>
              <a:off x="1883" y="2699"/>
              <a:ext cx="94" cy="2"/>
              <a:chOff x="1883" y="2699"/>
              <a:chExt cx="94" cy="2"/>
            </a:xfrm>
          </p:grpSpPr>
          <p:sp>
            <p:nvSpPr>
              <p:cNvPr id="650" name="Freeform 1347"/>
              <p:cNvSpPr>
                <a:spLocks/>
              </p:cNvSpPr>
              <p:nvPr/>
            </p:nvSpPr>
            <p:spPr bwMode="auto">
              <a:xfrm>
                <a:off x="1883" y="2699"/>
                <a:ext cx="94" cy="2"/>
              </a:xfrm>
              <a:custGeom>
                <a:avLst/>
                <a:gdLst>
                  <a:gd name="T0" fmla="*/ 0 w 94"/>
                  <a:gd name="T1" fmla="*/ 0 h 2"/>
                  <a:gd name="T2" fmla="*/ 94 w 94"/>
                  <a:gd name="T3" fmla="*/ 0 h 2"/>
                  <a:gd name="T4" fmla="*/ 0 60000 65536"/>
                  <a:gd name="T5" fmla="*/ 0 60000 65536"/>
                </a:gdLst>
                <a:ahLst/>
                <a:cxnLst>
                  <a:cxn ang="T4">
                    <a:pos x="T0" y="T1"/>
                  </a:cxn>
                  <a:cxn ang="T5">
                    <a:pos x="T2" y="T3"/>
                  </a:cxn>
                </a:cxnLst>
                <a:rect l="0" t="0" r="r" b="b"/>
                <a:pathLst>
                  <a:path w="94" h="2">
                    <a:moveTo>
                      <a:pt x="0" y="0"/>
                    </a:moveTo>
                    <a:lnTo>
                      <a:pt x="94" y="0"/>
                    </a:lnTo>
                  </a:path>
                </a:pathLst>
              </a:custGeom>
              <a:noFill/>
              <a:ln w="6350">
                <a:solidFill>
                  <a:srgbClr val="939598"/>
                </a:solidFill>
                <a:prstDash val="dash"/>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444" name="Group 1344"/>
            <p:cNvGrpSpPr>
              <a:grpSpLocks/>
            </p:cNvGrpSpPr>
            <p:nvPr/>
          </p:nvGrpSpPr>
          <p:grpSpPr bwMode="auto">
            <a:xfrm>
              <a:off x="1213" y="2699"/>
              <a:ext cx="552" cy="2"/>
              <a:chOff x="1213" y="2699"/>
              <a:chExt cx="552" cy="2"/>
            </a:xfrm>
          </p:grpSpPr>
          <p:sp>
            <p:nvSpPr>
              <p:cNvPr id="649" name="Freeform 1345"/>
              <p:cNvSpPr>
                <a:spLocks/>
              </p:cNvSpPr>
              <p:nvPr/>
            </p:nvSpPr>
            <p:spPr bwMode="auto">
              <a:xfrm>
                <a:off x="1213" y="2699"/>
                <a:ext cx="552" cy="2"/>
              </a:xfrm>
              <a:custGeom>
                <a:avLst/>
                <a:gdLst>
                  <a:gd name="T0" fmla="*/ 0 w 552"/>
                  <a:gd name="T1" fmla="*/ 0 h 2"/>
                  <a:gd name="T2" fmla="*/ 553 w 552"/>
                  <a:gd name="T3" fmla="*/ 0 h 2"/>
                  <a:gd name="T4" fmla="*/ 0 60000 65536"/>
                  <a:gd name="T5" fmla="*/ 0 60000 65536"/>
                </a:gdLst>
                <a:ahLst/>
                <a:cxnLst>
                  <a:cxn ang="T4">
                    <a:pos x="T0" y="T1"/>
                  </a:cxn>
                  <a:cxn ang="T5">
                    <a:pos x="T2" y="T3"/>
                  </a:cxn>
                </a:cxnLst>
                <a:rect l="0" t="0" r="r" b="b"/>
                <a:pathLst>
                  <a:path w="552" h="2">
                    <a:moveTo>
                      <a:pt x="0" y="0"/>
                    </a:moveTo>
                    <a:lnTo>
                      <a:pt x="553" y="0"/>
                    </a:lnTo>
                  </a:path>
                </a:pathLst>
              </a:custGeom>
              <a:noFill/>
              <a:ln w="6350">
                <a:solidFill>
                  <a:srgbClr val="939598"/>
                </a:solidFill>
                <a:prstDash val="dash"/>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445" name="Group 1342"/>
            <p:cNvGrpSpPr>
              <a:grpSpLocks/>
            </p:cNvGrpSpPr>
            <p:nvPr/>
          </p:nvGrpSpPr>
          <p:grpSpPr bwMode="auto">
            <a:xfrm>
              <a:off x="10626" y="3198"/>
              <a:ext cx="429" cy="2"/>
              <a:chOff x="10626" y="3198"/>
              <a:chExt cx="429" cy="2"/>
            </a:xfrm>
          </p:grpSpPr>
          <p:sp>
            <p:nvSpPr>
              <p:cNvPr id="648" name="Freeform 1343"/>
              <p:cNvSpPr>
                <a:spLocks/>
              </p:cNvSpPr>
              <p:nvPr/>
            </p:nvSpPr>
            <p:spPr bwMode="auto">
              <a:xfrm>
                <a:off x="10626" y="3198"/>
                <a:ext cx="429" cy="2"/>
              </a:xfrm>
              <a:custGeom>
                <a:avLst/>
                <a:gdLst>
                  <a:gd name="T0" fmla="*/ 0 w 429"/>
                  <a:gd name="T1" fmla="*/ 0 h 2"/>
                  <a:gd name="T2" fmla="*/ 429 w 429"/>
                  <a:gd name="T3" fmla="*/ 0 h 2"/>
                  <a:gd name="T4" fmla="*/ 0 60000 65536"/>
                  <a:gd name="T5" fmla="*/ 0 60000 65536"/>
                </a:gdLst>
                <a:ahLst/>
                <a:cxnLst>
                  <a:cxn ang="T4">
                    <a:pos x="T0" y="T1"/>
                  </a:cxn>
                  <a:cxn ang="T5">
                    <a:pos x="T2" y="T3"/>
                  </a:cxn>
                </a:cxnLst>
                <a:rect l="0" t="0" r="r" b="b"/>
                <a:pathLst>
                  <a:path w="429" h="2">
                    <a:moveTo>
                      <a:pt x="0" y="0"/>
                    </a:moveTo>
                    <a:lnTo>
                      <a:pt x="429" y="0"/>
                    </a:lnTo>
                  </a:path>
                </a:pathLst>
              </a:custGeom>
              <a:noFill/>
              <a:ln w="6350">
                <a:solidFill>
                  <a:srgbClr val="939598"/>
                </a:solidFill>
                <a:prstDash val="dash"/>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446" name="Group 1340"/>
            <p:cNvGrpSpPr>
              <a:grpSpLocks/>
            </p:cNvGrpSpPr>
            <p:nvPr/>
          </p:nvGrpSpPr>
          <p:grpSpPr bwMode="auto">
            <a:xfrm>
              <a:off x="10412" y="3198"/>
              <a:ext cx="97" cy="2"/>
              <a:chOff x="10412" y="3198"/>
              <a:chExt cx="97" cy="2"/>
            </a:xfrm>
          </p:grpSpPr>
          <p:sp>
            <p:nvSpPr>
              <p:cNvPr id="647" name="Freeform 1341"/>
              <p:cNvSpPr>
                <a:spLocks/>
              </p:cNvSpPr>
              <p:nvPr/>
            </p:nvSpPr>
            <p:spPr bwMode="auto">
              <a:xfrm>
                <a:off x="10412" y="3198"/>
                <a:ext cx="97" cy="2"/>
              </a:xfrm>
              <a:custGeom>
                <a:avLst/>
                <a:gdLst>
                  <a:gd name="T0" fmla="*/ 0 w 97"/>
                  <a:gd name="T1" fmla="*/ 0 h 2"/>
                  <a:gd name="T2" fmla="*/ 97 w 97"/>
                  <a:gd name="T3" fmla="*/ 0 h 2"/>
                  <a:gd name="T4" fmla="*/ 0 60000 65536"/>
                  <a:gd name="T5" fmla="*/ 0 60000 65536"/>
                </a:gdLst>
                <a:ahLst/>
                <a:cxnLst>
                  <a:cxn ang="T4">
                    <a:pos x="T0" y="T1"/>
                  </a:cxn>
                  <a:cxn ang="T5">
                    <a:pos x="T2" y="T3"/>
                  </a:cxn>
                </a:cxnLst>
                <a:rect l="0" t="0" r="r" b="b"/>
                <a:pathLst>
                  <a:path w="97" h="2">
                    <a:moveTo>
                      <a:pt x="0" y="0"/>
                    </a:moveTo>
                    <a:lnTo>
                      <a:pt x="97" y="0"/>
                    </a:lnTo>
                  </a:path>
                </a:pathLst>
              </a:custGeom>
              <a:noFill/>
              <a:ln w="6350">
                <a:solidFill>
                  <a:srgbClr val="939598"/>
                </a:solidFill>
                <a:prstDash val="dash"/>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447" name="Group 1338"/>
            <p:cNvGrpSpPr>
              <a:grpSpLocks/>
            </p:cNvGrpSpPr>
            <p:nvPr/>
          </p:nvGrpSpPr>
          <p:grpSpPr bwMode="auto">
            <a:xfrm>
              <a:off x="10200" y="3198"/>
              <a:ext cx="94" cy="2"/>
              <a:chOff x="10200" y="3198"/>
              <a:chExt cx="94" cy="2"/>
            </a:xfrm>
          </p:grpSpPr>
          <p:sp>
            <p:nvSpPr>
              <p:cNvPr id="646" name="Freeform 1339"/>
              <p:cNvSpPr>
                <a:spLocks/>
              </p:cNvSpPr>
              <p:nvPr/>
            </p:nvSpPr>
            <p:spPr bwMode="auto">
              <a:xfrm>
                <a:off x="10200" y="3198"/>
                <a:ext cx="94" cy="2"/>
              </a:xfrm>
              <a:custGeom>
                <a:avLst/>
                <a:gdLst>
                  <a:gd name="T0" fmla="*/ 0 w 94"/>
                  <a:gd name="T1" fmla="*/ 0 h 2"/>
                  <a:gd name="T2" fmla="*/ 94 w 94"/>
                  <a:gd name="T3" fmla="*/ 0 h 2"/>
                  <a:gd name="T4" fmla="*/ 0 60000 65536"/>
                  <a:gd name="T5" fmla="*/ 0 60000 65536"/>
                </a:gdLst>
                <a:ahLst/>
                <a:cxnLst>
                  <a:cxn ang="T4">
                    <a:pos x="T0" y="T1"/>
                  </a:cxn>
                  <a:cxn ang="T5">
                    <a:pos x="T2" y="T3"/>
                  </a:cxn>
                </a:cxnLst>
                <a:rect l="0" t="0" r="r" b="b"/>
                <a:pathLst>
                  <a:path w="94" h="2">
                    <a:moveTo>
                      <a:pt x="0" y="0"/>
                    </a:moveTo>
                    <a:lnTo>
                      <a:pt x="94" y="0"/>
                    </a:lnTo>
                  </a:path>
                </a:pathLst>
              </a:custGeom>
              <a:noFill/>
              <a:ln w="6350">
                <a:solidFill>
                  <a:srgbClr val="939598"/>
                </a:solidFill>
                <a:prstDash val="dash"/>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448" name="Group 1336"/>
            <p:cNvGrpSpPr>
              <a:grpSpLocks/>
            </p:cNvGrpSpPr>
            <p:nvPr/>
          </p:nvGrpSpPr>
          <p:grpSpPr bwMode="auto">
            <a:xfrm>
              <a:off x="8816" y="3198"/>
              <a:ext cx="1266" cy="2"/>
              <a:chOff x="8816" y="3198"/>
              <a:chExt cx="1266" cy="2"/>
            </a:xfrm>
          </p:grpSpPr>
          <p:sp>
            <p:nvSpPr>
              <p:cNvPr id="645" name="Freeform 1337"/>
              <p:cNvSpPr>
                <a:spLocks/>
              </p:cNvSpPr>
              <p:nvPr/>
            </p:nvSpPr>
            <p:spPr bwMode="auto">
              <a:xfrm>
                <a:off x="8816" y="3198"/>
                <a:ext cx="1266" cy="2"/>
              </a:xfrm>
              <a:custGeom>
                <a:avLst/>
                <a:gdLst>
                  <a:gd name="T0" fmla="*/ 0 w 1266"/>
                  <a:gd name="T1" fmla="*/ 0 h 2"/>
                  <a:gd name="T2" fmla="*/ 1267 w 1266"/>
                  <a:gd name="T3" fmla="*/ 0 h 2"/>
                  <a:gd name="T4" fmla="*/ 0 60000 65536"/>
                  <a:gd name="T5" fmla="*/ 0 60000 65536"/>
                </a:gdLst>
                <a:ahLst/>
                <a:cxnLst>
                  <a:cxn ang="T4">
                    <a:pos x="T0" y="T1"/>
                  </a:cxn>
                  <a:cxn ang="T5">
                    <a:pos x="T2" y="T3"/>
                  </a:cxn>
                </a:cxnLst>
                <a:rect l="0" t="0" r="r" b="b"/>
                <a:pathLst>
                  <a:path w="1266" h="2">
                    <a:moveTo>
                      <a:pt x="0" y="0"/>
                    </a:moveTo>
                    <a:lnTo>
                      <a:pt x="1267" y="0"/>
                    </a:lnTo>
                  </a:path>
                </a:pathLst>
              </a:custGeom>
              <a:noFill/>
              <a:ln w="6350">
                <a:solidFill>
                  <a:srgbClr val="939598"/>
                </a:solidFill>
                <a:prstDash val="dash"/>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449" name="Group 1334"/>
            <p:cNvGrpSpPr>
              <a:grpSpLocks/>
            </p:cNvGrpSpPr>
            <p:nvPr/>
          </p:nvGrpSpPr>
          <p:grpSpPr bwMode="auto">
            <a:xfrm>
              <a:off x="7424" y="3198"/>
              <a:ext cx="1275" cy="2"/>
              <a:chOff x="7424" y="3198"/>
              <a:chExt cx="1275" cy="2"/>
            </a:xfrm>
          </p:grpSpPr>
          <p:sp>
            <p:nvSpPr>
              <p:cNvPr id="644" name="Freeform 1335"/>
              <p:cNvSpPr>
                <a:spLocks/>
              </p:cNvSpPr>
              <p:nvPr/>
            </p:nvSpPr>
            <p:spPr bwMode="auto">
              <a:xfrm>
                <a:off x="7424" y="3198"/>
                <a:ext cx="1275" cy="2"/>
              </a:xfrm>
              <a:custGeom>
                <a:avLst/>
                <a:gdLst>
                  <a:gd name="T0" fmla="*/ 0 w 1275"/>
                  <a:gd name="T1" fmla="*/ 0 h 2"/>
                  <a:gd name="T2" fmla="*/ 1275 w 1275"/>
                  <a:gd name="T3" fmla="*/ 0 h 2"/>
                  <a:gd name="T4" fmla="*/ 0 60000 65536"/>
                  <a:gd name="T5" fmla="*/ 0 60000 65536"/>
                </a:gdLst>
                <a:ahLst/>
                <a:cxnLst>
                  <a:cxn ang="T4">
                    <a:pos x="T0" y="T1"/>
                  </a:cxn>
                  <a:cxn ang="T5">
                    <a:pos x="T2" y="T3"/>
                  </a:cxn>
                </a:cxnLst>
                <a:rect l="0" t="0" r="r" b="b"/>
                <a:pathLst>
                  <a:path w="1275" h="2">
                    <a:moveTo>
                      <a:pt x="0" y="0"/>
                    </a:moveTo>
                    <a:lnTo>
                      <a:pt x="1275" y="0"/>
                    </a:lnTo>
                  </a:path>
                </a:pathLst>
              </a:custGeom>
              <a:noFill/>
              <a:ln w="6350">
                <a:solidFill>
                  <a:srgbClr val="939598"/>
                </a:solidFill>
                <a:prstDash val="dash"/>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450" name="Group 1332"/>
            <p:cNvGrpSpPr>
              <a:grpSpLocks/>
            </p:cNvGrpSpPr>
            <p:nvPr/>
          </p:nvGrpSpPr>
          <p:grpSpPr bwMode="auto">
            <a:xfrm>
              <a:off x="6255" y="3198"/>
              <a:ext cx="1052" cy="2"/>
              <a:chOff x="6255" y="3198"/>
              <a:chExt cx="1052" cy="2"/>
            </a:xfrm>
          </p:grpSpPr>
          <p:sp>
            <p:nvSpPr>
              <p:cNvPr id="643" name="Freeform 1333"/>
              <p:cNvSpPr>
                <a:spLocks/>
              </p:cNvSpPr>
              <p:nvPr/>
            </p:nvSpPr>
            <p:spPr bwMode="auto">
              <a:xfrm>
                <a:off x="6255" y="3198"/>
                <a:ext cx="1052" cy="2"/>
              </a:xfrm>
              <a:custGeom>
                <a:avLst/>
                <a:gdLst>
                  <a:gd name="T0" fmla="*/ 0 w 1052"/>
                  <a:gd name="T1" fmla="*/ 0 h 2"/>
                  <a:gd name="T2" fmla="*/ 1051 w 1052"/>
                  <a:gd name="T3" fmla="*/ 0 h 2"/>
                  <a:gd name="T4" fmla="*/ 0 60000 65536"/>
                  <a:gd name="T5" fmla="*/ 0 60000 65536"/>
                </a:gdLst>
                <a:ahLst/>
                <a:cxnLst>
                  <a:cxn ang="T4">
                    <a:pos x="T0" y="T1"/>
                  </a:cxn>
                  <a:cxn ang="T5">
                    <a:pos x="T2" y="T3"/>
                  </a:cxn>
                </a:cxnLst>
                <a:rect l="0" t="0" r="r" b="b"/>
                <a:pathLst>
                  <a:path w="1052" h="2">
                    <a:moveTo>
                      <a:pt x="0" y="0"/>
                    </a:moveTo>
                    <a:lnTo>
                      <a:pt x="1051" y="0"/>
                    </a:lnTo>
                  </a:path>
                </a:pathLst>
              </a:custGeom>
              <a:noFill/>
              <a:ln w="6350">
                <a:solidFill>
                  <a:srgbClr val="939598"/>
                </a:solidFill>
                <a:prstDash val="dash"/>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451" name="Group 1330"/>
            <p:cNvGrpSpPr>
              <a:grpSpLocks/>
            </p:cNvGrpSpPr>
            <p:nvPr/>
          </p:nvGrpSpPr>
          <p:grpSpPr bwMode="auto">
            <a:xfrm>
              <a:off x="6043" y="3198"/>
              <a:ext cx="94" cy="2"/>
              <a:chOff x="6043" y="3198"/>
              <a:chExt cx="94" cy="2"/>
            </a:xfrm>
          </p:grpSpPr>
          <p:sp>
            <p:nvSpPr>
              <p:cNvPr id="642" name="Freeform 1331"/>
              <p:cNvSpPr>
                <a:spLocks/>
              </p:cNvSpPr>
              <p:nvPr/>
            </p:nvSpPr>
            <p:spPr bwMode="auto">
              <a:xfrm>
                <a:off x="6043" y="3198"/>
                <a:ext cx="94" cy="2"/>
              </a:xfrm>
              <a:custGeom>
                <a:avLst/>
                <a:gdLst>
                  <a:gd name="T0" fmla="*/ 0 w 94"/>
                  <a:gd name="T1" fmla="*/ 0 h 2"/>
                  <a:gd name="T2" fmla="*/ 94 w 94"/>
                  <a:gd name="T3" fmla="*/ 0 h 2"/>
                  <a:gd name="T4" fmla="*/ 0 60000 65536"/>
                  <a:gd name="T5" fmla="*/ 0 60000 65536"/>
                </a:gdLst>
                <a:ahLst/>
                <a:cxnLst>
                  <a:cxn ang="T4">
                    <a:pos x="T0" y="T1"/>
                  </a:cxn>
                  <a:cxn ang="T5">
                    <a:pos x="T2" y="T3"/>
                  </a:cxn>
                </a:cxnLst>
                <a:rect l="0" t="0" r="r" b="b"/>
                <a:pathLst>
                  <a:path w="94" h="2">
                    <a:moveTo>
                      <a:pt x="0" y="0"/>
                    </a:moveTo>
                    <a:lnTo>
                      <a:pt x="94" y="0"/>
                    </a:lnTo>
                  </a:path>
                </a:pathLst>
              </a:custGeom>
              <a:noFill/>
              <a:ln w="6350">
                <a:solidFill>
                  <a:srgbClr val="939598"/>
                </a:solidFill>
                <a:prstDash val="dash"/>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452" name="Group 1328"/>
            <p:cNvGrpSpPr>
              <a:grpSpLocks/>
            </p:cNvGrpSpPr>
            <p:nvPr/>
          </p:nvGrpSpPr>
          <p:grpSpPr bwMode="auto">
            <a:xfrm>
              <a:off x="5291" y="3198"/>
              <a:ext cx="635" cy="2"/>
              <a:chOff x="5291" y="3198"/>
              <a:chExt cx="635" cy="2"/>
            </a:xfrm>
          </p:grpSpPr>
          <p:sp>
            <p:nvSpPr>
              <p:cNvPr id="641" name="Freeform 1329"/>
              <p:cNvSpPr>
                <a:spLocks/>
              </p:cNvSpPr>
              <p:nvPr/>
            </p:nvSpPr>
            <p:spPr bwMode="auto">
              <a:xfrm>
                <a:off x="5291" y="3198"/>
                <a:ext cx="635" cy="2"/>
              </a:xfrm>
              <a:custGeom>
                <a:avLst/>
                <a:gdLst>
                  <a:gd name="T0" fmla="*/ 0 w 635"/>
                  <a:gd name="T1" fmla="*/ 0 h 2"/>
                  <a:gd name="T2" fmla="*/ 635 w 635"/>
                  <a:gd name="T3" fmla="*/ 0 h 2"/>
                  <a:gd name="T4" fmla="*/ 0 60000 65536"/>
                  <a:gd name="T5" fmla="*/ 0 60000 65536"/>
                </a:gdLst>
                <a:ahLst/>
                <a:cxnLst>
                  <a:cxn ang="T4">
                    <a:pos x="T0" y="T1"/>
                  </a:cxn>
                  <a:cxn ang="T5">
                    <a:pos x="T2" y="T3"/>
                  </a:cxn>
                </a:cxnLst>
                <a:rect l="0" t="0" r="r" b="b"/>
                <a:pathLst>
                  <a:path w="635" h="2">
                    <a:moveTo>
                      <a:pt x="0" y="0"/>
                    </a:moveTo>
                    <a:lnTo>
                      <a:pt x="635" y="0"/>
                    </a:lnTo>
                  </a:path>
                </a:pathLst>
              </a:custGeom>
              <a:noFill/>
              <a:ln w="6350">
                <a:solidFill>
                  <a:srgbClr val="939598"/>
                </a:solidFill>
                <a:prstDash val="dash"/>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453" name="Group 1326"/>
            <p:cNvGrpSpPr>
              <a:grpSpLocks/>
            </p:cNvGrpSpPr>
            <p:nvPr/>
          </p:nvGrpSpPr>
          <p:grpSpPr bwMode="auto">
            <a:xfrm>
              <a:off x="5082" y="3198"/>
              <a:ext cx="91" cy="2"/>
              <a:chOff x="5082" y="3198"/>
              <a:chExt cx="91" cy="2"/>
            </a:xfrm>
          </p:grpSpPr>
          <p:sp>
            <p:nvSpPr>
              <p:cNvPr id="640" name="Freeform 1327"/>
              <p:cNvSpPr>
                <a:spLocks/>
              </p:cNvSpPr>
              <p:nvPr/>
            </p:nvSpPr>
            <p:spPr bwMode="auto">
              <a:xfrm>
                <a:off x="5082" y="3198"/>
                <a:ext cx="91" cy="2"/>
              </a:xfrm>
              <a:custGeom>
                <a:avLst/>
                <a:gdLst>
                  <a:gd name="T0" fmla="*/ 0 w 91"/>
                  <a:gd name="T1" fmla="*/ 0 h 2"/>
                  <a:gd name="T2" fmla="*/ 91 w 91"/>
                  <a:gd name="T3" fmla="*/ 0 h 2"/>
                  <a:gd name="T4" fmla="*/ 0 60000 65536"/>
                  <a:gd name="T5" fmla="*/ 0 60000 65536"/>
                </a:gdLst>
                <a:ahLst/>
                <a:cxnLst>
                  <a:cxn ang="T4">
                    <a:pos x="T0" y="T1"/>
                  </a:cxn>
                  <a:cxn ang="T5">
                    <a:pos x="T2" y="T3"/>
                  </a:cxn>
                </a:cxnLst>
                <a:rect l="0" t="0" r="r" b="b"/>
                <a:pathLst>
                  <a:path w="91" h="2">
                    <a:moveTo>
                      <a:pt x="0" y="0"/>
                    </a:moveTo>
                    <a:lnTo>
                      <a:pt x="91" y="0"/>
                    </a:lnTo>
                  </a:path>
                </a:pathLst>
              </a:custGeom>
              <a:noFill/>
              <a:ln w="6350">
                <a:solidFill>
                  <a:srgbClr val="939598"/>
                </a:solidFill>
                <a:prstDash val="dash"/>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454" name="Group 1324"/>
            <p:cNvGrpSpPr>
              <a:grpSpLocks/>
            </p:cNvGrpSpPr>
            <p:nvPr/>
          </p:nvGrpSpPr>
          <p:grpSpPr bwMode="auto">
            <a:xfrm>
              <a:off x="4868" y="3198"/>
              <a:ext cx="97" cy="2"/>
              <a:chOff x="4868" y="3198"/>
              <a:chExt cx="97" cy="2"/>
            </a:xfrm>
          </p:grpSpPr>
          <p:sp>
            <p:nvSpPr>
              <p:cNvPr id="639" name="Freeform 1325"/>
              <p:cNvSpPr>
                <a:spLocks/>
              </p:cNvSpPr>
              <p:nvPr/>
            </p:nvSpPr>
            <p:spPr bwMode="auto">
              <a:xfrm>
                <a:off x="4868" y="3198"/>
                <a:ext cx="97" cy="2"/>
              </a:xfrm>
              <a:custGeom>
                <a:avLst/>
                <a:gdLst>
                  <a:gd name="T0" fmla="*/ 0 w 97"/>
                  <a:gd name="T1" fmla="*/ 0 h 2"/>
                  <a:gd name="T2" fmla="*/ 97 w 97"/>
                  <a:gd name="T3" fmla="*/ 0 h 2"/>
                  <a:gd name="T4" fmla="*/ 0 60000 65536"/>
                  <a:gd name="T5" fmla="*/ 0 60000 65536"/>
                </a:gdLst>
                <a:ahLst/>
                <a:cxnLst>
                  <a:cxn ang="T4">
                    <a:pos x="T0" y="T1"/>
                  </a:cxn>
                  <a:cxn ang="T5">
                    <a:pos x="T2" y="T3"/>
                  </a:cxn>
                </a:cxnLst>
                <a:rect l="0" t="0" r="r" b="b"/>
                <a:pathLst>
                  <a:path w="97" h="2">
                    <a:moveTo>
                      <a:pt x="0" y="0"/>
                    </a:moveTo>
                    <a:lnTo>
                      <a:pt x="97" y="0"/>
                    </a:lnTo>
                  </a:path>
                </a:pathLst>
              </a:custGeom>
              <a:noFill/>
              <a:ln w="6350">
                <a:solidFill>
                  <a:srgbClr val="939598"/>
                </a:solidFill>
                <a:prstDash val="dash"/>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455" name="Group 1322"/>
            <p:cNvGrpSpPr>
              <a:grpSpLocks/>
            </p:cNvGrpSpPr>
            <p:nvPr/>
          </p:nvGrpSpPr>
          <p:grpSpPr bwMode="auto">
            <a:xfrm>
              <a:off x="4656" y="3198"/>
              <a:ext cx="94" cy="2"/>
              <a:chOff x="4656" y="3198"/>
              <a:chExt cx="94" cy="2"/>
            </a:xfrm>
          </p:grpSpPr>
          <p:sp>
            <p:nvSpPr>
              <p:cNvPr id="638" name="Freeform 1323"/>
              <p:cNvSpPr>
                <a:spLocks/>
              </p:cNvSpPr>
              <p:nvPr/>
            </p:nvSpPr>
            <p:spPr bwMode="auto">
              <a:xfrm>
                <a:off x="4656" y="3198"/>
                <a:ext cx="94" cy="2"/>
              </a:xfrm>
              <a:custGeom>
                <a:avLst/>
                <a:gdLst>
                  <a:gd name="T0" fmla="*/ 0 w 94"/>
                  <a:gd name="T1" fmla="*/ 0 h 2"/>
                  <a:gd name="T2" fmla="*/ 94 w 94"/>
                  <a:gd name="T3" fmla="*/ 0 h 2"/>
                  <a:gd name="T4" fmla="*/ 0 60000 65536"/>
                  <a:gd name="T5" fmla="*/ 0 60000 65536"/>
                </a:gdLst>
                <a:ahLst/>
                <a:cxnLst>
                  <a:cxn ang="T4">
                    <a:pos x="T0" y="T1"/>
                  </a:cxn>
                  <a:cxn ang="T5">
                    <a:pos x="T2" y="T3"/>
                  </a:cxn>
                </a:cxnLst>
                <a:rect l="0" t="0" r="r" b="b"/>
                <a:pathLst>
                  <a:path w="94" h="2">
                    <a:moveTo>
                      <a:pt x="0" y="0"/>
                    </a:moveTo>
                    <a:lnTo>
                      <a:pt x="94" y="0"/>
                    </a:lnTo>
                  </a:path>
                </a:pathLst>
              </a:custGeom>
              <a:noFill/>
              <a:ln w="6350">
                <a:solidFill>
                  <a:srgbClr val="939598"/>
                </a:solidFill>
                <a:prstDash val="dash"/>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456" name="Group 1320"/>
            <p:cNvGrpSpPr>
              <a:grpSpLocks/>
            </p:cNvGrpSpPr>
            <p:nvPr/>
          </p:nvGrpSpPr>
          <p:grpSpPr bwMode="auto">
            <a:xfrm>
              <a:off x="4439" y="3198"/>
              <a:ext cx="100" cy="2"/>
              <a:chOff x="4439" y="3198"/>
              <a:chExt cx="100" cy="2"/>
            </a:xfrm>
          </p:grpSpPr>
          <p:sp>
            <p:nvSpPr>
              <p:cNvPr id="637" name="Freeform 1321"/>
              <p:cNvSpPr>
                <a:spLocks/>
              </p:cNvSpPr>
              <p:nvPr/>
            </p:nvSpPr>
            <p:spPr bwMode="auto">
              <a:xfrm>
                <a:off x="4439" y="3198"/>
                <a:ext cx="100" cy="2"/>
              </a:xfrm>
              <a:custGeom>
                <a:avLst/>
                <a:gdLst>
                  <a:gd name="T0" fmla="*/ 0 w 100"/>
                  <a:gd name="T1" fmla="*/ 0 h 2"/>
                  <a:gd name="T2" fmla="*/ 100 w 100"/>
                  <a:gd name="T3" fmla="*/ 0 h 2"/>
                  <a:gd name="T4" fmla="*/ 0 60000 65536"/>
                  <a:gd name="T5" fmla="*/ 0 60000 65536"/>
                </a:gdLst>
                <a:ahLst/>
                <a:cxnLst>
                  <a:cxn ang="T4">
                    <a:pos x="T0" y="T1"/>
                  </a:cxn>
                  <a:cxn ang="T5">
                    <a:pos x="T2" y="T3"/>
                  </a:cxn>
                </a:cxnLst>
                <a:rect l="0" t="0" r="r" b="b"/>
                <a:pathLst>
                  <a:path w="100" h="2">
                    <a:moveTo>
                      <a:pt x="0" y="0"/>
                    </a:moveTo>
                    <a:lnTo>
                      <a:pt x="100" y="0"/>
                    </a:lnTo>
                  </a:path>
                </a:pathLst>
              </a:custGeom>
              <a:noFill/>
              <a:ln w="6350">
                <a:solidFill>
                  <a:srgbClr val="939598"/>
                </a:solidFill>
                <a:prstDash val="dash"/>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457" name="Group 1318"/>
            <p:cNvGrpSpPr>
              <a:grpSpLocks/>
            </p:cNvGrpSpPr>
            <p:nvPr/>
          </p:nvGrpSpPr>
          <p:grpSpPr bwMode="auto">
            <a:xfrm>
              <a:off x="3267" y="3198"/>
              <a:ext cx="1055" cy="2"/>
              <a:chOff x="3267" y="3198"/>
              <a:chExt cx="1055" cy="2"/>
            </a:xfrm>
          </p:grpSpPr>
          <p:sp>
            <p:nvSpPr>
              <p:cNvPr id="636" name="Freeform 1319"/>
              <p:cNvSpPr>
                <a:spLocks/>
              </p:cNvSpPr>
              <p:nvPr/>
            </p:nvSpPr>
            <p:spPr bwMode="auto">
              <a:xfrm>
                <a:off x="3267" y="3198"/>
                <a:ext cx="1055" cy="2"/>
              </a:xfrm>
              <a:custGeom>
                <a:avLst/>
                <a:gdLst>
                  <a:gd name="T0" fmla="*/ 0 w 1055"/>
                  <a:gd name="T1" fmla="*/ 0 h 2"/>
                  <a:gd name="T2" fmla="*/ 1054 w 1055"/>
                  <a:gd name="T3" fmla="*/ 0 h 2"/>
                  <a:gd name="T4" fmla="*/ 0 60000 65536"/>
                  <a:gd name="T5" fmla="*/ 0 60000 65536"/>
                </a:gdLst>
                <a:ahLst/>
                <a:cxnLst>
                  <a:cxn ang="T4">
                    <a:pos x="T0" y="T1"/>
                  </a:cxn>
                  <a:cxn ang="T5">
                    <a:pos x="T2" y="T3"/>
                  </a:cxn>
                </a:cxnLst>
                <a:rect l="0" t="0" r="r" b="b"/>
                <a:pathLst>
                  <a:path w="1055" h="2">
                    <a:moveTo>
                      <a:pt x="0" y="0"/>
                    </a:moveTo>
                    <a:lnTo>
                      <a:pt x="1054" y="0"/>
                    </a:lnTo>
                  </a:path>
                </a:pathLst>
              </a:custGeom>
              <a:noFill/>
              <a:ln w="6350">
                <a:solidFill>
                  <a:srgbClr val="939598"/>
                </a:solidFill>
                <a:prstDash val="dash"/>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458" name="Group 1316"/>
            <p:cNvGrpSpPr>
              <a:grpSpLocks/>
            </p:cNvGrpSpPr>
            <p:nvPr/>
          </p:nvGrpSpPr>
          <p:grpSpPr bwMode="auto">
            <a:xfrm>
              <a:off x="2518" y="3198"/>
              <a:ext cx="632" cy="2"/>
              <a:chOff x="2518" y="3198"/>
              <a:chExt cx="632" cy="2"/>
            </a:xfrm>
          </p:grpSpPr>
          <p:sp>
            <p:nvSpPr>
              <p:cNvPr id="635" name="Freeform 1317"/>
              <p:cNvSpPr>
                <a:spLocks/>
              </p:cNvSpPr>
              <p:nvPr/>
            </p:nvSpPr>
            <p:spPr bwMode="auto">
              <a:xfrm>
                <a:off x="2518" y="3198"/>
                <a:ext cx="632" cy="2"/>
              </a:xfrm>
              <a:custGeom>
                <a:avLst/>
                <a:gdLst>
                  <a:gd name="T0" fmla="*/ 0 w 632"/>
                  <a:gd name="T1" fmla="*/ 0 h 2"/>
                  <a:gd name="T2" fmla="*/ 631 w 632"/>
                  <a:gd name="T3" fmla="*/ 0 h 2"/>
                  <a:gd name="T4" fmla="*/ 0 60000 65536"/>
                  <a:gd name="T5" fmla="*/ 0 60000 65536"/>
                </a:gdLst>
                <a:ahLst/>
                <a:cxnLst>
                  <a:cxn ang="T4">
                    <a:pos x="T0" y="T1"/>
                  </a:cxn>
                  <a:cxn ang="T5">
                    <a:pos x="T2" y="T3"/>
                  </a:cxn>
                </a:cxnLst>
                <a:rect l="0" t="0" r="r" b="b"/>
                <a:pathLst>
                  <a:path w="632" h="2">
                    <a:moveTo>
                      <a:pt x="0" y="0"/>
                    </a:moveTo>
                    <a:lnTo>
                      <a:pt x="631" y="0"/>
                    </a:lnTo>
                  </a:path>
                </a:pathLst>
              </a:custGeom>
              <a:noFill/>
              <a:ln w="6350">
                <a:solidFill>
                  <a:srgbClr val="939598"/>
                </a:solidFill>
                <a:prstDash val="dash"/>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459" name="Group 1314"/>
            <p:cNvGrpSpPr>
              <a:grpSpLocks/>
            </p:cNvGrpSpPr>
            <p:nvPr/>
          </p:nvGrpSpPr>
          <p:grpSpPr bwMode="auto">
            <a:xfrm>
              <a:off x="2309" y="3198"/>
              <a:ext cx="91" cy="2"/>
              <a:chOff x="2309" y="3198"/>
              <a:chExt cx="91" cy="2"/>
            </a:xfrm>
          </p:grpSpPr>
          <p:sp>
            <p:nvSpPr>
              <p:cNvPr id="634" name="Freeform 1315"/>
              <p:cNvSpPr>
                <a:spLocks/>
              </p:cNvSpPr>
              <p:nvPr/>
            </p:nvSpPr>
            <p:spPr bwMode="auto">
              <a:xfrm>
                <a:off x="2309" y="3198"/>
                <a:ext cx="91" cy="2"/>
              </a:xfrm>
              <a:custGeom>
                <a:avLst/>
                <a:gdLst>
                  <a:gd name="T0" fmla="*/ 0 w 91"/>
                  <a:gd name="T1" fmla="*/ 0 h 2"/>
                  <a:gd name="T2" fmla="*/ 91 w 91"/>
                  <a:gd name="T3" fmla="*/ 0 h 2"/>
                  <a:gd name="T4" fmla="*/ 0 60000 65536"/>
                  <a:gd name="T5" fmla="*/ 0 60000 65536"/>
                </a:gdLst>
                <a:ahLst/>
                <a:cxnLst>
                  <a:cxn ang="T4">
                    <a:pos x="T0" y="T1"/>
                  </a:cxn>
                  <a:cxn ang="T5">
                    <a:pos x="T2" y="T3"/>
                  </a:cxn>
                </a:cxnLst>
                <a:rect l="0" t="0" r="r" b="b"/>
                <a:pathLst>
                  <a:path w="91" h="2">
                    <a:moveTo>
                      <a:pt x="0" y="0"/>
                    </a:moveTo>
                    <a:lnTo>
                      <a:pt x="91" y="0"/>
                    </a:lnTo>
                  </a:path>
                </a:pathLst>
              </a:custGeom>
              <a:noFill/>
              <a:ln w="6350">
                <a:solidFill>
                  <a:srgbClr val="939598"/>
                </a:solidFill>
                <a:prstDash val="dash"/>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460" name="Group 1312"/>
            <p:cNvGrpSpPr>
              <a:grpSpLocks/>
            </p:cNvGrpSpPr>
            <p:nvPr/>
          </p:nvGrpSpPr>
          <p:grpSpPr bwMode="auto">
            <a:xfrm>
              <a:off x="2095" y="3198"/>
              <a:ext cx="97" cy="2"/>
              <a:chOff x="2095" y="3198"/>
              <a:chExt cx="97" cy="2"/>
            </a:xfrm>
          </p:grpSpPr>
          <p:sp>
            <p:nvSpPr>
              <p:cNvPr id="633" name="Freeform 1313"/>
              <p:cNvSpPr>
                <a:spLocks/>
              </p:cNvSpPr>
              <p:nvPr/>
            </p:nvSpPr>
            <p:spPr bwMode="auto">
              <a:xfrm>
                <a:off x="2095" y="3198"/>
                <a:ext cx="97" cy="2"/>
              </a:xfrm>
              <a:custGeom>
                <a:avLst/>
                <a:gdLst>
                  <a:gd name="T0" fmla="*/ 0 w 97"/>
                  <a:gd name="T1" fmla="*/ 0 h 2"/>
                  <a:gd name="T2" fmla="*/ 97 w 97"/>
                  <a:gd name="T3" fmla="*/ 0 h 2"/>
                  <a:gd name="T4" fmla="*/ 0 60000 65536"/>
                  <a:gd name="T5" fmla="*/ 0 60000 65536"/>
                </a:gdLst>
                <a:ahLst/>
                <a:cxnLst>
                  <a:cxn ang="T4">
                    <a:pos x="T0" y="T1"/>
                  </a:cxn>
                  <a:cxn ang="T5">
                    <a:pos x="T2" y="T3"/>
                  </a:cxn>
                </a:cxnLst>
                <a:rect l="0" t="0" r="r" b="b"/>
                <a:pathLst>
                  <a:path w="97" h="2">
                    <a:moveTo>
                      <a:pt x="0" y="0"/>
                    </a:moveTo>
                    <a:lnTo>
                      <a:pt x="97" y="0"/>
                    </a:lnTo>
                  </a:path>
                </a:pathLst>
              </a:custGeom>
              <a:noFill/>
              <a:ln w="6350">
                <a:solidFill>
                  <a:srgbClr val="939598"/>
                </a:solidFill>
                <a:prstDash val="dash"/>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461" name="Group 1310"/>
            <p:cNvGrpSpPr>
              <a:grpSpLocks/>
            </p:cNvGrpSpPr>
            <p:nvPr/>
          </p:nvGrpSpPr>
          <p:grpSpPr bwMode="auto">
            <a:xfrm>
              <a:off x="1883" y="3198"/>
              <a:ext cx="94" cy="2"/>
              <a:chOff x="1883" y="3198"/>
              <a:chExt cx="94" cy="2"/>
            </a:xfrm>
          </p:grpSpPr>
          <p:sp>
            <p:nvSpPr>
              <p:cNvPr id="632" name="Freeform 1311"/>
              <p:cNvSpPr>
                <a:spLocks/>
              </p:cNvSpPr>
              <p:nvPr/>
            </p:nvSpPr>
            <p:spPr bwMode="auto">
              <a:xfrm>
                <a:off x="1883" y="3198"/>
                <a:ext cx="94" cy="2"/>
              </a:xfrm>
              <a:custGeom>
                <a:avLst/>
                <a:gdLst>
                  <a:gd name="T0" fmla="*/ 0 w 94"/>
                  <a:gd name="T1" fmla="*/ 0 h 2"/>
                  <a:gd name="T2" fmla="*/ 94 w 94"/>
                  <a:gd name="T3" fmla="*/ 0 h 2"/>
                  <a:gd name="T4" fmla="*/ 0 60000 65536"/>
                  <a:gd name="T5" fmla="*/ 0 60000 65536"/>
                </a:gdLst>
                <a:ahLst/>
                <a:cxnLst>
                  <a:cxn ang="T4">
                    <a:pos x="T0" y="T1"/>
                  </a:cxn>
                  <a:cxn ang="T5">
                    <a:pos x="T2" y="T3"/>
                  </a:cxn>
                </a:cxnLst>
                <a:rect l="0" t="0" r="r" b="b"/>
                <a:pathLst>
                  <a:path w="94" h="2">
                    <a:moveTo>
                      <a:pt x="0" y="0"/>
                    </a:moveTo>
                    <a:lnTo>
                      <a:pt x="94" y="0"/>
                    </a:lnTo>
                  </a:path>
                </a:pathLst>
              </a:custGeom>
              <a:noFill/>
              <a:ln w="6350">
                <a:solidFill>
                  <a:srgbClr val="939598"/>
                </a:solidFill>
                <a:prstDash val="dash"/>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462" name="Group 1308"/>
            <p:cNvGrpSpPr>
              <a:grpSpLocks/>
            </p:cNvGrpSpPr>
            <p:nvPr/>
          </p:nvGrpSpPr>
          <p:grpSpPr bwMode="auto">
            <a:xfrm>
              <a:off x="1666" y="3198"/>
              <a:ext cx="100" cy="2"/>
              <a:chOff x="1666" y="3198"/>
              <a:chExt cx="100" cy="2"/>
            </a:xfrm>
          </p:grpSpPr>
          <p:sp>
            <p:nvSpPr>
              <p:cNvPr id="631" name="Freeform 1309"/>
              <p:cNvSpPr>
                <a:spLocks/>
              </p:cNvSpPr>
              <p:nvPr/>
            </p:nvSpPr>
            <p:spPr bwMode="auto">
              <a:xfrm>
                <a:off x="1666" y="3198"/>
                <a:ext cx="100" cy="2"/>
              </a:xfrm>
              <a:custGeom>
                <a:avLst/>
                <a:gdLst>
                  <a:gd name="T0" fmla="*/ 0 w 100"/>
                  <a:gd name="T1" fmla="*/ 0 h 2"/>
                  <a:gd name="T2" fmla="*/ 100 w 100"/>
                  <a:gd name="T3" fmla="*/ 0 h 2"/>
                  <a:gd name="T4" fmla="*/ 0 60000 65536"/>
                  <a:gd name="T5" fmla="*/ 0 60000 65536"/>
                </a:gdLst>
                <a:ahLst/>
                <a:cxnLst>
                  <a:cxn ang="T4">
                    <a:pos x="T0" y="T1"/>
                  </a:cxn>
                  <a:cxn ang="T5">
                    <a:pos x="T2" y="T3"/>
                  </a:cxn>
                </a:cxnLst>
                <a:rect l="0" t="0" r="r" b="b"/>
                <a:pathLst>
                  <a:path w="100" h="2">
                    <a:moveTo>
                      <a:pt x="0" y="0"/>
                    </a:moveTo>
                    <a:lnTo>
                      <a:pt x="100" y="0"/>
                    </a:lnTo>
                  </a:path>
                </a:pathLst>
              </a:custGeom>
              <a:noFill/>
              <a:ln w="6350">
                <a:solidFill>
                  <a:srgbClr val="939598"/>
                </a:solidFill>
                <a:prstDash val="dash"/>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463" name="Group 1306"/>
            <p:cNvGrpSpPr>
              <a:grpSpLocks/>
            </p:cNvGrpSpPr>
            <p:nvPr/>
          </p:nvGrpSpPr>
          <p:grpSpPr bwMode="auto">
            <a:xfrm>
              <a:off x="1213" y="3198"/>
              <a:ext cx="335" cy="2"/>
              <a:chOff x="1213" y="3198"/>
              <a:chExt cx="335" cy="2"/>
            </a:xfrm>
          </p:grpSpPr>
          <p:sp>
            <p:nvSpPr>
              <p:cNvPr id="630" name="Freeform 1307"/>
              <p:cNvSpPr>
                <a:spLocks/>
              </p:cNvSpPr>
              <p:nvPr/>
            </p:nvSpPr>
            <p:spPr bwMode="auto">
              <a:xfrm>
                <a:off x="1213" y="3198"/>
                <a:ext cx="335" cy="2"/>
              </a:xfrm>
              <a:custGeom>
                <a:avLst/>
                <a:gdLst>
                  <a:gd name="T0" fmla="*/ 0 w 335"/>
                  <a:gd name="T1" fmla="*/ 0 h 2"/>
                  <a:gd name="T2" fmla="*/ 335 w 335"/>
                  <a:gd name="T3" fmla="*/ 0 h 2"/>
                  <a:gd name="T4" fmla="*/ 0 60000 65536"/>
                  <a:gd name="T5" fmla="*/ 0 60000 65536"/>
                </a:gdLst>
                <a:ahLst/>
                <a:cxnLst>
                  <a:cxn ang="T4">
                    <a:pos x="T0" y="T1"/>
                  </a:cxn>
                  <a:cxn ang="T5">
                    <a:pos x="T2" y="T3"/>
                  </a:cxn>
                </a:cxnLst>
                <a:rect l="0" t="0" r="r" b="b"/>
                <a:pathLst>
                  <a:path w="335" h="2">
                    <a:moveTo>
                      <a:pt x="0" y="0"/>
                    </a:moveTo>
                    <a:lnTo>
                      <a:pt x="335" y="0"/>
                    </a:lnTo>
                  </a:path>
                </a:pathLst>
              </a:custGeom>
              <a:noFill/>
              <a:ln w="6350">
                <a:solidFill>
                  <a:srgbClr val="939598"/>
                </a:solidFill>
                <a:prstDash val="dash"/>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464" name="Group 1304"/>
            <p:cNvGrpSpPr>
              <a:grpSpLocks/>
            </p:cNvGrpSpPr>
            <p:nvPr/>
          </p:nvGrpSpPr>
          <p:grpSpPr bwMode="auto">
            <a:xfrm>
              <a:off x="10835" y="3709"/>
              <a:ext cx="220" cy="2"/>
              <a:chOff x="10835" y="3709"/>
              <a:chExt cx="220" cy="2"/>
            </a:xfrm>
          </p:grpSpPr>
          <p:sp>
            <p:nvSpPr>
              <p:cNvPr id="629" name="Freeform 1305"/>
              <p:cNvSpPr>
                <a:spLocks/>
              </p:cNvSpPr>
              <p:nvPr/>
            </p:nvSpPr>
            <p:spPr bwMode="auto">
              <a:xfrm>
                <a:off x="10835" y="3709"/>
                <a:ext cx="220" cy="2"/>
              </a:xfrm>
              <a:custGeom>
                <a:avLst/>
                <a:gdLst>
                  <a:gd name="T0" fmla="*/ 0 w 220"/>
                  <a:gd name="T1" fmla="*/ 0 h 2"/>
                  <a:gd name="T2" fmla="*/ 220 w 220"/>
                  <a:gd name="T3" fmla="*/ 0 h 2"/>
                  <a:gd name="T4" fmla="*/ 0 60000 65536"/>
                  <a:gd name="T5" fmla="*/ 0 60000 65536"/>
                </a:gdLst>
                <a:ahLst/>
                <a:cxnLst>
                  <a:cxn ang="T4">
                    <a:pos x="T0" y="T1"/>
                  </a:cxn>
                  <a:cxn ang="T5">
                    <a:pos x="T2" y="T3"/>
                  </a:cxn>
                </a:cxnLst>
                <a:rect l="0" t="0" r="r" b="b"/>
                <a:pathLst>
                  <a:path w="220" h="2">
                    <a:moveTo>
                      <a:pt x="0" y="0"/>
                    </a:moveTo>
                    <a:lnTo>
                      <a:pt x="220" y="0"/>
                    </a:lnTo>
                  </a:path>
                </a:pathLst>
              </a:custGeom>
              <a:noFill/>
              <a:ln w="6350">
                <a:solidFill>
                  <a:srgbClr val="939598"/>
                </a:solidFill>
                <a:prstDash val="dash"/>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465" name="Group 1302"/>
            <p:cNvGrpSpPr>
              <a:grpSpLocks/>
            </p:cNvGrpSpPr>
            <p:nvPr/>
          </p:nvGrpSpPr>
          <p:grpSpPr bwMode="auto">
            <a:xfrm>
              <a:off x="10626" y="3709"/>
              <a:ext cx="91" cy="2"/>
              <a:chOff x="10626" y="3709"/>
              <a:chExt cx="91" cy="2"/>
            </a:xfrm>
          </p:grpSpPr>
          <p:sp>
            <p:nvSpPr>
              <p:cNvPr id="628" name="Freeform 1303"/>
              <p:cNvSpPr>
                <a:spLocks/>
              </p:cNvSpPr>
              <p:nvPr/>
            </p:nvSpPr>
            <p:spPr bwMode="auto">
              <a:xfrm>
                <a:off x="10626" y="3709"/>
                <a:ext cx="91" cy="2"/>
              </a:xfrm>
              <a:custGeom>
                <a:avLst/>
                <a:gdLst>
                  <a:gd name="T0" fmla="*/ 0 w 91"/>
                  <a:gd name="T1" fmla="*/ 0 h 2"/>
                  <a:gd name="T2" fmla="*/ 91 w 91"/>
                  <a:gd name="T3" fmla="*/ 0 h 2"/>
                  <a:gd name="T4" fmla="*/ 0 60000 65536"/>
                  <a:gd name="T5" fmla="*/ 0 60000 65536"/>
                </a:gdLst>
                <a:ahLst/>
                <a:cxnLst>
                  <a:cxn ang="T4">
                    <a:pos x="T0" y="T1"/>
                  </a:cxn>
                  <a:cxn ang="T5">
                    <a:pos x="T2" y="T3"/>
                  </a:cxn>
                </a:cxnLst>
                <a:rect l="0" t="0" r="r" b="b"/>
                <a:pathLst>
                  <a:path w="91" h="2">
                    <a:moveTo>
                      <a:pt x="0" y="0"/>
                    </a:moveTo>
                    <a:lnTo>
                      <a:pt x="91" y="0"/>
                    </a:lnTo>
                  </a:path>
                </a:pathLst>
              </a:custGeom>
              <a:noFill/>
              <a:ln w="6350">
                <a:solidFill>
                  <a:srgbClr val="939598"/>
                </a:solidFill>
                <a:prstDash val="dash"/>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466" name="Group 1300"/>
            <p:cNvGrpSpPr>
              <a:grpSpLocks/>
            </p:cNvGrpSpPr>
            <p:nvPr/>
          </p:nvGrpSpPr>
          <p:grpSpPr bwMode="auto">
            <a:xfrm>
              <a:off x="10412" y="3709"/>
              <a:ext cx="97" cy="2"/>
              <a:chOff x="10412" y="3709"/>
              <a:chExt cx="97" cy="2"/>
            </a:xfrm>
          </p:grpSpPr>
          <p:sp>
            <p:nvSpPr>
              <p:cNvPr id="627" name="Freeform 1301"/>
              <p:cNvSpPr>
                <a:spLocks/>
              </p:cNvSpPr>
              <p:nvPr/>
            </p:nvSpPr>
            <p:spPr bwMode="auto">
              <a:xfrm>
                <a:off x="10412" y="3709"/>
                <a:ext cx="97" cy="2"/>
              </a:xfrm>
              <a:custGeom>
                <a:avLst/>
                <a:gdLst>
                  <a:gd name="T0" fmla="*/ 0 w 97"/>
                  <a:gd name="T1" fmla="*/ 0 h 2"/>
                  <a:gd name="T2" fmla="*/ 97 w 97"/>
                  <a:gd name="T3" fmla="*/ 0 h 2"/>
                  <a:gd name="T4" fmla="*/ 0 60000 65536"/>
                  <a:gd name="T5" fmla="*/ 0 60000 65536"/>
                </a:gdLst>
                <a:ahLst/>
                <a:cxnLst>
                  <a:cxn ang="T4">
                    <a:pos x="T0" y="T1"/>
                  </a:cxn>
                  <a:cxn ang="T5">
                    <a:pos x="T2" y="T3"/>
                  </a:cxn>
                </a:cxnLst>
                <a:rect l="0" t="0" r="r" b="b"/>
                <a:pathLst>
                  <a:path w="97" h="2">
                    <a:moveTo>
                      <a:pt x="0" y="0"/>
                    </a:moveTo>
                    <a:lnTo>
                      <a:pt x="97" y="0"/>
                    </a:lnTo>
                  </a:path>
                </a:pathLst>
              </a:custGeom>
              <a:noFill/>
              <a:ln w="6350">
                <a:solidFill>
                  <a:srgbClr val="939598"/>
                </a:solidFill>
                <a:prstDash val="dash"/>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467" name="Group 1298"/>
            <p:cNvGrpSpPr>
              <a:grpSpLocks/>
            </p:cNvGrpSpPr>
            <p:nvPr/>
          </p:nvGrpSpPr>
          <p:grpSpPr bwMode="auto">
            <a:xfrm>
              <a:off x="10200" y="3709"/>
              <a:ext cx="94" cy="2"/>
              <a:chOff x="10200" y="3709"/>
              <a:chExt cx="94" cy="2"/>
            </a:xfrm>
          </p:grpSpPr>
          <p:sp>
            <p:nvSpPr>
              <p:cNvPr id="626" name="Freeform 1299"/>
              <p:cNvSpPr>
                <a:spLocks/>
              </p:cNvSpPr>
              <p:nvPr/>
            </p:nvSpPr>
            <p:spPr bwMode="auto">
              <a:xfrm>
                <a:off x="10200" y="3709"/>
                <a:ext cx="94" cy="2"/>
              </a:xfrm>
              <a:custGeom>
                <a:avLst/>
                <a:gdLst>
                  <a:gd name="T0" fmla="*/ 0 w 94"/>
                  <a:gd name="T1" fmla="*/ 0 h 2"/>
                  <a:gd name="T2" fmla="*/ 94 w 94"/>
                  <a:gd name="T3" fmla="*/ 0 h 2"/>
                  <a:gd name="T4" fmla="*/ 0 60000 65536"/>
                  <a:gd name="T5" fmla="*/ 0 60000 65536"/>
                </a:gdLst>
                <a:ahLst/>
                <a:cxnLst>
                  <a:cxn ang="T4">
                    <a:pos x="T0" y="T1"/>
                  </a:cxn>
                  <a:cxn ang="T5">
                    <a:pos x="T2" y="T3"/>
                  </a:cxn>
                </a:cxnLst>
                <a:rect l="0" t="0" r="r" b="b"/>
                <a:pathLst>
                  <a:path w="94" h="2">
                    <a:moveTo>
                      <a:pt x="0" y="0"/>
                    </a:moveTo>
                    <a:lnTo>
                      <a:pt x="94" y="0"/>
                    </a:lnTo>
                  </a:path>
                </a:pathLst>
              </a:custGeom>
              <a:noFill/>
              <a:ln w="6350">
                <a:solidFill>
                  <a:srgbClr val="939598"/>
                </a:solidFill>
                <a:prstDash val="dash"/>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468" name="Group 1296"/>
            <p:cNvGrpSpPr>
              <a:grpSpLocks/>
            </p:cNvGrpSpPr>
            <p:nvPr/>
          </p:nvGrpSpPr>
          <p:grpSpPr bwMode="auto">
            <a:xfrm>
              <a:off x="9983" y="3709"/>
              <a:ext cx="100" cy="2"/>
              <a:chOff x="9983" y="3709"/>
              <a:chExt cx="100" cy="2"/>
            </a:xfrm>
          </p:grpSpPr>
          <p:sp>
            <p:nvSpPr>
              <p:cNvPr id="625" name="Freeform 1297"/>
              <p:cNvSpPr>
                <a:spLocks/>
              </p:cNvSpPr>
              <p:nvPr/>
            </p:nvSpPr>
            <p:spPr bwMode="auto">
              <a:xfrm>
                <a:off x="9983" y="3709"/>
                <a:ext cx="100" cy="2"/>
              </a:xfrm>
              <a:custGeom>
                <a:avLst/>
                <a:gdLst>
                  <a:gd name="T0" fmla="*/ 0 w 100"/>
                  <a:gd name="T1" fmla="*/ 0 h 2"/>
                  <a:gd name="T2" fmla="*/ 100 w 100"/>
                  <a:gd name="T3" fmla="*/ 0 h 2"/>
                  <a:gd name="T4" fmla="*/ 0 60000 65536"/>
                  <a:gd name="T5" fmla="*/ 0 60000 65536"/>
                </a:gdLst>
                <a:ahLst/>
                <a:cxnLst>
                  <a:cxn ang="T4">
                    <a:pos x="T0" y="T1"/>
                  </a:cxn>
                  <a:cxn ang="T5">
                    <a:pos x="T2" y="T3"/>
                  </a:cxn>
                </a:cxnLst>
                <a:rect l="0" t="0" r="r" b="b"/>
                <a:pathLst>
                  <a:path w="100" h="2">
                    <a:moveTo>
                      <a:pt x="0" y="0"/>
                    </a:moveTo>
                    <a:lnTo>
                      <a:pt x="100" y="0"/>
                    </a:lnTo>
                  </a:path>
                </a:pathLst>
              </a:custGeom>
              <a:noFill/>
              <a:ln w="6350">
                <a:solidFill>
                  <a:srgbClr val="939598"/>
                </a:solidFill>
                <a:prstDash val="dash"/>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469" name="Group 1294"/>
            <p:cNvGrpSpPr>
              <a:grpSpLocks/>
            </p:cNvGrpSpPr>
            <p:nvPr/>
          </p:nvGrpSpPr>
          <p:grpSpPr bwMode="auto">
            <a:xfrm>
              <a:off x="9242" y="3709"/>
              <a:ext cx="623" cy="2"/>
              <a:chOff x="9242" y="3709"/>
              <a:chExt cx="623" cy="2"/>
            </a:xfrm>
          </p:grpSpPr>
          <p:sp>
            <p:nvSpPr>
              <p:cNvPr id="624" name="Freeform 1295"/>
              <p:cNvSpPr>
                <a:spLocks/>
              </p:cNvSpPr>
              <p:nvPr/>
            </p:nvSpPr>
            <p:spPr bwMode="auto">
              <a:xfrm>
                <a:off x="9242" y="3709"/>
                <a:ext cx="623" cy="2"/>
              </a:xfrm>
              <a:custGeom>
                <a:avLst/>
                <a:gdLst>
                  <a:gd name="T0" fmla="*/ 0 w 623"/>
                  <a:gd name="T1" fmla="*/ 0 h 2"/>
                  <a:gd name="T2" fmla="*/ 623 w 623"/>
                  <a:gd name="T3" fmla="*/ 0 h 2"/>
                  <a:gd name="T4" fmla="*/ 0 60000 65536"/>
                  <a:gd name="T5" fmla="*/ 0 60000 65536"/>
                </a:gdLst>
                <a:ahLst/>
                <a:cxnLst>
                  <a:cxn ang="T4">
                    <a:pos x="T0" y="T1"/>
                  </a:cxn>
                  <a:cxn ang="T5">
                    <a:pos x="T2" y="T3"/>
                  </a:cxn>
                </a:cxnLst>
                <a:rect l="0" t="0" r="r" b="b"/>
                <a:pathLst>
                  <a:path w="623" h="2">
                    <a:moveTo>
                      <a:pt x="0" y="0"/>
                    </a:moveTo>
                    <a:lnTo>
                      <a:pt x="623" y="0"/>
                    </a:lnTo>
                  </a:path>
                </a:pathLst>
              </a:custGeom>
              <a:noFill/>
              <a:ln w="6350">
                <a:solidFill>
                  <a:srgbClr val="939598"/>
                </a:solidFill>
                <a:prstDash val="dash"/>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470" name="Group 1292"/>
            <p:cNvGrpSpPr>
              <a:grpSpLocks/>
            </p:cNvGrpSpPr>
            <p:nvPr/>
          </p:nvGrpSpPr>
          <p:grpSpPr bwMode="auto">
            <a:xfrm>
              <a:off x="9028" y="3709"/>
              <a:ext cx="97" cy="2"/>
              <a:chOff x="9028" y="3709"/>
              <a:chExt cx="97" cy="2"/>
            </a:xfrm>
          </p:grpSpPr>
          <p:sp>
            <p:nvSpPr>
              <p:cNvPr id="623" name="Freeform 1293"/>
              <p:cNvSpPr>
                <a:spLocks/>
              </p:cNvSpPr>
              <p:nvPr/>
            </p:nvSpPr>
            <p:spPr bwMode="auto">
              <a:xfrm>
                <a:off x="9028" y="3709"/>
                <a:ext cx="97" cy="2"/>
              </a:xfrm>
              <a:custGeom>
                <a:avLst/>
                <a:gdLst>
                  <a:gd name="T0" fmla="*/ 0 w 97"/>
                  <a:gd name="T1" fmla="*/ 0 h 2"/>
                  <a:gd name="T2" fmla="*/ 97 w 97"/>
                  <a:gd name="T3" fmla="*/ 0 h 2"/>
                  <a:gd name="T4" fmla="*/ 0 60000 65536"/>
                  <a:gd name="T5" fmla="*/ 0 60000 65536"/>
                </a:gdLst>
                <a:ahLst/>
                <a:cxnLst>
                  <a:cxn ang="T4">
                    <a:pos x="T0" y="T1"/>
                  </a:cxn>
                  <a:cxn ang="T5">
                    <a:pos x="T2" y="T3"/>
                  </a:cxn>
                </a:cxnLst>
                <a:rect l="0" t="0" r="r" b="b"/>
                <a:pathLst>
                  <a:path w="97" h="2">
                    <a:moveTo>
                      <a:pt x="0" y="0"/>
                    </a:moveTo>
                    <a:lnTo>
                      <a:pt x="97" y="0"/>
                    </a:lnTo>
                  </a:path>
                </a:pathLst>
              </a:custGeom>
              <a:noFill/>
              <a:ln w="6350">
                <a:solidFill>
                  <a:srgbClr val="939598"/>
                </a:solidFill>
                <a:prstDash val="dash"/>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471" name="Group 1290"/>
            <p:cNvGrpSpPr>
              <a:grpSpLocks/>
            </p:cNvGrpSpPr>
            <p:nvPr/>
          </p:nvGrpSpPr>
          <p:grpSpPr bwMode="auto">
            <a:xfrm>
              <a:off x="8816" y="3709"/>
              <a:ext cx="94" cy="2"/>
              <a:chOff x="8816" y="3709"/>
              <a:chExt cx="94" cy="2"/>
            </a:xfrm>
          </p:grpSpPr>
          <p:sp>
            <p:nvSpPr>
              <p:cNvPr id="622" name="Freeform 1291"/>
              <p:cNvSpPr>
                <a:spLocks/>
              </p:cNvSpPr>
              <p:nvPr/>
            </p:nvSpPr>
            <p:spPr bwMode="auto">
              <a:xfrm>
                <a:off x="8816" y="3709"/>
                <a:ext cx="94" cy="2"/>
              </a:xfrm>
              <a:custGeom>
                <a:avLst/>
                <a:gdLst>
                  <a:gd name="T0" fmla="*/ 0 w 94"/>
                  <a:gd name="T1" fmla="*/ 0 h 2"/>
                  <a:gd name="T2" fmla="*/ 94 w 94"/>
                  <a:gd name="T3" fmla="*/ 0 h 2"/>
                  <a:gd name="T4" fmla="*/ 0 60000 65536"/>
                  <a:gd name="T5" fmla="*/ 0 60000 65536"/>
                </a:gdLst>
                <a:ahLst/>
                <a:cxnLst>
                  <a:cxn ang="T4">
                    <a:pos x="T0" y="T1"/>
                  </a:cxn>
                  <a:cxn ang="T5">
                    <a:pos x="T2" y="T3"/>
                  </a:cxn>
                </a:cxnLst>
                <a:rect l="0" t="0" r="r" b="b"/>
                <a:pathLst>
                  <a:path w="94" h="2">
                    <a:moveTo>
                      <a:pt x="0" y="0"/>
                    </a:moveTo>
                    <a:lnTo>
                      <a:pt x="94" y="0"/>
                    </a:lnTo>
                  </a:path>
                </a:pathLst>
              </a:custGeom>
              <a:noFill/>
              <a:ln w="6350">
                <a:solidFill>
                  <a:srgbClr val="939598"/>
                </a:solidFill>
                <a:prstDash val="dash"/>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472" name="Group 1288"/>
            <p:cNvGrpSpPr>
              <a:grpSpLocks/>
            </p:cNvGrpSpPr>
            <p:nvPr/>
          </p:nvGrpSpPr>
          <p:grpSpPr bwMode="auto">
            <a:xfrm>
              <a:off x="8599" y="3709"/>
              <a:ext cx="100" cy="2"/>
              <a:chOff x="8599" y="3709"/>
              <a:chExt cx="100" cy="2"/>
            </a:xfrm>
          </p:grpSpPr>
          <p:sp>
            <p:nvSpPr>
              <p:cNvPr id="621" name="Freeform 1289"/>
              <p:cNvSpPr>
                <a:spLocks/>
              </p:cNvSpPr>
              <p:nvPr/>
            </p:nvSpPr>
            <p:spPr bwMode="auto">
              <a:xfrm>
                <a:off x="8599" y="3709"/>
                <a:ext cx="100" cy="2"/>
              </a:xfrm>
              <a:custGeom>
                <a:avLst/>
                <a:gdLst>
                  <a:gd name="T0" fmla="*/ 0 w 100"/>
                  <a:gd name="T1" fmla="*/ 0 h 2"/>
                  <a:gd name="T2" fmla="*/ 100 w 100"/>
                  <a:gd name="T3" fmla="*/ 0 h 2"/>
                  <a:gd name="T4" fmla="*/ 0 60000 65536"/>
                  <a:gd name="T5" fmla="*/ 0 60000 65536"/>
                </a:gdLst>
                <a:ahLst/>
                <a:cxnLst>
                  <a:cxn ang="T4">
                    <a:pos x="T0" y="T1"/>
                  </a:cxn>
                  <a:cxn ang="T5">
                    <a:pos x="T2" y="T3"/>
                  </a:cxn>
                </a:cxnLst>
                <a:rect l="0" t="0" r="r" b="b"/>
                <a:pathLst>
                  <a:path w="100" h="2">
                    <a:moveTo>
                      <a:pt x="0" y="0"/>
                    </a:moveTo>
                    <a:lnTo>
                      <a:pt x="100" y="0"/>
                    </a:lnTo>
                  </a:path>
                </a:pathLst>
              </a:custGeom>
              <a:noFill/>
              <a:ln w="6350">
                <a:solidFill>
                  <a:srgbClr val="939598"/>
                </a:solidFill>
                <a:prstDash val="dash"/>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473" name="Group 1286"/>
            <p:cNvGrpSpPr>
              <a:grpSpLocks/>
            </p:cNvGrpSpPr>
            <p:nvPr/>
          </p:nvGrpSpPr>
          <p:grpSpPr bwMode="auto">
            <a:xfrm>
              <a:off x="7850" y="3709"/>
              <a:ext cx="632" cy="2"/>
              <a:chOff x="7850" y="3709"/>
              <a:chExt cx="632" cy="2"/>
            </a:xfrm>
          </p:grpSpPr>
          <p:sp>
            <p:nvSpPr>
              <p:cNvPr id="620" name="Freeform 1287"/>
              <p:cNvSpPr>
                <a:spLocks/>
              </p:cNvSpPr>
              <p:nvPr/>
            </p:nvSpPr>
            <p:spPr bwMode="auto">
              <a:xfrm>
                <a:off x="7850" y="3709"/>
                <a:ext cx="632" cy="2"/>
              </a:xfrm>
              <a:custGeom>
                <a:avLst/>
                <a:gdLst>
                  <a:gd name="T0" fmla="*/ 0 w 632"/>
                  <a:gd name="T1" fmla="*/ 0 h 2"/>
                  <a:gd name="T2" fmla="*/ 632 w 632"/>
                  <a:gd name="T3" fmla="*/ 0 h 2"/>
                  <a:gd name="T4" fmla="*/ 0 60000 65536"/>
                  <a:gd name="T5" fmla="*/ 0 60000 65536"/>
                </a:gdLst>
                <a:ahLst/>
                <a:cxnLst>
                  <a:cxn ang="T4">
                    <a:pos x="T0" y="T1"/>
                  </a:cxn>
                  <a:cxn ang="T5">
                    <a:pos x="T2" y="T3"/>
                  </a:cxn>
                </a:cxnLst>
                <a:rect l="0" t="0" r="r" b="b"/>
                <a:pathLst>
                  <a:path w="632" h="2">
                    <a:moveTo>
                      <a:pt x="0" y="0"/>
                    </a:moveTo>
                    <a:lnTo>
                      <a:pt x="632" y="0"/>
                    </a:lnTo>
                  </a:path>
                </a:pathLst>
              </a:custGeom>
              <a:noFill/>
              <a:ln w="6350">
                <a:solidFill>
                  <a:srgbClr val="939598"/>
                </a:solidFill>
                <a:prstDash val="dash"/>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474" name="Group 1284"/>
            <p:cNvGrpSpPr>
              <a:grpSpLocks/>
            </p:cNvGrpSpPr>
            <p:nvPr/>
          </p:nvGrpSpPr>
          <p:grpSpPr bwMode="auto">
            <a:xfrm>
              <a:off x="7635" y="3709"/>
              <a:ext cx="97" cy="2"/>
              <a:chOff x="7635" y="3709"/>
              <a:chExt cx="97" cy="2"/>
            </a:xfrm>
          </p:grpSpPr>
          <p:sp>
            <p:nvSpPr>
              <p:cNvPr id="619" name="Freeform 1285"/>
              <p:cNvSpPr>
                <a:spLocks/>
              </p:cNvSpPr>
              <p:nvPr/>
            </p:nvSpPr>
            <p:spPr bwMode="auto">
              <a:xfrm>
                <a:off x="7635" y="3709"/>
                <a:ext cx="97" cy="2"/>
              </a:xfrm>
              <a:custGeom>
                <a:avLst/>
                <a:gdLst>
                  <a:gd name="T0" fmla="*/ 0 w 97"/>
                  <a:gd name="T1" fmla="*/ 0 h 2"/>
                  <a:gd name="T2" fmla="*/ 97 w 97"/>
                  <a:gd name="T3" fmla="*/ 0 h 2"/>
                  <a:gd name="T4" fmla="*/ 0 60000 65536"/>
                  <a:gd name="T5" fmla="*/ 0 60000 65536"/>
                </a:gdLst>
                <a:ahLst/>
                <a:cxnLst>
                  <a:cxn ang="T4">
                    <a:pos x="T0" y="T1"/>
                  </a:cxn>
                  <a:cxn ang="T5">
                    <a:pos x="T2" y="T3"/>
                  </a:cxn>
                </a:cxnLst>
                <a:rect l="0" t="0" r="r" b="b"/>
                <a:pathLst>
                  <a:path w="97" h="2">
                    <a:moveTo>
                      <a:pt x="0" y="0"/>
                    </a:moveTo>
                    <a:lnTo>
                      <a:pt x="97" y="0"/>
                    </a:lnTo>
                  </a:path>
                </a:pathLst>
              </a:custGeom>
              <a:noFill/>
              <a:ln w="6350">
                <a:solidFill>
                  <a:srgbClr val="939598"/>
                </a:solidFill>
                <a:prstDash val="dash"/>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475" name="Group 1282"/>
            <p:cNvGrpSpPr>
              <a:grpSpLocks/>
            </p:cNvGrpSpPr>
            <p:nvPr/>
          </p:nvGrpSpPr>
          <p:grpSpPr bwMode="auto">
            <a:xfrm>
              <a:off x="7424" y="3709"/>
              <a:ext cx="94" cy="2"/>
              <a:chOff x="7424" y="3709"/>
              <a:chExt cx="94" cy="2"/>
            </a:xfrm>
          </p:grpSpPr>
          <p:sp>
            <p:nvSpPr>
              <p:cNvPr id="618" name="Freeform 1283"/>
              <p:cNvSpPr>
                <a:spLocks/>
              </p:cNvSpPr>
              <p:nvPr/>
            </p:nvSpPr>
            <p:spPr bwMode="auto">
              <a:xfrm>
                <a:off x="7424" y="3709"/>
                <a:ext cx="94" cy="2"/>
              </a:xfrm>
              <a:custGeom>
                <a:avLst/>
                <a:gdLst>
                  <a:gd name="T0" fmla="*/ 0 w 94"/>
                  <a:gd name="T1" fmla="*/ 0 h 2"/>
                  <a:gd name="T2" fmla="*/ 94 w 94"/>
                  <a:gd name="T3" fmla="*/ 0 h 2"/>
                  <a:gd name="T4" fmla="*/ 0 60000 65536"/>
                  <a:gd name="T5" fmla="*/ 0 60000 65536"/>
                </a:gdLst>
                <a:ahLst/>
                <a:cxnLst>
                  <a:cxn ang="T4">
                    <a:pos x="T0" y="T1"/>
                  </a:cxn>
                  <a:cxn ang="T5">
                    <a:pos x="T2" y="T3"/>
                  </a:cxn>
                </a:cxnLst>
                <a:rect l="0" t="0" r="r" b="b"/>
                <a:pathLst>
                  <a:path w="94" h="2">
                    <a:moveTo>
                      <a:pt x="0" y="0"/>
                    </a:moveTo>
                    <a:lnTo>
                      <a:pt x="94" y="0"/>
                    </a:lnTo>
                  </a:path>
                </a:pathLst>
              </a:custGeom>
              <a:noFill/>
              <a:ln w="6350">
                <a:solidFill>
                  <a:srgbClr val="939598"/>
                </a:solidFill>
                <a:prstDash val="dash"/>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476" name="Group 1280"/>
            <p:cNvGrpSpPr>
              <a:grpSpLocks/>
            </p:cNvGrpSpPr>
            <p:nvPr/>
          </p:nvGrpSpPr>
          <p:grpSpPr bwMode="auto">
            <a:xfrm>
              <a:off x="7207" y="3709"/>
              <a:ext cx="100" cy="2"/>
              <a:chOff x="7207" y="3709"/>
              <a:chExt cx="100" cy="2"/>
            </a:xfrm>
          </p:grpSpPr>
          <p:sp>
            <p:nvSpPr>
              <p:cNvPr id="617" name="Freeform 1281"/>
              <p:cNvSpPr>
                <a:spLocks/>
              </p:cNvSpPr>
              <p:nvPr/>
            </p:nvSpPr>
            <p:spPr bwMode="auto">
              <a:xfrm>
                <a:off x="7207" y="3709"/>
                <a:ext cx="100" cy="2"/>
              </a:xfrm>
              <a:custGeom>
                <a:avLst/>
                <a:gdLst>
                  <a:gd name="T0" fmla="*/ 0 w 100"/>
                  <a:gd name="T1" fmla="*/ 0 h 2"/>
                  <a:gd name="T2" fmla="*/ 99 w 100"/>
                  <a:gd name="T3" fmla="*/ 0 h 2"/>
                  <a:gd name="T4" fmla="*/ 0 60000 65536"/>
                  <a:gd name="T5" fmla="*/ 0 60000 65536"/>
                </a:gdLst>
                <a:ahLst/>
                <a:cxnLst>
                  <a:cxn ang="T4">
                    <a:pos x="T0" y="T1"/>
                  </a:cxn>
                  <a:cxn ang="T5">
                    <a:pos x="T2" y="T3"/>
                  </a:cxn>
                </a:cxnLst>
                <a:rect l="0" t="0" r="r" b="b"/>
                <a:pathLst>
                  <a:path w="100" h="2">
                    <a:moveTo>
                      <a:pt x="0" y="0"/>
                    </a:moveTo>
                    <a:lnTo>
                      <a:pt x="99" y="0"/>
                    </a:lnTo>
                  </a:path>
                </a:pathLst>
              </a:custGeom>
              <a:noFill/>
              <a:ln w="6350">
                <a:solidFill>
                  <a:srgbClr val="939598"/>
                </a:solidFill>
                <a:prstDash val="dash"/>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477" name="Group 1278"/>
            <p:cNvGrpSpPr>
              <a:grpSpLocks/>
            </p:cNvGrpSpPr>
            <p:nvPr/>
          </p:nvGrpSpPr>
          <p:grpSpPr bwMode="auto">
            <a:xfrm>
              <a:off x="6678" y="3709"/>
              <a:ext cx="411" cy="2"/>
              <a:chOff x="6678" y="3709"/>
              <a:chExt cx="411" cy="2"/>
            </a:xfrm>
          </p:grpSpPr>
          <p:sp>
            <p:nvSpPr>
              <p:cNvPr id="616" name="Freeform 1279"/>
              <p:cNvSpPr>
                <a:spLocks/>
              </p:cNvSpPr>
              <p:nvPr/>
            </p:nvSpPr>
            <p:spPr bwMode="auto">
              <a:xfrm>
                <a:off x="6678" y="3709"/>
                <a:ext cx="411" cy="2"/>
              </a:xfrm>
              <a:custGeom>
                <a:avLst/>
                <a:gdLst>
                  <a:gd name="T0" fmla="*/ 0 w 411"/>
                  <a:gd name="T1" fmla="*/ 0 h 2"/>
                  <a:gd name="T2" fmla="*/ 411 w 411"/>
                  <a:gd name="T3" fmla="*/ 0 h 2"/>
                  <a:gd name="T4" fmla="*/ 0 60000 65536"/>
                  <a:gd name="T5" fmla="*/ 0 60000 65536"/>
                </a:gdLst>
                <a:ahLst/>
                <a:cxnLst>
                  <a:cxn ang="T4">
                    <a:pos x="T0" y="T1"/>
                  </a:cxn>
                  <a:cxn ang="T5">
                    <a:pos x="T2" y="T3"/>
                  </a:cxn>
                </a:cxnLst>
                <a:rect l="0" t="0" r="r" b="b"/>
                <a:pathLst>
                  <a:path w="411" h="2">
                    <a:moveTo>
                      <a:pt x="0" y="0"/>
                    </a:moveTo>
                    <a:lnTo>
                      <a:pt x="411" y="0"/>
                    </a:lnTo>
                  </a:path>
                </a:pathLst>
              </a:custGeom>
              <a:noFill/>
              <a:ln w="6350">
                <a:solidFill>
                  <a:srgbClr val="939598"/>
                </a:solidFill>
                <a:prstDash val="dash"/>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478" name="Group 1276"/>
            <p:cNvGrpSpPr>
              <a:grpSpLocks/>
            </p:cNvGrpSpPr>
            <p:nvPr/>
          </p:nvGrpSpPr>
          <p:grpSpPr bwMode="auto">
            <a:xfrm>
              <a:off x="6469" y="3709"/>
              <a:ext cx="91" cy="2"/>
              <a:chOff x="6469" y="3709"/>
              <a:chExt cx="91" cy="2"/>
            </a:xfrm>
          </p:grpSpPr>
          <p:sp>
            <p:nvSpPr>
              <p:cNvPr id="615" name="Freeform 1277"/>
              <p:cNvSpPr>
                <a:spLocks/>
              </p:cNvSpPr>
              <p:nvPr/>
            </p:nvSpPr>
            <p:spPr bwMode="auto">
              <a:xfrm>
                <a:off x="6469" y="3709"/>
                <a:ext cx="91" cy="2"/>
              </a:xfrm>
              <a:custGeom>
                <a:avLst/>
                <a:gdLst>
                  <a:gd name="T0" fmla="*/ 0 w 91"/>
                  <a:gd name="T1" fmla="*/ 0 h 2"/>
                  <a:gd name="T2" fmla="*/ 91 w 91"/>
                  <a:gd name="T3" fmla="*/ 0 h 2"/>
                  <a:gd name="T4" fmla="*/ 0 60000 65536"/>
                  <a:gd name="T5" fmla="*/ 0 60000 65536"/>
                </a:gdLst>
                <a:ahLst/>
                <a:cxnLst>
                  <a:cxn ang="T4">
                    <a:pos x="T0" y="T1"/>
                  </a:cxn>
                  <a:cxn ang="T5">
                    <a:pos x="T2" y="T3"/>
                  </a:cxn>
                </a:cxnLst>
                <a:rect l="0" t="0" r="r" b="b"/>
                <a:pathLst>
                  <a:path w="91" h="2">
                    <a:moveTo>
                      <a:pt x="0" y="0"/>
                    </a:moveTo>
                    <a:lnTo>
                      <a:pt x="91" y="0"/>
                    </a:lnTo>
                  </a:path>
                </a:pathLst>
              </a:custGeom>
              <a:noFill/>
              <a:ln w="6350">
                <a:solidFill>
                  <a:srgbClr val="939598"/>
                </a:solidFill>
                <a:prstDash val="dash"/>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479" name="Group 1274"/>
            <p:cNvGrpSpPr>
              <a:grpSpLocks/>
            </p:cNvGrpSpPr>
            <p:nvPr/>
          </p:nvGrpSpPr>
          <p:grpSpPr bwMode="auto">
            <a:xfrm>
              <a:off x="6255" y="3709"/>
              <a:ext cx="97" cy="2"/>
              <a:chOff x="6255" y="3709"/>
              <a:chExt cx="97" cy="2"/>
            </a:xfrm>
          </p:grpSpPr>
          <p:sp>
            <p:nvSpPr>
              <p:cNvPr id="614" name="Freeform 1275"/>
              <p:cNvSpPr>
                <a:spLocks/>
              </p:cNvSpPr>
              <p:nvPr/>
            </p:nvSpPr>
            <p:spPr bwMode="auto">
              <a:xfrm>
                <a:off x="6255" y="3709"/>
                <a:ext cx="97" cy="2"/>
              </a:xfrm>
              <a:custGeom>
                <a:avLst/>
                <a:gdLst>
                  <a:gd name="T0" fmla="*/ 0 w 97"/>
                  <a:gd name="T1" fmla="*/ 0 h 2"/>
                  <a:gd name="T2" fmla="*/ 97 w 97"/>
                  <a:gd name="T3" fmla="*/ 0 h 2"/>
                  <a:gd name="T4" fmla="*/ 0 60000 65536"/>
                  <a:gd name="T5" fmla="*/ 0 60000 65536"/>
                </a:gdLst>
                <a:ahLst/>
                <a:cxnLst>
                  <a:cxn ang="T4">
                    <a:pos x="T0" y="T1"/>
                  </a:cxn>
                  <a:cxn ang="T5">
                    <a:pos x="T2" y="T3"/>
                  </a:cxn>
                </a:cxnLst>
                <a:rect l="0" t="0" r="r" b="b"/>
                <a:pathLst>
                  <a:path w="97" h="2">
                    <a:moveTo>
                      <a:pt x="0" y="0"/>
                    </a:moveTo>
                    <a:lnTo>
                      <a:pt x="97" y="0"/>
                    </a:lnTo>
                  </a:path>
                </a:pathLst>
              </a:custGeom>
              <a:noFill/>
              <a:ln w="6350">
                <a:solidFill>
                  <a:srgbClr val="939598"/>
                </a:solidFill>
                <a:prstDash val="dash"/>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480" name="Group 1272"/>
            <p:cNvGrpSpPr>
              <a:grpSpLocks/>
            </p:cNvGrpSpPr>
            <p:nvPr/>
          </p:nvGrpSpPr>
          <p:grpSpPr bwMode="auto">
            <a:xfrm>
              <a:off x="6043" y="3709"/>
              <a:ext cx="94" cy="2"/>
              <a:chOff x="6043" y="3709"/>
              <a:chExt cx="94" cy="2"/>
            </a:xfrm>
          </p:grpSpPr>
          <p:sp>
            <p:nvSpPr>
              <p:cNvPr id="613" name="Freeform 1273"/>
              <p:cNvSpPr>
                <a:spLocks/>
              </p:cNvSpPr>
              <p:nvPr/>
            </p:nvSpPr>
            <p:spPr bwMode="auto">
              <a:xfrm>
                <a:off x="6043" y="3709"/>
                <a:ext cx="94" cy="2"/>
              </a:xfrm>
              <a:custGeom>
                <a:avLst/>
                <a:gdLst>
                  <a:gd name="T0" fmla="*/ 0 w 94"/>
                  <a:gd name="T1" fmla="*/ 0 h 2"/>
                  <a:gd name="T2" fmla="*/ 94 w 94"/>
                  <a:gd name="T3" fmla="*/ 0 h 2"/>
                  <a:gd name="T4" fmla="*/ 0 60000 65536"/>
                  <a:gd name="T5" fmla="*/ 0 60000 65536"/>
                </a:gdLst>
                <a:ahLst/>
                <a:cxnLst>
                  <a:cxn ang="T4">
                    <a:pos x="T0" y="T1"/>
                  </a:cxn>
                  <a:cxn ang="T5">
                    <a:pos x="T2" y="T3"/>
                  </a:cxn>
                </a:cxnLst>
                <a:rect l="0" t="0" r="r" b="b"/>
                <a:pathLst>
                  <a:path w="94" h="2">
                    <a:moveTo>
                      <a:pt x="0" y="0"/>
                    </a:moveTo>
                    <a:lnTo>
                      <a:pt x="94" y="0"/>
                    </a:lnTo>
                  </a:path>
                </a:pathLst>
              </a:custGeom>
              <a:noFill/>
              <a:ln w="6350">
                <a:solidFill>
                  <a:srgbClr val="939598"/>
                </a:solidFill>
                <a:prstDash val="dash"/>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481" name="Group 1270"/>
            <p:cNvGrpSpPr>
              <a:grpSpLocks/>
            </p:cNvGrpSpPr>
            <p:nvPr/>
          </p:nvGrpSpPr>
          <p:grpSpPr bwMode="auto">
            <a:xfrm>
              <a:off x="5826" y="3709"/>
              <a:ext cx="100" cy="2"/>
              <a:chOff x="5826" y="3709"/>
              <a:chExt cx="100" cy="2"/>
            </a:xfrm>
          </p:grpSpPr>
          <p:sp>
            <p:nvSpPr>
              <p:cNvPr id="612" name="Freeform 1271"/>
              <p:cNvSpPr>
                <a:spLocks/>
              </p:cNvSpPr>
              <p:nvPr/>
            </p:nvSpPr>
            <p:spPr bwMode="auto">
              <a:xfrm>
                <a:off x="5826" y="3709"/>
                <a:ext cx="100" cy="2"/>
              </a:xfrm>
              <a:custGeom>
                <a:avLst/>
                <a:gdLst>
                  <a:gd name="T0" fmla="*/ 0 w 100"/>
                  <a:gd name="T1" fmla="*/ 0 h 2"/>
                  <a:gd name="T2" fmla="*/ 100 w 100"/>
                  <a:gd name="T3" fmla="*/ 0 h 2"/>
                  <a:gd name="T4" fmla="*/ 0 60000 65536"/>
                  <a:gd name="T5" fmla="*/ 0 60000 65536"/>
                </a:gdLst>
                <a:ahLst/>
                <a:cxnLst>
                  <a:cxn ang="T4">
                    <a:pos x="T0" y="T1"/>
                  </a:cxn>
                  <a:cxn ang="T5">
                    <a:pos x="T2" y="T3"/>
                  </a:cxn>
                </a:cxnLst>
                <a:rect l="0" t="0" r="r" b="b"/>
                <a:pathLst>
                  <a:path w="100" h="2">
                    <a:moveTo>
                      <a:pt x="0" y="0"/>
                    </a:moveTo>
                    <a:lnTo>
                      <a:pt x="100" y="0"/>
                    </a:lnTo>
                  </a:path>
                </a:pathLst>
              </a:custGeom>
              <a:noFill/>
              <a:ln w="6350">
                <a:solidFill>
                  <a:srgbClr val="939598"/>
                </a:solidFill>
                <a:prstDash val="dash"/>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482" name="Group 1268"/>
            <p:cNvGrpSpPr>
              <a:grpSpLocks/>
            </p:cNvGrpSpPr>
            <p:nvPr/>
          </p:nvGrpSpPr>
          <p:grpSpPr bwMode="auto">
            <a:xfrm>
              <a:off x="5291" y="3709"/>
              <a:ext cx="417" cy="2"/>
              <a:chOff x="5291" y="3709"/>
              <a:chExt cx="417" cy="2"/>
            </a:xfrm>
          </p:grpSpPr>
          <p:sp>
            <p:nvSpPr>
              <p:cNvPr id="611" name="Freeform 1269"/>
              <p:cNvSpPr>
                <a:spLocks/>
              </p:cNvSpPr>
              <p:nvPr/>
            </p:nvSpPr>
            <p:spPr bwMode="auto">
              <a:xfrm>
                <a:off x="5291" y="3709"/>
                <a:ext cx="417" cy="2"/>
              </a:xfrm>
              <a:custGeom>
                <a:avLst/>
                <a:gdLst>
                  <a:gd name="T0" fmla="*/ 0 w 417"/>
                  <a:gd name="T1" fmla="*/ 0 h 2"/>
                  <a:gd name="T2" fmla="*/ 417 w 417"/>
                  <a:gd name="T3" fmla="*/ 0 h 2"/>
                  <a:gd name="T4" fmla="*/ 0 60000 65536"/>
                  <a:gd name="T5" fmla="*/ 0 60000 65536"/>
                </a:gdLst>
                <a:ahLst/>
                <a:cxnLst>
                  <a:cxn ang="T4">
                    <a:pos x="T0" y="T1"/>
                  </a:cxn>
                  <a:cxn ang="T5">
                    <a:pos x="T2" y="T3"/>
                  </a:cxn>
                </a:cxnLst>
                <a:rect l="0" t="0" r="r" b="b"/>
                <a:pathLst>
                  <a:path w="417" h="2">
                    <a:moveTo>
                      <a:pt x="0" y="0"/>
                    </a:moveTo>
                    <a:lnTo>
                      <a:pt x="417" y="0"/>
                    </a:lnTo>
                  </a:path>
                </a:pathLst>
              </a:custGeom>
              <a:noFill/>
              <a:ln w="6350">
                <a:solidFill>
                  <a:srgbClr val="939598"/>
                </a:solidFill>
                <a:prstDash val="dash"/>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483" name="Group 1266"/>
            <p:cNvGrpSpPr>
              <a:grpSpLocks/>
            </p:cNvGrpSpPr>
            <p:nvPr/>
          </p:nvGrpSpPr>
          <p:grpSpPr bwMode="auto">
            <a:xfrm>
              <a:off x="5082" y="3709"/>
              <a:ext cx="91" cy="2"/>
              <a:chOff x="5082" y="3709"/>
              <a:chExt cx="91" cy="2"/>
            </a:xfrm>
          </p:grpSpPr>
          <p:sp>
            <p:nvSpPr>
              <p:cNvPr id="610" name="Freeform 1267"/>
              <p:cNvSpPr>
                <a:spLocks/>
              </p:cNvSpPr>
              <p:nvPr/>
            </p:nvSpPr>
            <p:spPr bwMode="auto">
              <a:xfrm>
                <a:off x="5082" y="3709"/>
                <a:ext cx="91" cy="2"/>
              </a:xfrm>
              <a:custGeom>
                <a:avLst/>
                <a:gdLst>
                  <a:gd name="T0" fmla="*/ 0 w 91"/>
                  <a:gd name="T1" fmla="*/ 0 h 2"/>
                  <a:gd name="T2" fmla="*/ 91 w 91"/>
                  <a:gd name="T3" fmla="*/ 0 h 2"/>
                  <a:gd name="T4" fmla="*/ 0 60000 65536"/>
                  <a:gd name="T5" fmla="*/ 0 60000 65536"/>
                </a:gdLst>
                <a:ahLst/>
                <a:cxnLst>
                  <a:cxn ang="T4">
                    <a:pos x="T0" y="T1"/>
                  </a:cxn>
                  <a:cxn ang="T5">
                    <a:pos x="T2" y="T3"/>
                  </a:cxn>
                </a:cxnLst>
                <a:rect l="0" t="0" r="r" b="b"/>
                <a:pathLst>
                  <a:path w="91" h="2">
                    <a:moveTo>
                      <a:pt x="0" y="0"/>
                    </a:moveTo>
                    <a:lnTo>
                      <a:pt x="91" y="0"/>
                    </a:lnTo>
                  </a:path>
                </a:pathLst>
              </a:custGeom>
              <a:noFill/>
              <a:ln w="6350">
                <a:solidFill>
                  <a:srgbClr val="939598"/>
                </a:solidFill>
                <a:prstDash val="dash"/>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484" name="Group 1264"/>
            <p:cNvGrpSpPr>
              <a:grpSpLocks/>
            </p:cNvGrpSpPr>
            <p:nvPr/>
          </p:nvGrpSpPr>
          <p:grpSpPr bwMode="auto">
            <a:xfrm>
              <a:off x="4868" y="3709"/>
              <a:ext cx="97" cy="2"/>
              <a:chOff x="4868" y="3709"/>
              <a:chExt cx="97" cy="2"/>
            </a:xfrm>
          </p:grpSpPr>
          <p:sp>
            <p:nvSpPr>
              <p:cNvPr id="609" name="Freeform 1265"/>
              <p:cNvSpPr>
                <a:spLocks/>
              </p:cNvSpPr>
              <p:nvPr/>
            </p:nvSpPr>
            <p:spPr bwMode="auto">
              <a:xfrm>
                <a:off x="4868" y="3709"/>
                <a:ext cx="97" cy="2"/>
              </a:xfrm>
              <a:custGeom>
                <a:avLst/>
                <a:gdLst>
                  <a:gd name="T0" fmla="*/ 0 w 97"/>
                  <a:gd name="T1" fmla="*/ 0 h 2"/>
                  <a:gd name="T2" fmla="*/ 97 w 97"/>
                  <a:gd name="T3" fmla="*/ 0 h 2"/>
                  <a:gd name="T4" fmla="*/ 0 60000 65536"/>
                  <a:gd name="T5" fmla="*/ 0 60000 65536"/>
                </a:gdLst>
                <a:ahLst/>
                <a:cxnLst>
                  <a:cxn ang="T4">
                    <a:pos x="T0" y="T1"/>
                  </a:cxn>
                  <a:cxn ang="T5">
                    <a:pos x="T2" y="T3"/>
                  </a:cxn>
                </a:cxnLst>
                <a:rect l="0" t="0" r="r" b="b"/>
                <a:pathLst>
                  <a:path w="97" h="2">
                    <a:moveTo>
                      <a:pt x="0" y="0"/>
                    </a:moveTo>
                    <a:lnTo>
                      <a:pt x="97" y="0"/>
                    </a:lnTo>
                  </a:path>
                </a:pathLst>
              </a:custGeom>
              <a:noFill/>
              <a:ln w="6350">
                <a:solidFill>
                  <a:srgbClr val="939598"/>
                </a:solidFill>
                <a:prstDash val="dash"/>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485" name="Group 1262"/>
            <p:cNvGrpSpPr>
              <a:grpSpLocks/>
            </p:cNvGrpSpPr>
            <p:nvPr/>
          </p:nvGrpSpPr>
          <p:grpSpPr bwMode="auto">
            <a:xfrm>
              <a:off x="4656" y="3709"/>
              <a:ext cx="94" cy="2"/>
              <a:chOff x="4656" y="3709"/>
              <a:chExt cx="94" cy="2"/>
            </a:xfrm>
          </p:grpSpPr>
          <p:sp>
            <p:nvSpPr>
              <p:cNvPr id="608" name="Freeform 1263"/>
              <p:cNvSpPr>
                <a:spLocks/>
              </p:cNvSpPr>
              <p:nvPr/>
            </p:nvSpPr>
            <p:spPr bwMode="auto">
              <a:xfrm>
                <a:off x="4656" y="3709"/>
                <a:ext cx="94" cy="2"/>
              </a:xfrm>
              <a:custGeom>
                <a:avLst/>
                <a:gdLst>
                  <a:gd name="T0" fmla="*/ 0 w 94"/>
                  <a:gd name="T1" fmla="*/ 0 h 2"/>
                  <a:gd name="T2" fmla="*/ 94 w 94"/>
                  <a:gd name="T3" fmla="*/ 0 h 2"/>
                  <a:gd name="T4" fmla="*/ 0 60000 65536"/>
                  <a:gd name="T5" fmla="*/ 0 60000 65536"/>
                </a:gdLst>
                <a:ahLst/>
                <a:cxnLst>
                  <a:cxn ang="T4">
                    <a:pos x="T0" y="T1"/>
                  </a:cxn>
                  <a:cxn ang="T5">
                    <a:pos x="T2" y="T3"/>
                  </a:cxn>
                </a:cxnLst>
                <a:rect l="0" t="0" r="r" b="b"/>
                <a:pathLst>
                  <a:path w="94" h="2">
                    <a:moveTo>
                      <a:pt x="0" y="0"/>
                    </a:moveTo>
                    <a:lnTo>
                      <a:pt x="94" y="0"/>
                    </a:lnTo>
                  </a:path>
                </a:pathLst>
              </a:custGeom>
              <a:noFill/>
              <a:ln w="6350">
                <a:solidFill>
                  <a:srgbClr val="939598"/>
                </a:solidFill>
                <a:prstDash val="dash"/>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486" name="Group 1260"/>
            <p:cNvGrpSpPr>
              <a:grpSpLocks/>
            </p:cNvGrpSpPr>
            <p:nvPr/>
          </p:nvGrpSpPr>
          <p:grpSpPr bwMode="auto">
            <a:xfrm>
              <a:off x="4439" y="3709"/>
              <a:ext cx="100" cy="2"/>
              <a:chOff x="4439" y="3709"/>
              <a:chExt cx="100" cy="2"/>
            </a:xfrm>
          </p:grpSpPr>
          <p:sp>
            <p:nvSpPr>
              <p:cNvPr id="607" name="Freeform 1261"/>
              <p:cNvSpPr>
                <a:spLocks/>
              </p:cNvSpPr>
              <p:nvPr/>
            </p:nvSpPr>
            <p:spPr bwMode="auto">
              <a:xfrm>
                <a:off x="4439" y="3709"/>
                <a:ext cx="100" cy="2"/>
              </a:xfrm>
              <a:custGeom>
                <a:avLst/>
                <a:gdLst>
                  <a:gd name="T0" fmla="*/ 0 w 100"/>
                  <a:gd name="T1" fmla="*/ 0 h 2"/>
                  <a:gd name="T2" fmla="*/ 100 w 100"/>
                  <a:gd name="T3" fmla="*/ 0 h 2"/>
                  <a:gd name="T4" fmla="*/ 0 60000 65536"/>
                  <a:gd name="T5" fmla="*/ 0 60000 65536"/>
                </a:gdLst>
                <a:ahLst/>
                <a:cxnLst>
                  <a:cxn ang="T4">
                    <a:pos x="T0" y="T1"/>
                  </a:cxn>
                  <a:cxn ang="T5">
                    <a:pos x="T2" y="T3"/>
                  </a:cxn>
                </a:cxnLst>
                <a:rect l="0" t="0" r="r" b="b"/>
                <a:pathLst>
                  <a:path w="100" h="2">
                    <a:moveTo>
                      <a:pt x="0" y="0"/>
                    </a:moveTo>
                    <a:lnTo>
                      <a:pt x="100" y="0"/>
                    </a:lnTo>
                  </a:path>
                </a:pathLst>
              </a:custGeom>
              <a:noFill/>
              <a:ln w="6350">
                <a:solidFill>
                  <a:srgbClr val="939598"/>
                </a:solidFill>
                <a:prstDash val="dash"/>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487" name="Group 1258"/>
            <p:cNvGrpSpPr>
              <a:grpSpLocks/>
            </p:cNvGrpSpPr>
            <p:nvPr/>
          </p:nvGrpSpPr>
          <p:grpSpPr bwMode="auto">
            <a:xfrm>
              <a:off x="3693" y="3709"/>
              <a:ext cx="629" cy="2"/>
              <a:chOff x="3693" y="3709"/>
              <a:chExt cx="629" cy="2"/>
            </a:xfrm>
          </p:grpSpPr>
          <p:sp>
            <p:nvSpPr>
              <p:cNvPr id="606" name="Freeform 1259"/>
              <p:cNvSpPr>
                <a:spLocks/>
              </p:cNvSpPr>
              <p:nvPr/>
            </p:nvSpPr>
            <p:spPr bwMode="auto">
              <a:xfrm>
                <a:off x="3693" y="3709"/>
                <a:ext cx="629" cy="2"/>
              </a:xfrm>
              <a:custGeom>
                <a:avLst/>
                <a:gdLst>
                  <a:gd name="T0" fmla="*/ 0 w 629"/>
                  <a:gd name="T1" fmla="*/ 0 h 2"/>
                  <a:gd name="T2" fmla="*/ 629 w 629"/>
                  <a:gd name="T3" fmla="*/ 0 h 2"/>
                  <a:gd name="T4" fmla="*/ 0 60000 65536"/>
                  <a:gd name="T5" fmla="*/ 0 60000 65536"/>
                </a:gdLst>
                <a:ahLst/>
                <a:cxnLst>
                  <a:cxn ang="T4">
                    <a:pos x="T0" y="T1"/>
                  </a:cxn>
                  <a:cxn ang="T5">
                    <a:pos x="T2" y="T3"/>
                  </a:cxn>
                </a:cxnLst>
                <a:rect l="0" t="0" r="r" b="b"/>
                <a:pathLst>
                  <a:path w="629" h="2">
                    <a:moveTo>
                      <a:pt x="0" y="0"/>
                    </a:moveTo>
                    <a:lnTo>
                      <a:pt x="629" y="0"/>
                    </a:lnTo>
                  </a:path>
                </a:pathLst>
              </a:custGeom>
              <a:noFill/>
              <a:ln w="6350">
                <a:solidFill>
                  <a:srgbClr val="939598"/>
                </a:solidFill>
                <a:prstDash val="dash"/>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488" name="Group 1256"/>
            <p:cNvGrpSpPr>
              <a:grpSpLocks/>
            </p:cNvGrpSpPr>
            <p:nvPr/>
          </p:nvGrpSpPr>
          <p:grpSpPr bwMode="auto">
            <a:xfrm>
              <a:off x="3478" y="3709"/>
              <a:ext cx="97" cy="2"/>
              <a:chOff x="3478" y="3709"/>
              <a:chExt cx="97" cy="2"/>
            </a:xfrm>
          </p:grpSpPr>
          <p:sp>
            <p:nvSpPr>
              <p:cNvPr id="605" name="Freeform 1257"/>
              <p:cNvSpPr>
                <a:spLocks/>
              </p:cNvSpPr>
              <p:nvPr/>
            </p:nvSpPr>
            <p:spPr bwMode="auto">
              <a:xfrm>
                <a:off x="3478" y="3709"/>
                <a:ext cx="97" cy="2"/>
              </a:xfrm>
              <a:custGeom>
                <a:avLst/>
                <a:gdLst>
                  <a:gd name="T0" fmla="*/ 0 w 97"/>
                  <a:gd name="T1" fmla="*/ 0 h 2"/>
                  <a:gd name="T2" fmla="*/ 97 w 97"/>
                  <a:gd name="T3" fmla="*/ 0 h 2"/>
                  <a:gd name="T4" fmla="*/ 0 60000 65536"/>
                  <a:gd name="T5" fmla="*/ 0 60000 65536"/>
                </a:gdLst>
                <a:ahLst/>
                <a:cxnLst>
                  <a:cxn ang="T4">
                    <a:pos x="T0" y="T1"/>
                  </a:cxn>
                  <a:cxn ang="T5">
                    <a:pos x="T2" y="T3"/>
                  </a:cxn>
                </a:cxnLst>
                <a:rect l="0" t="0" r="r" b="b"/>
                <a:pathLst>
                  <a:path w="97" h="2">
                    <a:moveTo>
                      <a:pt x="0" y="0"/>
                    </a:moveTo>
                    <a:lnTo>
                      <a:pt x="97" y="0"/>
                    </a:lnTo>
                  </a:path>
                </a:pathLst>
              </a:custGeom>
              <a:noFill/>
              <a:ln w="6350">
                <a:solidFill>
                  <a:srgbClr val="939598"/>
                </a:solidFill>
                <a:prstDash val="dash"/>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489" name="Group 1254"/>
            <p:cNvGrpSpPr>
              <a:grpSpLocks/>
            </p:cNvGrpSpPr>
            <p:nvPr/>
          </p:nvGrpSpPr>
          <p:grpSpPr bwMode="auto">
            <a:xfrm>
              <a:off x="3267" y="3709"/>
              <a:ext cx="94" cy="2"/>
              <a:chOff x="3267" y="3709"/>
              <a:chExt cx="94" cy="2"/>
            </a:xfrm>
          </p:grpSpPr>
          <p:sp>
            <p:nvSpPr>
              <p:cNvPr id="604" name="Freeform 1255"/>
              <p:cNvSpPr>
                <a:spLocks/>
              </p:cNvSpPr>
              <p:nvPr/>
            </p:nvSpPr>
            <p:spPr bwMode="auto">
              <a:xfrm>
                <a:off x="3267" y="3709"/>
                <a:ext cx="94" cy="2"/>
              </a:xfrm>
              <a:custGeom>
                <a:avLst/>
                <a:gdLst>
                  <a:gd name="T0" fmla="*/ 0 w 94"/>
                  <a:gd name="T1" fmla="*/ 0 h 2"/>
                  <a:gd name="T2" fmla="*/ 94 w 94"/>
                  <a:gd name="T3" fmla="*/ 0 h 2"/>
                  <a:gd name="T4" fmla="*/ 0 60000 65536"/>
                  <a:gd name="T5" fmla="*/ 0 60000 65536"/>
                </a:gdLst>
                <a:ahLst/>
                <a:cxnLst>
                  <a:cxn ang="T4">
                    <a:pos x="T0" y="T1"/>
                  </a:cxn>
                  <a:cxn ang="T5">
                    <a:pos x="T2" y="T3"/>
                  </a:cxn>
                </a:cxnLst>
                <a:rect l="0" t="0" r="r" b="b"/>
                <a:pathLst>
                  <a:path w="94" h="2">
                    <a:moveTo>
                      <a:pt x="0" y="0"/>
                    </a:moveTo>
                    <a:lnTo>
                      <a:pt x="94" y="0"/>
                    </a:lnTo>
                  </a:path>
                </a:pathLst>
              </a:custGeom>
              <a:noFill/>
              <a:ln w="6350">
                <a:solidFill>
                  <a:srgbClr val="939598"/>
                </a:solidFill>
                <a:prstDash val="dash"/>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490" name="Group 1252"/>
            <p:cNvGrpSpPr>
              <a:grpSpLocks/>
            </p:cNvGrpSpPr>
            <p:nvPr/>
          </p:nvGrpSpPr>
          <p:grpSpPr bwMode="auto">
            <a:xfrm>
              <a:off x="3049" y="3709"/>
              <a:ext cx="100" cy="2"/>
              <a:chOff x="3049" y="3709"/>
              <a:chExt cx="100" cy="2"/>
            </a:xfrm>
          </p:grpSpPr>
          <p:sp>
            <p:nvSpPr>
              <p:cNvPr id="603" name="Freeform 1253"/>
              <p:cNvSpPr>
                <a:spLocks/>
              </p:cNvSpPr>
              <p:nvPr/>
            </p:nvSpPr>
            <p:spPr bwMode="auto">
              <a:xfrm>
                <a:off x="3049" y="3709"/>
                <a:ext cx="100" cy="2"/>
              </a:xfrm>
              <a:custGeom>
                <a:avLst/>
                <a:gdLst>
                  <a:gd name="T0" fmla="*/ 0 w 100"/>
                  <a:gd name="T1" fmla="*/ 0 h 2"/>
                  <a:gd name="T2" fmla="*/ 100 w 100"/>
                  <a:gd name="T3" fmla="*/ 0 h 2"/>
                  <a:gd name="T4" fmla="*/ 0 60000 65536"/>
                  <a:gd name="T5" fmla="*/ 0 60000 65536"/>
                </a:gdLst>
                <a:ahLst/>
                <a:cxnLst>
                  <a:cxn ang="T4">
                    <a:pos x="T0" y="T1"/>
                  </a:cxn>
                  <a:cxn ang="T5">
                    <a:pos x="T2" y="T3"/>
                  </a:cxn>
                </a:cxnLst>
                <a:rect l="0" t="0" r="r" b="b"/>
                <a:pathLst>
                  <a:path w="100" h="2">
                    <a:moveTo>
                      <a:pt x="0" y="0"/>
                    </a:moveTo>
                    <a:lnTo>
                      <a:pt x="100" y="0"/>
                    </a:lnTo>
                  </a:path>
                </a:pathLst>
              </a:custGeom>
              <a:noFill/>
              <a:ln w="6350">
                <a:solidFill>
                  <a:srgbClr val="939598"/>
                </a:solidFill>
                <a:prstDash val="dash"/>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491" name="Group 1250"/>
            <p:cNvGrpSpPr>
              <a:grpSpLocks/>
            </p:cNvGrpSpPr>
            <p:nvPr/>
          </p:nvGrpSpPr>
          <p:grpSpPr bwMode="auto">
            <a:xfrm>
              <a:off x="2518" y="3709"/>
              <a:ext cx="414" cy="2"/>
              <a:chOff x="2518" y="3709"/>
              <a:chExt cx="414" cy="2"/>
            </a:xfrm>
          </p:grpSpPr>
          <p:sp>
            <p:nvSpPr>
              <p:cNvPr id="602" name="Freeform 1251"/>
              <p:cNvSpPr>
                <a:spLocks/>
              </p:cNvSpPr>
              <p:nvPr/>
            </p:nvSpPr>
            <p:spPr bwMode="auto">
              <a:xfrm>
                <a:off x="2518" y="3709"/>
                <a:ext cx="414" cy="2"/>
              </a:xfrm>
              <a:custGeom>
                <a:avLst/>
                <a:gdLst>
                  <a:gd name="T0" fmla="*/ 0 w 414"/>
                  <a:gd name="T1" fmla="*/ 0 h 2"/>
                  <a:gd name="T2" fmla="*/ 414 w 414"/>
                  <a:gd name="T3" fmla="*/ 0 h 2"/>
                  <a:gd name="T4" fmla="*/ 0 60000 65536"/>
                  <a:gd name="T5" fmla="*/ 0 60000 65536"/>
                </a:gdLst>
                <a:ahLst/>
                <a:cxnLst>
                  <a:cxn ang="T4">
                    <a:pos x="T0" y="T1"/>
                  </a:cxn>
                  <a:cxn ang="T5">
                    <a:pos x="T2" y="T3"/>
                  </a:cxn>
                </a:cxnLst>
                <a:rect l="0" t="0" r="r" b="b"/>
                <a:pathLst>
                  <a:path w="414" h="2">
                    <a:moveTo>
                      <a:pt x="0" y="0"/>
                    </a:moveTo>
                    <a:lnTo>
                      <a:pt x="414" y="0"/>
                    </a:lnTo>
                  </a:path>
                </a:pathLst>
              </a:custGeom>
              <a:noFill/>
              <a:ln w="6350">
                <a:solidFill>
                  <a:srgbClr val="939598"/>
                </a:solidFill>
                <a:prstDash val="dash"/>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492" name="Group 1248"/>
            <p:cNvGrpSpPr>
              <a:grpSpLocks/>
            </p:cNvGrpSpPr>
            <p:nvPr/>
          </p:nvGrpSpPr>
          <p:grpSpPr bwMode="auto">
            <a:xfrm>
              <a:off x="2309" y="3709"/>
              <a:ext cx="91" cy="2"/>
              <a:chOff x="2309" y="3709"/>
              <a:chExt cx="91" cy="2"/>
            </a:xfrm>
          </p:grpSpPr>
          <p:sp>
            <p:nvSpPr>
              <p:cNvPr id="601" name="Freeform 1249"/>
              <p:cNvSpPr>
                <a:spLocks/>
              </p:cNvSpPr>
              <p:nvPr/>
            </p:nvSpPr>
            <p:spPr bwMode="auto">
              <a:xfrm>
                <a:off x="2309" y="3709"/>
                <a:ext cx="91" cy="2"/>
              </a:xfrm>
              <a:custGeom>
                <a:avLst/>
                <a:gdLst>
                  <a:gd name="T0" fmla="*/ 0 w 91"/>
                  <a:gd name="T1" fmla="*/ 0 h 2"/>
                  <a:gd name="T2" fmla="*/ 91 w 91"/>
                  <a:gd name="T3" fmla="*/ 0 h 2"/>
                  <a:gd name="T4" fmla="*/ 0 60000 65536"/>
                  <a:gd name="T5" fmla="*/ 0 60000 65536"/>
                </a:gdLst>
                <a:ahLst/>
                <a:cxnLst>
                  <a:cxn ang="T4">
                    <a:pos x="T0" y="T1"/>
                  </a:cxn>
                  <a:cxn ang="T5">
                    <a:pos x="T2" y="T3"/>
                  </a:cxn>
                </a:cxnLst>
                <a:rect l="0" t="0" r="r" b="b"/>
                <a:pathLst>
                  <a:path w="91" h="2">
                    <a:moveTo>
                      <a:pt x="0" y="0"/>
                    </a:moveTo>
                    <a:lnTo>
                      <a:pt x="91" y="0"/>
                    </a:lnTo>
                  </a:path>
                </a:pathLst>
              </a:custGeom>
              <a:noFill/>
              <a:ln w="6350">
                <a:solidFill>
                  <a:srgbClr val="939598"/>
                </a:solidFill>
                <a:prstDash val="dash"/>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493" name="Group 1246"/>
            <p:cNvGrpSpPr>
              <a:grpSpLocks/>
            </p:cNvGrpSpPr>
            <p:nvPr/>
          </p:nvGrpSpPr>
          <p:grpSpPr bwMode="auto">
            <a:xfrm>
              <a:off x="2095" y="3709"/>
              <a:ext cx="97" cy="2"/>
              <a:chOff x="2095" y="3709"/>
              <a:chExt cx="97" cy="2"/>
            </a:xfrm>
          </p:grpSpPr>
          <p:sp>
            <p:nvSpPr>
              <p:cNvPr id="600" name="Freeform 1247"/>
              <p:cNvSpPr>
                <a:spLocks/>
              </p:cNvSpPr>
              <p:nvPr/>
            </p:nvSpPr>
            <p:spPr bwMode="auto">
              <a:xfrm>
                <a:off x="2095" y="3709"/>
                <a:ext cx="97" cy="2"/>
              </a:xfrm>
              <a:custGeom>
                <a:avLst/>
                <a:gdLst>
                  <a:gd name="T0" fmla="*/ 0 w 97"/>
                  <a:gd name="T1" fmla="*/ 0 h 2"/>
                  <a:gd name="T2" fmla="*/ 97 w 97"/>
                  <a:gd name="T3" fmla="*/ 0 h 2"/>
                  <a:gd name="T4" fmla="*/ 0 60000 65536"/>
                  <a:gd name="T5" fmla="*/ 0 60000 65536"/>
                </a:gdLst>
                <a:ahLst/>
                <a:cxnLst>
                  <a:cxn ang="T4">
                    <a:pos x="T0" y="T1"/>
                  </a:cxn>
                  <a:cxn ang="T5">
                    <a:pos x="T2" y="T3"/>
                  </a:cxn>
                </a:cxnLst>
                <a:rect l="0" t="0" r="r" b="b"/>
                <a:pathLst>
                  <a:path w="97" h="2">
                    <a:moveTo>
                      <a:pt x="0" y="0"/>
                    </a:moveTo>
                    <a:lnTo>
                      <a:pt x="97" y="0"/>
                    </a:lnTo>
                  </a:path>
                </a:pathLst>
              </a:custGeom>
              <a:noFill/>
              <a:ln w="6350">
                <a:solidFill>
                  <a:srgbClr val="939598"/>
                </a:solidFill>
                <a:prstDash val="dash"/>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494" name="Group 1244"/>
            <p:cNvGrpSpPr>
              <a:grpSpLocks/>
            </p:cNvGrpSpPr>
            <p:nvPr/>
          </p:nvGrpSpPr>
          <p:grpSpPr bwMode="auto">
            <a:xfrm>
              <a:off x="1883" y="3709"/>
              <a:ext cx="94" cy="2"/>
              <a:chOff x="1883" y="3709"/>
              <a:chExt cx="94" cy="2"/>
            </a:xfrm>
          </p:grpSpPr>
          <p:sp>
            <p:nvSpPr>
              <p:cNvPr id="599" name="Freeform 1245"/>
              <p:cNvSpPr>
                <a:spLocks/>
              </p:cNvSpPr>
              <p:nvPr/>
            </p:nvSpPr>
            <p:spPr bwMode="auto">
              <a:xfrm>
                <a:off x="1883" y="3709"/>
                <a:ext cx="94" cy="2"/>
              </a:xfrm>
              <a:custGeom>
                <a:avLst/>
                <a:gdLst>
                  <a:gd name="T0" fmla="*/ 0 w 94"/>
                  <a:gd name="T1" fmla="*/ 0 h 2"/>
                  <a:gd name="T2" fmla="*/ 94 w 94"/>
                  <a:gd name="T3" fmla="*/ 0 h 2"/>
                  <a:gd name="T4" fmla="*/ 0 60000 65536"/>
                  <a:gd name="T5" fmla="*/ 0 60000 65536"/>
                </a:gdLst>
                <a:ahLst/>
                <a:cxnLst>
                  <a:cxn ang="T4">
                    <a:pos x="T0" y="T1"/>
                  </a:cxn>
                  <a:cxn ang="T5">
                    <a:pos x="T2" y="T3"/>
                  </a:cxn>
                </a:cxnLst>
                <a:rect l="0" t="0" r="r" b="b"/>
                <a:pathLst>
                  <a:path w="94" h="2">
                    <a:moveTo>
                      <a:pt x="0" y="0"/>
                    </a:moveTo>
                    <a:lnTo>
                      <a:pt x="94" y="0"/>
                    </a:lnTo>
                  </a:path>
                </a:pathLst>
              </a:custGeom>
              <a:noFill/>
              <a:ln w="6350">
                <a:solidFill>
                  <a:srgbClr val="939598"/>
                </a:solidFill>
                <a:prstDash val="dash"/>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495" name="Group 1242"/>
            <p:cNvGrpSpPr>
              <a:grpSpLocks/>
            </p:cNvGrpSpPr>
            <p:nvPr/>
          </p:nvGrpSpPr>
          <p:grpSpPr bwMode="auto">
            <a:xfrm>
              <a:off x="1666" y="3709"/>
              <a:ext cx="100" cy="2"/>
              <a:chOff x="1666" y="3709"/>
              <a:chExt cx="100" cy="2"/>
            </a:xfrm>
          </p:grpSpPr>
          <p:sp>
            <p:nvSpPr>
              <p:cNvPr id="598" name="Freeform 1243"/>
              <p:cNvSpPr>
                <a:spLocks/>
              </p:cNvSpPr>
              <p:nvPr/>
            </p:nvSpPr>
            <p:spPr bwMode="auto">
              <a:xfrm>
                <a:off x="1666" y="3709"/>
                <a:ext cx="100" cy="2"/>
              </a:xfrm>
              <a:custGeom>
                <a:avLst/>
                <a:gdLst>
                  <a:gd name="T0" fmla="*/ 0 w 100"/>
                  <a:gd name="T1" fmla="*/ 0 h 2"/>
                  <a:gd name="T2" fmla="*/ 100 w 100"/>
                  <a:gd name="T3" fmla="*/ 0 h 2"/>
                  <a:gd name="T4" fmla="*/ 0 60000 65536"/>
                  <a:gd name="T5" fmla="*/ 0 60000 65536"/>
                </a:gdLst>
                <a:ahLst/>
                <a:cxnLst>
                  <a:cxn ang="T4">
                    <a:pos x="T0" y="T1"/>
                  </a:cxn>
                  <a:cxn ang="T5">
                    <a:pos x="T2" y="T3"/>
                  </a:cxn>
                </a:cxnLst>
                <a:rect l="0" t="0" r="r" b="b"/>
                <a:pathLst>
                  <a:path w="100" h="2">
                    <a:moveTo>
                      <a:pt x="0" y="0"/>
                    </a:moveTo>
                    <a:lnTo>
                      <a:pt x="100" y="0"/>
                    </a:lnTo>
                  </a:path>
                </a:pathLst>
              </a:custGeom>
              <a:noFill/>
              <a:ln w="6350">
                <a:solidFill>
                  <a:srgbClr val="939598"/>
                </a:solidFill>
                <a:prstDash val="dash"/>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496" name="Group 1240"/>
            <p:cNvGrpSpPr>
              <a:grpSpLocks/>
            </p:cNvGrpSpPr>
            <p:nvPr/>
          </p:nvGrpSpPr>
          <p:grpSpPr bwMode="auto">
            <a:xfrm>
              <a:off x="1213" y="3709"/>
              <a:ext cx="335" cy="2"/>
              <a:chOff x="1213" y="3709"/>
              <a:chExt cx="335" cy="2"/>
            </a:xfrm>
          </p:grpSpPr>
          <p:sp>
            <p:nvSpPr>
              <p:cNvPr id="597" name="Freeform 1241"/>
              <p:cNvSpPr>
                <a:spLocks/>
              </p:cNvSpPr>
              <p:nvPr/>
            </p:nvSpPr>
            <p:spPr bwMode="auto">
              <a:xfrm>
                <a:off x="1213" y="3709"/>
                <a:ext cx="335" cy="2"/>
              </a:xfrm>
              <a:custGeom>
                <a:avLst/>
                <a:gdLst>
                  <a:gd name="T0" fmla="*/ 0 w 335"/>
                  <a:gd name="T1" fmla="*/ 0 h 2"/>
                  <a:gd name="T2" fmla="*/ 335 w 335"/>
                  <a:gd name="T3" fmla="*/ 0 h 2"/>
                  <a:gd name="T4" fmla="*/ 0 60000 65536"/>
                  <a:gd name="T5" fmla="*/ 0 60000 65536"/>
                </a:gdLst>
                <a:ahLst/>
                <a:cxnLst>
                  <a:cxn ang="T4">
                    <a:pos x="T0" y="T1"/>
                  </a:cxn>
                  <a:cxn ang="T5">
                    <a:pos x="T2" y="T3"/>
                  </a:cxn>
                </a:cxnLst>
                <a:rect l="0" t="0" r="r" b="b"/>
                <a:pathLst>
                  <a:path w="335" h="2">
                    <a:moveTo>
                      <a:pt x="0" y="0"/>
                    </a:moveTo>
                    <a:lnTo>
                      <a:pt x="335" y="0"/>
                    </a:lnTo>
                  </a:path>
                </a:pathLst>
              </a:custGeom>
              <a:noFill/>
              <a:ln w="6350">
                <a:solidFill>
                  <a:srgbClr val="939598"/>
                </a:solidFill>
                <a:prstDash val="dash"/>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497" name="Group 1238"/>
            <p:cNvGrpSpPr>
              <a:grpSpLocks/>
            </p:cNvGrpSpPr>
            <p:nvPr/>
          </p:nvGrpSpPr>
          <p:grpSpPr bwMode="auto">
            <a:xfrm>
              <a:off x="1548" y="2762"/>
              <a:ext cx="118" cy="1457"/>
              <a:chOff x="1548" y="2762"/>
              <a:chExt cx="118" cy="1457"/>
            </a:xfrm>
          </p:grpSpPr>
          <p:sp>
            <p:nvSpPr>
              <p:cNvPr id="596" name="Freeform 1239"/>
              <p:cNvSpPr>
                <a:spLocks/>
              </p:cNvSpPr>
              <p:nvPr/>
            </p:nvSpPr>
            <p:spPr bwMode="auto">
              <a:xfrm>
                <a:off x="1548" y="2762"/>
                <a:ext cx="118" cy="1457"/>
              </a:xfrm>
              <a:custGeom>
                <a:avLst/>
                <a:gdLst>
                  <a:gd name="T0" fmla="*/ 0 w 118"/>
                  <a:gd name="T1" fmla="*/ 4218 h 1457"/>
                  <a:gd name="T2" fmla="*/ 118 w 118"/>
                  <a:gd name="T3" fmla="*/ 4218 h 1457"/>
                  <a:gd name="T4" fmla="*/ 118 w 118"/>
                  <a:gd name="T5" fmla="*/ 2762 h 1457"/>
                  <a:gd name="T6" fmla="*/ 0 w 118"/>
                  <a:gd name="T7" fmla="*/ 2762 h 1457"/>
                  <a:gd name="T8" fmla="*/ 0 w 118"/>
                  <a:gd name="T9" fmla="*/ 4218 h 145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18" h="1457">
                    <a:moveTo>
                      <a:pt x="0" y="1456"/>
                    </a:moveTo>
                    <a:lnTo>
                      <a:pt x="118" y="1456"/>
                    </a:lnTo>
                    <a:lnTo>
                      <a:pt x="118" y="0"/>
                    </a:lnTo>
                    <a:lnTo>
                      <a:pt x="0" y="0"/>
                    </a:lnTo>
                    <a:lnTo>
                      <a:pt x="0" y="145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498" name="Group 1236"/>
            <p:cNvGrpSpPr>
              <a:grpSpLocks/>
            </p:cNvGrpSpPr>
            <p:nvPr/>
          </p:nvGrpSpPr>
          <p:grpSpPr bwMode="auto">
            <a:xfrm>
              <a:off x="1766" y="2070"/>
              <a:ext cx="118" cy="2149"/>
              <a:chOff x="1766" y="2070"/>
              <a:chExt cx="118" cy="2149"/>
            </a:xfrm>
          </p:grpSpPr>
          <p:sp>
            <p:nvSpPr>
              <p:cNvPr id="595" name="Freeform 1237"/>
              <p:cNvSpPr>
                <a:spLocks/>
              </p:cNvSpPr>
              <p:nvPr/>
            </p:nvSpPr>
            <p:spPr bwMode="auto">
              <a:xfrm>
                <a:off x="1766" y="2070"/>
                <a:ext cx="118" cy="2149"/>
              </a:xfrm>
              <a:custGeom>
                <a:avLst/>
                <a:gdLst>
                  <a:gd name="T0" fmla="*/ 0 w 118"/>
                  <a:gd name="T1" fmla="*/ 4218 h 2149"/>
                  <a:gd name="T2" fmla="*/ 117 w 118"/>
                  <a:gd name="T3" fmla="*/ 4218 h 2149"/>
                  <a:gd name="T4" fmla="*/ 117 w 118"/>
                  <a:gd name="T5" fmla="*/ 2070 h 2149"/>
                  <a:gd name="T6" fmla="*/ 0 w 118"/>
                  <a:gd name="T7" fmla="*/ 2070 h 2149"/>
                  <a:gd name="T8" fmla="*/ 0 w 118"/>
                  <a:gd name="T9" fmla="*/ 4218 h 214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18" h="2149">
                    <a:moveTo>
                      <a:pt x="0" y="2148"/>
                    </a:moveTo>
                    <a:lnTo>
                      <a:pt x="117" y="2148"/>
                    </a:lnTo>
                    <a:lnTo>
                      <a:pt x="117" y="0"/>
                    </a:lnTo>
                    <a:lnTo>
                      <a:pt x="0" y="0"/>
                    </a:lnTo>
                    <a:lnTo>
                      <a:pt x="0" y="2148"/>
                    </a:lnTo>
                    <a:close/>
                  </a:path>
                </a:pathLst>
              </a:custGeom>
              <a:solidFill>
                <a:srgbClr val="6D6E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499" name="Group 1234"/>
            <p:cNvGrpSpPr>
              <a:grpSpLocks/>
            </p:cNvGrpSpPr>
            <p:nvPr/>
          </p:nvGrpSpPr>
          <p:grpSpPr bwMode="auto">
            <a:xfrm>
              <a:off x="1977" y="2271"/>
              <a:ext cx="118" cy="1948"/>
              <a:chOff x="1977" y="2271"/>
              <a:chExt cx="118" cy="1948"/>
            </a:xfrm>
          </p:grpSpPr>
          <p:sp>
            <p:nvSpPr>
              <p:cNvPr id="594" name="Freeform 1235"/>
              <p:cNvSpPr>
                <a:spLocks/>
              </p:cNvSpPr>
              <p:nvPr/>
            </p:nvSpPr>
            <p:spPr bwMode="auto">
              <a:xfrm>
                <a:off x="1977" y="2271"/>
                <a:ext cx="118" cy="1948"/>
              </a:xfrm>
              <a:custGeom>
                <a:avLst/>
                <a:gdLst>
                  <a:gd name="T0" fmla="*/ 0 w 118"/>
                  <a:gd name="T1" fmla="*/ 4218 h 1948"/>
                  <a:gd name="T2" fmla="*/ 118 w 118"/>
                  <a:gd name="T3" fmla="*/ 4218 h 1948"/>
                  <a:gd name="T4" fmla="*/ 118 w 118"/>
                  <a:gd name="T5" fmla="*/ 2271 h 1948"/>
                  <a:gd name="T6" fmla="*/ 0 w 118"/>
                  <a:gd name="T7" fmla="*/ 2271 h 1948"/>
                  <a:gd name="T8" fmla="*/ 0 w 118"/>
                  <a:gd name="T9" fmla="*/ 4218 h 194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18" h="1948">
                    <a:moveTo>
                      <a:pt x="0" y="1947"/>
                    </a:moveTo>
                    <a:lnTo>
                      <a:pt x="118" y="1947"/>
                    </a:lnTo>
                    <a:lnTo>
                      <a:pt x="118" y="0"/>
                    </a:lnTo>
                    <a:lnTo>
                      <a:pt x="0" y="0"/>
                    </a:lnTo>
                    <a:lnTo>
                      <a:pt x="0" y="1947"/>
                    </a:lnTo>
                    <a:close/>
                  </a:path>
                </a:pathLst>
              </a:custGeom>
              <a:solidFill>
                <a:srgbClr val="A7A9A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500" name="Group 1232"/>
            <p:cNvGrpSpPr>
              <a:grpSpLocks/>
            </p:cNvGrpSpPr>
            <p:nvPr/>
          </p:nvGrpSpPr>
          <p:grpSpPr bwMode="auto">
            <a:xfrm>
              <a:off x="2192" y="2562"/>
              <a:ext cx="118" cy="1656"/>
              <a:chOff x="2192" y="2562"/>
              <a:chExt cx="118" cy="1656"/>
            </a:xfrm>
          </p:grpSpPr>
          <p:sp>
            <p:nvSpPr>
              <p:cNvPr id="593" name="Freeform 1233"/>
              <p:cNvSpPr>
                <a:spLocks/>
              </p:cNvSpPr>
              <p:nvPr/>
            </p:nvSpPr>
            <p:spPr bwMode="auto">
              <a:xfrm>
                <a:off x="2192" y="2562"/>
                <a:ext cx="118" cy="1656"/>
              </a:xfrm>
              <a:custGeom>
                <a:avLst/>
                <a:gdLst>
                  <a:gd name="T0" fmla="*/ 0 w 118"/>
                  <a:gd name="T1" fmla="*/ 4218 h 1656"/>
                  <a:gd name="T2" fmla="*/ 117 w 118"/>
                  <a:gd name="T3" fmla="*/ 4218 h 1656"/>
                  <a:gd name="T4" fmla="*/ 117 w 118"/>
                  <a:gd name="T5" fmla="*/ 2562 h 1656"/>
                  <a:gd name="T6" fmla="*/ 0 w 118"/>
                  <a:gd name="T7" fmla="*/ 2562 h 1656"/>
                  <a:gd name="T8" fmla="*/ 0 w 118"/>
                  <a:gd name="T9" fmla="*/ 4218 h 165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18" h="1656">
                    <a:moveTo>
                      <a:pt x="0" y="1656"/>
                    </a:moveTo>
                    <a:lnTo>
                      <a:pt x="117" y="1656"/>
                    </a:lnTo>
                    <a:lnTo>
                      <a:pt x="117" y="0"/>
                    </a:lnTo>
                    <a:lnTo>
                      <a:pt x="0" y="0"/>
                    </a:lnTo>
                    <a:lnTo>
                      <a:pt x="0" y="1656"/>
                    </a:lnTo>
                    <a:close/>
                  </a:path>
                </a:pathLst>
              </a:custGeom>
              <a:solidFill>
                <a:srgbClr val="00428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501" name="Group 1230"/>
            <p:cNvGrpSpPr>
              <a:grpSpLocks/>
            </p:cNvGrpSpPr>
            <p:nvPr/>
          </p:nvGrpSpPr>
          <p:grpSpPr bwMode="auto">
            <a:xfrm>
              <a:off x="2400" y="3118"/>
              <a:ext cx="118" cy="1101"/>
              <a:chOff x="2400" y="3118"/>
              <a:chExt cx="118" cy="1101"/>
            </a:xfrm>
          </p:grpSpPr>
          <p:sp>
            <p:nvSpPr>
              <p:cNvPr id="592" name="Freeform 1231"/>
              <p:cNvSpPr>
                <a:spLocks/>
              </p:cNvSpPr>
              <p:nvPr/>
            </p:nvSpPr>
            <p:spPr bwMode="auto">
              <a:xfrm>
                <a:off x="2400" y="3118"/>
                <a:ext cx="118" cy="1101"/>
              </a:xfrm>
              <a:custGeom>
                <a:avLst/>
                <a:gdLst>
                  <a:gd name="T0" fmla="*/ 0 w 118"/>
                  <a:gd name="T1" fmla="*/ 4218 h 1101"/>
                  <a:gd name="T2" fmla="*/ 118 w 118"/>
                  <a:gd name="T3" fmla="*/ 4218 h 1101"/>
                  <a:gd name="T4" fmla="*/ 118 w 118"/>
                  <a:gd name="T5" fmla="*/ 3118 h 1101"/>
                  <a:gd name="T6" fmla="*/ 0 w 118"/>
                  <a:gd name="T7" fmla="*/ 3118 h 1101"/>
                  <a:gd name="T8" fmla="*/ 0 w 118"/>
                  <a:gd name="T9" fmla="*/ 4218 h 110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18" h="1101">
                    <a:moveTo>
                      <a:pt x="0" y="1100"/>
                    </a:moveTo>
                    <a:lnTo>
                      <a:pt x="118" y="1100"/>
                    </a:lnTo>
                    <a:lnTo>
                      <a:pt x="118" y="0"/>
                    </a:lnTo>
                    <a:lnTo>
                      <a:pt x="0" y="0"/>
                    </a:lnTo>
                    <a:lnTo>
                      <a:pt x="0" y="1100"/>
                    </a:lnTo>
                    <a:close/>
                  </a:path>
                </a:pathLst>
              </a:custGeom>
              <a:solidFill>
                <a:srgbClr val="48669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502" name="Group 1228"/>
            <p:cNvGrpSpPr>
              <a:grpSpLocks/>
            </p:cNvGrpSpPr>
            <p:nvPr/>
          </p:nvGrpSpPr>
          <p:grpSpPr bwMode="auto">
            <a:xfrm>
              <a:off x="9865" y="3197"/>
              <a:ext cx="118" cy="1022"/>
              <a:chOff x="9865" y="3197"/>
              <a:chExt cx="118" cy="1022"/>
            </a:xfrm>
          </p:grpSpPr>
          <p:sp>
            <p:nvSpPr>
              <p:cNvPr id="591" name="Freeform 1229"/>
              <p:cNvSpPr>
                <a:spLocks/>
              </p:cNvSpPr>
              <p:nvPr/>
            </p:nvSpPr>
            <p:spPr bwMode="auto">
              <a:xfrm>
                <a:off x="9865" y="3197"/>
                <a:ext cx="118" cy="1022"/>
              </a:xfrm>
              <a:custGeom>
                <a:avLst/>
                <a:gdLst>
                  <a:gd name="T0" fmla="*/ 0 w 118"/>
                  <a:gd name="T1" fmla="*/ 4218 h 1022"/>
                  <a:gd name="T2" fmla="*/ 118 w 118"/>
                  <a:gd name="T3" fmla="*/ 4218 h 1022"/>
                  <a:gd name="T4" fmla="*/ 118 w 118"/>
                  <a:gd name="T5" fmla="*/ 3197 h 1022"/>
                  <a:gd name="T6" fmla="*/ 0 w 118"/>
                  <a:gd name="T7" fmla="*/ 3197 h 1022"/>
                  <a:gd name="T8" fmla="*/ 0 w 118"/>
                  <a:gd name="T9" fmla="*/ 4218 h 102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18" h="1022">
                    <a:moveTo>
                      <a:pt x="0" y="1021"/>
                    </a:moveTo>
                    <a:lnTo>
                      <a:pt x="118" y="1021"/>
                    </a:lnTo>
                    <a:lnTo>
                      <a:pt x="118" y="0"/>
                    </a:lnTo>
                    <a:lnTo>
                      <a:pt x="0" y="0"/>
                    </a:lnTo>
                    <a:lnTo>
                      <a:pt x="0" y="102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503" name="Group 1226"/>
            <p:cNvGrpSpPr>
              <a:grpSpLocks/>
            </p:cNvGrpSpPr>
            <p:nvPr/>
          </p:nvGrpSpPr>
          <p:grpSpPr bwMode="auto">
            <a:xfrm>
              <a:off x="10083" y="2788"/>
              <a:ext cx="118" cy="1430"/>
              <a:chOff x="10083" y="2788"/>
              <a:chExt cx="118" cy="1430"/>
            </a:xfrm>
          </p:grpSpPr>
          <p:sp>
            <p:nvSpPr>
              <p:cNvPr id="590" name="Freeform 1227"/>
              <p:cNvSpPr>
                <a:spLocks/>
              </p:cNvSpPr>
              <p:nvPr/>
            </p:nvSpPr>
            <p:spPr bwMode="auto">
              <a:xfrm>
                <a:off x="10083" y="2788"/>
                <a:ext cx="118" cy="1430"/>
              </a:xfrm>
              <a:custGeom>
                <a:avLst/>
                <a:gdLst>
                  <a:gd name="T0" fmla="*/ 0 w 118"/>
                  <a:gd name="T1" fmla="*/ 4218 h 1430"/>
                  <a:gd name="T2" fmla="*/ 117 w 118"/>
                  <a:gd name="T3" fmla="*/ 4218 h 1430"/>
                  <a:gd name="T4" fmla="*/ 117 w 118"/>
                  <a:gd name="T5" fmla="*/ 2788 h 1430"/>
                  <a:gd name="T6" fmla="*/ 0 w 118"/>
                  <a:gd name="T7" fmla="*/ 2788 h 1430"/>
                  <a:gd name="T8" fmla="*/ 0 w 118"/>
                  <a:gd name="T9" fmla="*/ 4218 h 143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18" h="1430">
                    <a:moveTo>
                      <a:pt x="0" y="1430"/>
                    </a:moveTo>
                    <a:lnTo>
                      <a:pt x="117" y="1430"/>
                    </a:lnTo>
                    <a:lnTo>
                      <a:pt x="117" y="0"/>
                    </a:lnTo>
                    <a:lnTo>
                      <a:pt x="0" y="0"/>
                    </a:lnTo>
                    <a:lnTo>
                      <a:pt x="0" y="1430"/>
                    </a:lnTo>
                    <a:close/>
                  </a:path>
                </a:pathLst>
              </a:custGeom>
              <a:solidFill>
                <a:srgbClr val="6D6E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504" name="Group 1224"/>
            <p:cNvGrpSpPr>
              <a:grpSpLocks/>
            </p:cNvGrpSpPr>
            <p:nvPr/>
          </p:nvGrpSpPr>
          <p:grpSpPr bwMode="auto">
            <a:xfrm>
              <a:off x="10294" y="2544"/>
              <a:ext cx="118" cy="1674"/>
              <a:chOff x="10294" y="2544"/>
              <a:chExt cx="118" cy="1674"/>
            </a:xfrm>
          </p:grpSpPr>
          <p:sp>
            <p:nvSpPr>
              <p:cNvPr id="589" name="Freeform 1225"/>
              <p:cNvSpPr>
                <a:spLocks/>
              </p:cNvSpPr>
              <p:nvPr/>
            </p:nvSpPr>
            <p:spPr bwMode="auto">
              <a:xfrm>
                <a:off x="10294" y="2544"/>
                <a:ext cx="118" cy="1674"/>
              </a:xfrm>
              <a:custGeom>
                <a:avLst/>
                <a:gdLst>
                  <a:gd name="T0" fmla="*/ 0 w 118"/>
                  <a:gd name="T1" fmla="*/ 4218 h 1674"/>
                  <a:gd name="T2" fmla="*/ 118 w 118"/>
                  <a:gd name="T3" fmla="*/ 4218 h 1674"/>
                  <a:gd name="T4" fmla="*/ 118 w 118"/>
                  <a:gd name="T5" fmla="*/ 2544 h 1674"/>
                  <a:gd name="T6" fmla="*/ 0 w 118"/>
                  <a:gd name="T7" fmla="*/ 2544 h 1674"/>
                  <a:gd name="T8" fmla="*/ 0 w 118"/>
                  <a:gd name="T9" fmla="*/ 4218 h 167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18" h="1674">
                    <a:moveTo>
                      <a:pt x="0" y="1674"/>
                    </a:moveTo>
                    <a:lnTo>
                      <a:pt x="118" y="1674"/>
                    </a:lnTo>
                    <a:lnTo>
                      <a:pt x="118" y="0"/>
                    </a:lnTo>
                    <a:lnTo>
                      <a:pt x="0" y="0"/>
                    </a:lnTo>
                    <a:lnTo>
                      <a:pt x="0" y="1674"/>
                    </a:lnTo>
                    <a:close/>
                  </a:path>
                </a:pathLst>
              </a:custGeom>
              <a:solidFill>
                <a:srgbClr val="A7A9A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505" name="Group 1222"/>
            <p:cNvGrpSpPr>
              <a:grpSpLocks/>
            </p:cNvGrpSpPr>
            <p:nvPr/>
          </p:nvGrpSpPr>
          <p:grpSpPr bwMode="auto">
            <a:xfrm>
              <a:off x="10509" y="2966"/>
              <a:ext cx="118" cy="1252"/>
              <a:chOff x="10509" y="2966"/>
              <a:chExt cx="118" cy="1252"/>
            </a:xfrm>
          </p:grpSpPr>
          <p:sp>
            <p:nvSpPr>
              <p:cNvPr id="588" name="Freeform 1223"/>
              <p:cNvSpPr>
                <a:spLocks/>
              </p:cNvSpPr>
              <p:nvPr/>
            </p:nvSpPr>
            <p:spPr bwMode="auto">
              <a:xfrm>
                <a:off x="10509" y="2966"/>
                <a:ext cx="118" cy="1252"/>
              </a:xfrm>
              <a:custGeom>
                <a:avLst/>
                <a:gdLst>
                  <a:gd name="T0" fmla="*/ 0 w 118"/>
                  <a:gd name="T1" fmla="*/ 4218 h 1252"/>
                  <a:gd name="T2" fmla="*/ 117 w 118"/>
                  <a:gd name="T3" fmla="*/ 4218 h 1252"/>
                  <a:gd name="T4" fmla="*/ 117 w 118"/>
                  <a:gd name="T5" fmla="*/ 2966 h 1252"/>
                  <a:gd name="T6" fmla="*/ 0 w 118"/>
                  <a:gd name="T7" fmla="*/ 2966 h 1252"/>
                  <a:gd name="T8" fmla="*/ 0 w 118"/>
                  <a:gd name="T9" fmla="*/ 4218 h 125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18" h="1252">
                    <a:moveTo>
                      <a:pt x="0" y="1252"/>
                    </a:moveTo>
                    <a:lnTo>
                      <a:pt x="117" y="1252"/>
                    </a:lnTo>
                    <a:lnTo>
                      <a:pt x="117" y="0"/>
                    </a:lnTo>
                    <a:lnTo>
                      <a:pt x="0" y="0"/>
                    </a:lnTo>
                    <a:lnTo>
                      <a:pt x="0" y="1252"/>
                    </a:lnTo>
                    <a:close/>
                  </a:path>
                </a:pathLst>
              </a:custGeom>
              <a:solidFill>
                <a:srgbClr val="00428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506" name="Group 1220"/>
            <p:cNvGrpSpPr>
              <a:grpSpLocks/>
            </p:cNvGrpSpPr>
            <p:nvPr/>
          </p:nvGrpSpPr>
          <p:grpSpPr bwMode="auto">
            <a:xfrm>
              <a:off x="10717" y="3183"/>
              <a:ext cx="118" cy="1035"/>
              <a:chOff x="10717" y="3183"/>
              <a:chExt cx="118" cy="1035"/>
            </a:xfrm>
          </p:grpSpPr>
          <p:sp>
            <p:nvSpPr>
              <p:cNvPr id="587" name="Freeform 1221"/>
              <p:cNvSpPr>
                <a:spLocks/>
              </p:cNvSpPr>
              <p:nvPr/>
            </p:nvSpPr>
            <p:spPr bwMode="auto">
              <a:xfrm>
                <a:off x="10717" y="3183"/>
                <a:ext cx="118" cy="1035"/>
              </a:xfrm>
              <a:custGeom>
                <a:avLst/>
                <a:gdLst>
                  <a:gd name="T0" fmla="*/ 0 w 118"/>
                  <a:gd name="T1" fmla="*/ 4218 h 1035"/>
                  <a:gd name="T2" fmla="*/ 118 w 118"/>
                  <a:gd name="T3" fmla="*/ 4218 h 1035"/>
                  <a:gd name="T4" fmla="*/ 118 w 118"/>
                  <a:gd name="T5" fmla="*/ 3183 h 1035"/>
                  <a:gd name="T6" fmla="*/ 0 w 118"/>
                  <a:gd name="T7" fmla="*/ 3183 h 1035"/>
                  <a:gd name="T8" fmla="*/ 0 w 118"/>
                  <a:gd name="T9" fmla="*/ 4218 h 10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18" h="1035">
                    <a:moveTo>
                      <a:pt x="0" y="1035"/>
                    </a:moveTo>
                    <a:lnTo>
                      <a:pt x="118" y="1035"/>
                    </a:lnTo>
                    <a:lnTo>
                      <a:pt x="118" y="0"/>
                    </a:lnTo>
                    <a:lnTo>
                      <a:pt x="0" y="0"/>
                    </a:lnTo>
                    <a:lnTo>
                      <a:pt x="0" y="1035"/>
                    </a:lnTo>
                    <a:close/>
                  </a:path>
                </a:pathLst>
              </a:custGeom>
              <a:solidFill>
                <a:srgbClr val="48669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507" name="Group 1218"/>
            <p:cNvGrpSpPr>
              <a:grpSpLocks/>
            </p:cNvGrpSpPr>
            <p:nvPr/>
          </p:nvGrpSpPr>
          <p:grpSpPr bwMode="auto">
            <a:xfrm>
              <a:off x="8482" y="3645"/>
              <a:ext cx="118" cy="573"/>
              <a:chOff x="8482" y="3645"/>
              <a:chExt cx="118" cy="573"/>
            </a:xfrm>
          </p:grpSpPr>
          <p:sp>
            <p:nvSpPr>
              <p:cNvPr id="586" name="Freeform 1219"/>
              <p:cNvSpPr>
                <a:spLocks/>
              </p:cNvSpPr>
              <p:nvPr/>
            </p:nvSpPr>
            <p:spPr bwMode="auto">
              <a:xfrm>
                <a:off x="8482" y="3645"/>
                <a:ext cx="118" cy="573"/>
              </a:xfrm>
              <a:custGeom>
                <a:avLst/>
                <a:gdLst>
                  <a:gd name="T0" fmla="*/ 0 w 118"/>
                  <a:gd name="T1" fmla="*/ 4218 h 573"/>
                  <a:gd name="T2" fmla="*/ 117 w 118"/>
                  <a:gd name="T3" fmla="*/ 4218 h 573"/>
                  <a:gd name="T4" fmla="*/ 117 w 118"/>
                  <a:gd name="T5" fmla="*/ 3645 h 573"/>
                  <a:gd name="T6" fmla="*/ 0 w 118"/>
                  <a:gd name="T7" fmla="*/ 3645 h 573"/>
                  <a:gd name="T8" fmla="*/ 0 w 118"/>
                  <a:gd name="T9" fmla="*/ 4218 h 57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18" h="573">
                    <a:moveTo>
                      <a:pt x="0" y="573"/>
                    </a:moveTo>
                    <a:lnTo>
                      <a:pt x="117" y="573"/>
                    </a:lnTo>
                    <a:lnTo>
                      <a:pt x="117" y="0"/>
                    </a:lnTo>
                    <a:lnTo>
                      <a:pt x="0" y="0"/>
                    </a:lnTo>
                    <a:lnTo>
                      <a:pt x="0" y="57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508" name="Group 1216"/>
            <p:cNvGrpSpPr>
              <a:grpSpLocks/>
            </p:cNvGrpSpPr>
            <p:nvPr/>
          </p:nvGrpSpPr>
          <p:grpSpPr bwMode="auto">
            <a:xfrm>
              <a:off x="8699" y="3164"/>
              <a:ext cx="118" cy="1055"/>
              <a:chOff x="8699" y="3164"/>
              <a:chExt cx="118" cy="1055"/>
            </a:xfrm>
          </p:grpSpPr>
          <p:sp>
            <p:nvSpPr>
              <p:cNvPr id="585" name="Freeform 1217"/>
              <p:cNvSpPr>
                <a:spLocks/>
              </p:cNvSpPr>
              <p:nvPr/>
            </p:nvSpPr>
            <p:spPr bwMode="auto">
              <a:xfrm>
                <a:off x="8699" y="3164"/>
                <a:ext cx="118" cy="1055"/>
              </a:xfrm>
              <a:custGeom>
                <a:avLst/>
                <a:gdLst>
                  <a:gd name="T0" fmla="*/ 0 w 118"/>
                  <a:gd name="T1" fmla="*/ 4218 h 1055"/>
                  <a:gd name="T2" fmla="*/ 117 w 118"/>
                  <a:gd name="T3" fmla="*/ 4218 h 1055"/>
                  <a:gd name="T4" fmla="*/ 117 w 118"/>
                  <a:gd name="T5" fmla="*/ 3164 h 1055"/>
                  <a:gd name="T6" fmla="*/ 0 w 118"/>
                  <a:gd name="T7" fmla="*/ 3164 h 1055"/>
                  <a:gd name="T8" fmla="*/ 0 w 118"/>
                  <a:gd name="T9" fmla="*/ 4218 h 105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18" h="1055">
                    <a:moveTo>
                      <a:pt x="0" y="1054"/>
                    </a:moveTo>
                    <a:lnTo>
                      <a:pt x="117" y="1054"/>
                    </a:lnTo>
                    <a:lnTo>
                      <a:pt x="117" y="0"/>
                    </a:lnTo>
                    <a:lnTo>
                      <a:pt x="0" y="0"/>
                    </a:lnTo>
                    <a:lnTo>
                      <a:pt x="0" y="1054"/>
                    </a:lnTo>
                    <a:close/>
                  </a:path>
                </a:pathLst>
              </a:custGeom>
              <a:solidFill>
                <a:srgbClr val="6D6E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509" name="Group 1214"/>
            <p:cNvGrpSpPr>
              <a:grpSpLocks/>
            </p:cNvGrpSpPr>
            <p:nvPr/>
          </p:nvGrpSpPr>
          <p:grpSpPr bwMode="auto">
            <a:xfrm>
              <a:off x="8910" y="3302"/>
              <a:ext cx="118" cy="916"/>
              <a:chOff x="8910" y="3302"/>
              <a:chExt cx="118" cy="916"/>
            </a:xfrm>
          </p:grpSpPr>
          <p:sp>
            <p:nvSpPr>
              <p:cNvPr id="584" name="Freeform 1215"/>
              <p:cNvSpPr>
                <a:spLocks/>
              </p:cNvSpPr>
              <p:nvPr/>
            </p:nvSpPr>
            <p:spPr bwMode="auto">
              <a:xfrm>
                <a:off x="8910" y="3302"/>
                <a:ext cx="118" cy="916"/>
              </a:xfrm>
              <a:custGeom>
                <a:avLst/>
                <a:gdLst>
                  <a:gd name="T0" fmla="*/ 0 w 118"/>
                  <a:gd name="T1" fmla="*/ 4218 h 916"/>
                  <a:gd name="T2" fmla="*/ 118 w 118"/>
                  <a:gd name="T3" fmla="*/ 4218 h 916"/>
                  <a:gd name="T4" fmla="*/ 118 w 118"/>
                  <a:gd name="T5" fmla="*/ 3302 h 916"/>
                  <a:gd name="T6" fmla="*/ 0 w 118"/>
                  <a:gd name="T7" fmla="*/ 3302 h 916"/>
                  <a:gd name="T8" fmla="*/ 0 w 118"/>
                  <a:gd name="T9" fmla="*/ 4218 h 91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18" h="916">
                    <a:moveTo>
                      <a:pt x="0" y="916"/>
                    </a:moveTo>
                    <a:lnTo>
                      <a:pt x="118" y="916"/>
                    </a:lnTo>
                    <a:lnTo>
                      <a:pt x="118" y="0"/>
                    </a:lnTo>
                    <a:lnTo>
                      <a:pt x="0" y="0"/>
                    </a:lnTo>
                    <a:lnTo>
                      <a:pt x="0" y="916"/>
                    </a:lnTo>
                    <a:close/>
                  </a:path>
                </a:pathLst>
              </a:custGeom>
              <a:solidFill>
                <a:srgbClr val="A7A9A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510" name="Group 1212"/>
            <p:cNvGrpSpPr>
              <a:grpSpLocks/>
            </p:cNvGrpSpPr>
            <p:nvPr/>
          </p:nvGrpSpPr>
          <p:grpSpPr bwMode="auto">
            <a:xfrm>
              <a:off x="9125" y="3576"/>
              <a:ext cx="118" cy="643"/>
              <a:chOff x="9125" y="3576"/>
              <a:chExt cx="118" cy="643"/>
            </a:xfrm>
          </p:grpSpPr>
          <p:sp>
            <p:nvSpPr>
              <p:cNvPr id="583" name="Freeform 1213"/>
              <p:cNvSpPr>
                <a:spLocks/>
              </p:cNvSpPr>
              <p:nvPr/>
            </p:nvSpPr>
            <p:spPr bwMode="auto">
              <a:xfrm>
                <a:off x="9125" y="3576"/>
                <a:ext cx="118" cy="643"/>
              </a:xfrm>
              <a:custGeom>
                <a:avLst/>
                <a:gdLst>
                  <a:gd name="T0" fmla="*/ 0 w 118"/>
                  <a:gd name="T1" fmla="*/ 4218 h 643"/>
                  <a:gd name="T2" fmla="*/ 117 w 118"/>
                  <a:gd name="T3" fmla="*/ 4218 h 643"/>
                  <a:gd name="T4" fmla="*/ 117 w 118"/>
                  <a:gd name="T5" fmla="*/ 3576 h 643"/>
                  <a:gd name="T6" fmla="*/ 0 w 118"/>
                  <a:gd name="T7" fmla="*/ 3576 h 643"/>
                  <a:gd name="T8" fmla="*/ 0 w 118"/>
                  <a:gd name="T9" fmla="*/ 4218 h 64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18" h="643">
                    <a:moveTo>
                      <a:pt x="0" y="642"/>
                    </a:moveTo>
                    <a:lnTo>
                      <a:pt x="117" y="642"/>
                    </a:lnTo>
                    <a:lnTo>
                      <a:pt x="117" y="0"/>
                    </a:lnTo>
                    <a:lnTo>
                      <a:pt x="0" y="0"/>
                    </a:lnTo>
                    <a:lnTo>
                      <a:pt x="0" y="642"/>
                    </a:lnTo>
                    <a:close/>
                  </a:path>
                </a:pathLst>
              </a:custGeom>
              <a:solidFill>
                <a:srgbClr val="00428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511" name="Group 1210"/>
            <p:cNvGrpSpPr>
              <a:grpSpLocks/>
            </p:cNvGrpSpPr>
            <p:nvPr/>
          </p:nvGrpSpPr>
          <p:grpSpPr bwMode="auto">
            <a:xfrm>
              <a:off x="9334" y="3790"/>
              <a:ext cx="118" cy="428"/>
              <a:chOff x="9334" y="3790"/>
              <a:chExt cx="118" cy="428"/>
            </a:xfrm>
          </p:grpSpPr>
          <p:sp>
            <p:nvSpPr>
              <p:cNvPr id="582" name="Freeform 1211"/>
              <p:cNvSpPr>
                <a:spLocks/>
              </p:cNvSpPr>
              <p:nvPr/>
            </p:nvSpPr>
            <p:spPr bwMode="auto">
              <a:xfrm>
                <a:off x="9334" y="3790"/>
                <a:ext cx="118" cy="428"/>
              </a:xfrm>
              <a:custGeom>
                <a:avLst/>
                <a:gdLst>
                  <a:gd name="T0" fmla="*/ 0 w 118"/>
                  <a:gd name="T1" fmla="*/ 4218 h 428"/>
                  <a:gd name="T2" fmla="*/ 117 w 118"/>
                  <a:gd name="T3" fmla="*/ 4218 h 428"/>
                  <a:gd name="T4" fmla="*/ 117 w 118"/>
                  <a:gd name="T5" fmla="*/ 3790 h 428"/>
                  <a:gd name="T6" fmla="*/ 0 w 118"/>
                  <a:gd name="T7" fmla="*/ 3790 h 428"/>
                  <a:gd name="T8" fmla="*/ 0 w 118"/>
                  <a:gd name="T9" fmla="*/ 4218 h 42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18" h="428">
                    <a:moveTo>
                      <a:pt x="0" y="428"/>
                    </a:moveTo>
                    <a:lnTo>
                      <a:pt x="117" y="428"/>
                    </a:lnTo>
                    <a:lnTo>
                      <a:pt x="117" y="0"/>
                    </a:lnTo>
                    <a:lnTo>
                      <a:pt x="0" y="0"/>
                    </a:lnTo>
                    <a:lnTo>
                      <a:pt x="0" y="428"/>
                    </a:lnTo>
                    <a:close/>
                  </a:path>
                </a:pathLst>
              </a:custGeom>
              <a:solidFill>
                <a:srgbClr val="48669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512" name="Group 1208"/>
            <p:cNvGrpSpPr>
              <a:grpSpLocks/>
            </p:cNvGrpSpPr>
            <p:nvPr/>
          </p:nvGrpSpPr>
          <p:grpSpPr bwMode="auto">
            <a:xfrm>
              <a:off x="7089" y="3549"/>
              <a:ext cx="118" cy="669"/>
              <a:chOff x="7089" y="3549"/>
              <a:chExt cx="118" cy="669"/>
            </a:xfrm>
          </p:grpSpPr>
          <p:sp>
            <p:nvSpPr>
              <p:cNvPr id="581" name="Freeform 1209"/>
              <p:cNvSpPr>
                <a:spLocks/>
              </p:cNvSpPr>
              <p:nvPr/>
            </p:nvSpPr>
            <p:spPr bwMode="auto">
              <a:xfrm>
                <a:off x="7089" y="3549"/>
                <a:ext cx="118" cy="669"/>
              </a:xfrm>
              <a:custGeom>
                <a:avLst/>
                <a:gdLst>
                  <a:gd name="T0" fmla="*/ 0 w 118"/>
                  <a:gd name="T1" fmla="*/ 4218 h 669"/>
                  <a:gd name="T2" fmla="*/ 117 w 118"/>
                  <a:gd name="T3" fmla="*/ 4218 h 669"/>
                  <a:gd name="T4" fmla="*/ 117 w 118"/>
                  <a:gd name="T5" fmla="*/ 3549 h 669"/>
                  <a:gd name="T6" fmla="*/ 0 w 118"/>
                  <a:gd name="T7" fmla="*/ 3549 h 669"/>
                  <a:gd name="T8" fmla="*/ 0 w 118"/>
                  <a:gd name="T9" fmla="*/ 4218 h 66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18" h="669">
                    <a:moveTo>
                      <a:pt x="0" y="669"/>
                    </a:moveTo>
                    <a:lnTo>
                      <a:pt x="117" y="669"/>
                    </a:lnTo>
                    <a:lnTo>
                      <a:pt x="117" y="0"/>
                    </a:lnTo>
                    <a:lnTo>
                      <a:pt x="0" y="0"/>
                    </a:lnTo>
                    <a:lnTo>
                      <a:pt x="0" y="66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513" name="Group 1206"/>
            <p:cNvGrpSpPr>
              <a:grpSpLocks/>
            </p:cNvGrpSpPr>
            <p:nvPr/>
          </p:nvGrpSpPr>
          <p:grpSpPr bwMode="auto">
            <a:xfrm>
              <a:off x="7306" y="3108"/>
              <a:ext cx="118" cy="1111"/>
              <a:chOff x="7306" y="3108"/>
              <a:chExt cx="118" cy="1111"/>
            </a:xfrm>
          </p:grpSpPr>
          <p:sp>
            <p:nvSpPr>
              <p:cNvPr id="580" name="Freeform 1207"/>
              <p:cNvSpPr>
                <a:spLocks/>
              </p:cNvSpPr>
              <p:nvPr/>
            </p:nvSpPr>
            <p:spPr bwMode="auto">
              <a:xfrm>
                <a:off x="7306" y="3108"/>
                <a:ext cx="118" cy="1111"/>
              </a:xfrm>
              <a:custGeom>
                <a:avLst/>
                <a:gdLst>
                  <a:gd name="T0" fmla="*/ 0 w 118"/>
                  <a:gd name="T1" fmla="*/ 4218 h 1111"/>
                  <a:gd name="T2" fmla="*/ 118 w 118"/>
                  <a:gd name="T3" fmla="*/ 4218 h 1111"/>
                  <a:gd name="T4" fmla="*/ 118 w 118"/>
                  <a:gd name="T5" fmla="*/ 3108 h 1111"/>
                  <a:gd name="T6" fmla="*/ 0 w 118"/>
                  <a:gd name="T7" fmla="*/ 3108 h 1111"/>
                  <a:gd name="T8" fmla="*/ 0 w 118"/>
                  <a:gd name="T9" fmla="*/ 4218 h 111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18" h="1111">
                    <a:moveTo>
                      <a:pt x="0" y="1110"/>
                    </a:moveTo>
                    <a:lnTo>
                      <a:pt x="118" y="1110"/>
                    </a:lnTo>
                    <a:lnTo>
                      <a:pt x="118" y="0"/>
                    </a:lnTo>
                    <a:lnTo>
                      <a:pt x="0" y="0"/>
                    </a:lnTo>
                    <a:lnTo>
                      <a:pt x="0" y="1110"/>
                    </a:lnTo>
                    <a:close/>
                  </a:path>
                </a:pathLst>
              </a:custGeom>
              <a:solidFill>
                <a:srgbClr val="6D6E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514" name="Group 1204"/>
            <p:cNvGrpSpPr>
              <a:grpSpLocks/>
            </p:cNvGrpSpPr>
            <p:nvPr/>
          </p:nvGrpSpPr>
          <p:grpSpPr bwMode="auto">
            <a:xfrm>
              <a:off x="7518" y="3289"/>
              <a:ext cx="118" cy="929"/>
              <a:chOff x="7518" y="3289"/>
              <a:chExt cx="118" cy="929"/>
            </a:xfrm>
          </p:grpSpPr>
          <p:sp>
            <p:nvSpPr>
              <p:cNvPr id="579" name="Freeform 1205"/>
              <p:cNvSpPr>
                <a:spLocks/>
              </p:cNvSpPr>
              <p:nvPr/>
            </p:nvSpPr>
            <p:spPr bwMode="auto">
              <a:xfrm>
                <a:off x="7518" y="3289"/>
                <a:ext cx="118" cy="929"/>
              </a:xfrm>
              <a:custGeom>
                <a:avLst/>
                <a:gdLst>
                  <a:gd name="T0" fmla="*/ 0 w 118"/>
                  <a:gd name="T1" fmla="*/ 4218 h 929"/>
                  <a:gd name="T2" fmla="*/ 117 w 118"/>
                  <a:gd name="T3" fmla="*/ 4218 h 929"/>
                  <a:gd name="T4" fmla="*/ 117 w 118"/>
                  <a:gd name="T5" fmla="*/ 3289 h 929"/>
                  <a:gd name="T6" fmla="*/ 0 w 118"/>
                  <a:gd name="T7" fmla="*/ 3289 h 929"/>
                  <a:gd name="T8" fmla="*/ 0 w 118"/>
                  <a:gd name="T9" fmla="*/ 4218 h 9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18" h="929">
                    <a:moveTo>
                      <a:pt x="0" y="929"/>
                    </a:moveTo>
                    <a:lnTo>
                      <a:pt x="117" y="929"/>
                    </a:lnTo>
                    <a:lnTo>
                      <a:pt x="117" y="0"/>
                    </a:lnTo>
                    <a:lnTo>
                      <a:pt x="0" y="0"/>
                    </a:lnTo>
                    <a:lnTo>
                      <a:pt x="0" y="929"/>
                    </a:lnTo>
                    <a:close/>
                  </a:path>
                </a:pathLst>
              </a:custGeom>
              <a:solidFill>
                <a:srgbClr val="A7A9A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515" name="Group 1202"/>
            <p:cNvGrpSpPr>
              <a:grpSpLocks/>
            </p:cNvGrpSpPr>
            <p:nvPr/>
          </p:nvGrpSpPr>
          <p:grpSpPr bwMode="auto">
            <a:xfrm>
              <a:off x="7732" y="3480"/>
              <a:ext cx="118" cy="738"/>
              <a:chOff x="7732" y="3480"/>
              <a:chExt cx="118" cy="738"/>
            </a:xfrm>
          </p:grpSpPr>
          <p:sp>
            <p:nvSpPr>
              <p:cNvPr id="578" name="Freeform 1203"/>
              <p:cNvSpPr>
                <a:spLocks/>
              </p:cNvSpPr>
              <p:nvPr/>
            </p:nvSpPr>
            <p:spPr bwMode="auto">
              <a:xfrm>
                <a:off x="7732" y="3480"/>
                <a:ext cx="118" cy="738"/>
              </a:xfrm>
              <a:custGeom>
                <a:avLst/>
                <a:gdLst>
                  <a:gd name="T0" fmla="*/ 0 w 118"/>
                  <a:gd name="T1" fmla="*/ 4218 h 738"/>
                  <a:gd name="T2" fmla="*/ 118 w 118"/>
                  <a:gd name="T3" fmla="*/ 4218 h 738"/>
                  <a:gd name="T4" fmla="*/ 118 w 118"/>
                  <a:gd name="T5" fmla="*/ 3480 h 738"/>
                  <a:gd name="T6" fmla="*/ 0 w 118"/>
                  <a:gd name="T7" fmla="*/ 3480 h 738"/>
                  <a:gd name="T8" fmla="*/ 0 w 118"/>
                  <a:gd name="T9" fmla="*/ 4218 h 73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18" h="738">
                    <a:moveTo>
                      <a:pt x="0" y="738"/>
                    </a:moveTo>
                    <a:lnTo>
                      <a:pt x="118" y="738"/>
                    </a:lnTo>
                    <a:lnTo>
                      <a:pt x="118" y="0"/>
                    </a:lnTo>
                    <a:lnTo>
                      <a:pt x="0" y="0"/>
                    </a:lnTo>
                    <a:lnTo>
                      <a:pt x="0" y="738"/>
                    </a:lnTo>
                    <a:close/>
                  </a:path>
                </a:pathLst>
              </a:custGeom>
              <a:solidFill>
                <a:srgbClr val="00428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516" name="Group 1200"/>
            <p:cNvGrpSpPr>
              <a:grpSpLocks/>
            </p:cNvGrpSpPr>
            <p:nvPr/>
          </p:nvGrpSpPr>
          <p:grpSpPr bwMode="auto">
            <a:xfrm>
              <a:off x="7941" y="3823"/>
              <a:ext cx="118" cy="395"/>
              <a:chOff x="7941" y="3823"/>
              <a:chExt cx="118" cy="395"/>
            </a:xfrm>
          </p:grpSpPr>
          <p:sp>
            <p:nvSpPr>
              <p:cNvPr id="577" name="Freeform 1201"/>
              <p:cNvSpPr>
                <a:spLocks/>
              </p:cNvSpPr>
              <p:nvPr/>
            </p:nvSpPr>
            <p:spPr bwMode="auto">
              <a:xfrm>
                <a:off x="7941" y="3823"/>
                <a:ext cx="118" cy="395"/>
              </a:xfrm>
              <a:custGeom>
                <a:avLst/>
                <a:gdLst>
                  <a:gd name="T0" fmla="*/ 0 w 118"/>
                  <a:gd name="T1" fmla="*/ 4218 h 395"/>
                  <a:gd name="T2" fmla="*/ 117 w 118"/>
                  <a:gd name="T3" fmla="*/ 4218 h 395"/>
                  <a:gd name="T4" fmla="*/ 117 w 118"/>
                  <a:gd name="T5" fmla="*/ 3823 h 395"/>
                  <a:gd name="T6" fmla="*/ 0 w 118"/>
                  <a:gd name="T7" fmla="*/ 3823 h 395"/>
                  <a:gd name="T8" fmla="*/ 0 w 118"/>
                  <a:gd name="T9" fmla="*/ 4218 h 39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18" h="395">
                    <a:moveTo>
                      <a:pt x="0" y="395"/>
                    </a:moveTo>
                    <a:lnTo>
                      <a:pt x="117" y="395"/>
                    </a:lnTo>
                    <a:lnTo>
                      <a:pt x="117" y="0"/>
                    </a:lnTo>
                    <a:lnTo>
                      <a:pt x="0" y="0"/>
                    </a:lnTo>
                    <a:lnTo>
                      <a:pt x="0" y="395"/>
                    </a:lnTo>
                    <a:close/>
                  </a:path>
                </a:pathLst>
              </a:custGeom>
              <a:solidFill>
                <a:srgbClr val="48669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517" name="Group 1198"/>
            <p:cNvGrpSpPr>
              <a:grpSpLocks/>
            </p:cNvGrpSpPr>
            <p:nvPr/>
          </p:nvGrpSpPr>
          <p:grpSpPr bwMode="auto">
            <a:xfrm>
              <a:off x="5708" y="3437"/>
              <a:ext cx="118" cy="781"/>
              <a:chOff x="5708" y="3437"/>
              <a:chExt cx="118" cy="781"/>
            </a:xfrm>
          </p:grpSpPr>
          <p:sp>
            <p:nvSpPr>
              <p:cNvPr id="576" name="Freeform 1199"/>
              <p:cNvSpPr>
                <a:spLocks/>
              </p:cNvSpPr>
              <p:nvPr/>
            </p:nvSpPr>
            <p:spPr bwMode="auto">
              <a:xfrm>
                <a:off x="5708" y="3437"/>
                <a:ext cx="118" cy="781"/>
              </a:xfrm>
              <a:custGeom>
                <a:avLst/>
                <a:gdLst>
                  <a:gd name="T0" fmla="*/ 0 w 118"/>
                  <a:gd name="T1" fmla="*/ 4218 h 781"/>
                  <a:gd name="T2" fmla="*/ 118 w 118"/>
                  <a:gd name="T3" fmla="*/ 4218 h 781"/>
                  <a:gd name="T4" fmla="*/ 118 w 118"/>
                  <a:gd name="T5" fmla="*/ 3437 h 781"/>
                  <a:gd name="T6" fmla="*/ 0 w 118"/>
                  <a:gd name="T7" fmla="*/ 3437 h 781"/>
                  <a:gd name="T8" fmla="*/ 0 w 118"/>
                  <a:gd name="T9" fmla="*/ 4218 h 78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18" h="781">
                    <a:moveTo>
                      <a:pt x="0" y="781"/>
                    </a:moveTo>
                    <a:lnTo>
                      <a:pt x="118" y="781"/>
                    </a:lnTo>
                    <a:lnTo>
                      <a:pt x="118" y="0"/>
                    </a:lnTo>
                    <a:lnTo>
                      <a:pt x="0" y="0"/>
                    </a:lnTo>
                    <a:lnTo>
                      <a:pt x="0" y="78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518" name="Group 1196"/>
            <p:cNvGrpSpPr>
              <a:grpSpLocks/>
            </p:cNvGrpSpPr>
            <p:nvPr/>
          </p:nvGrpSpPr>
          <p:grpSpPr bwMode="auto">
            <a:xfrm>
              <a:off x="5926" y="2925"/>
              <a:ext cx="118" cy="1294"/>
              <a:chOff x="5926" y="2925"/>
              <a:chExt cx="118" cy="1294"/>
            </a:xfrm>
          </p:grpSpPr>
          <p:sp>
            <p:nvSpPr>
              <p:cNvPr id="575" name="Freeform 1197"/>
              <p:cNvSpPr>
                <a:spLocks/>
              </p:cNvSpPr>
              <p:nvPr/>
            </p:nvSpPr>
            <p:spPr bwMode="auto">
              <a:xfrm>
                <a:off x="5926" y="2925"/>
                <a:ext cx="118" cy="1294"/>
              </a:xfrm>
              <a:custGeom>
                <a:avLst/>
                <a:gdLst>
                  <a:gd name="T0" fmla="*/ 0 w 118"/>
                  <a:gd name="T1" fmla="*/ 4218 h 1294"/>
                  <a:gd name="T2" fmla="*/ 117 w 118"/>
                  <a:gd name="T3" fmla="*/ 4218 h 1294"/>
                  <a:gd name="T4" fmla="*/ 117 w 118"/>
                  <a:gd name="T5" fmla="*/ 2925 h 1294"/>
                  <a:gd name="T6" fmla="*/ 0 w 118"/>
                  <a:gd name="T7" fmla="*/ 2925 h 1294"/>
                  <a:gd name="T8" fmla="*/ 0 w 118"/>
                  <a:gd name="T9" fmla="*/ 4218 h 129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18" h="1294">
                    <a:moveTo>
                      <a:pt x="0" y="1293"/>
                    </a:moveTo>
                    <a:lnTo>
                      <a:pt x="117" y="1293"/>
                    </a:lnTo>
                    <a:lnTo>
                      <a:pt x="117" y="0"/>
                    </a:lnTo>
                    <a:lnTo>
                      <a:pt x="0" y="0"/>
                    </a:lnTo>
                    <a:lnTo>
                      <a:pt x="0" y="1293"/>
                    </a:lnTo>
                    <a:close/>
                  </a:path>
                </a:pathLst>
              </a:custGeom>
              <a:solidFill>
                <a:srgbClr val="6D6E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519" name="Group 1194"/>
            <p:cNvGrpSpPr>
              <a:grpSpLocks/>
            </p:cNvGrpSpPr>
            <p:nvPr/>
          </p:nvGrpSpPr>
          <p:grpSpPr bwMode="auto">
            <a:xfrm>
              <a:off x="6137" y="3017"/>
              <a:ext cx="118" cy="1201"/>
              <a:chOff x="6137" y="3017"/>
              <a:chExt cx="118" cy="1201"/>
            </a:xfrm>
          </p:grpSpPr>
          <p:sp>
            <p:nvSpPr>
              <p:cNvPr id="574" name="Freeform 1195"/>
              <p:cNvSpPr>
                <a:spLocks/>
              </p:cNvSpPr>
              <p:nvPr/>
            </p:nvSpPr>
            <p:spPr bwMode="auto">
              <a:xfrm>
                <a:off x="6137" y="3017"/>
                <a:ext cx="118" cy="1201"/>
              </a:xfrm>
              <a:custGeom>
                <a:avLst/>
                <a:gdLst>
                  <a:gd name="T0" fmla="*/ 0 w 118"/>
                  <a:gd name="T1" fmla="*/ 4218 h 1201"/>
                  <a:gd name="T2" fmla="*/ 118 w 118"/>
                  <a:gd name="T3" fmla="*/ 4218 h 1201"/>
                  <a:gd name="T4" fmla="*/ 118 w 118"/>
                  <a:gd name="T5" fmla="*/ 3017 h 1201"/>
                  <a:gd name="T6" fmla="*/ 0 w 118"/>
                  <a:gd name="T7" fmla="*/ 3017 h 1201"/>
                  <a:gd name="T8" fmla="*/ 0 w 118"/>
                  <a:gd name="T9" fmla="*/ 4218 h 120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18" h="1201">
                    <a:moveTo>
                      <a:pt x="0" y="1201"/>
                    </a:moveTo>
                    <a:lnTo>
                      <a:pt x="118" y="1201"/>
                    </a:lnTo>
                    <a:lnTo>
                      <a:pt x="118" y="0"/>
                    </a:lnTo>
                    <a:lnTo>
                      <a:pt x="0" y="0"/>
                    </a:lnTo>
                    <a:lnTo>
                      <a:pt x="0" y="1201"/>
                    </a:lnTo>
                    <a:close/>
                  </a:path>
                </a:pathLst>
              </a:custGeom>
              <a:solidFill>
                <a:srgbClr val="A7A9A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520" name="Group 1192"/>
            <p:cNvGrpSpPr>
              <a:grpSpLocks/>
            </p:cNvGrpSpPr>
            <p:nvPr/>
          </p:nvGrpSpPr>
          <p:grpSpPr bwMode="auto">
            <a:xfrm>
              <a:off x="6352" y="3319"/>
              <a:ext cx="118" cy="900"/>
              <a:chOff x="6352" y="3319"/>
              <a:chExt cx="118" cy="900"/>
            </a:xfrm>
          </p:grpSpPr>
          <p:sp>
            <p:nvSpPr>
              <p:cNvPr id="573" name="Freeform 1193"/>
              <p:cNvSpPr>
                <a:spLocks/>
              </p:cNvSpPr>
              <p:nvPr/>
            </p:nvSpPr>
            <p:spPr bwMode="auto">
              <a:xfrm>
                <a:off x="6352" y="3319"/>
                <a:ext cx="118" cy="900"/>
              </a:xfrm>
              <a:custGeom>
                <a:avLst/>
                <a:gdLst>
                  <a:gd name="T0" fmla="*/ 0 w 118"/>
                  <a:gd name="T1" fmla="*/ 4218 h 900"/>
                  <a:gd name="T2" fmla="*/ 117 w 118"/>
                  <a:gd name="T3" fmla="*/ 4218 h 900"/>
                  <a:gd name="T4" fmla="*/ 117 w 118"/>
                  <a:gd name="T5" fmla="*/ 3319 h 900"/>
                  <a:gd name="T6" fmla="*/ 0 w 118"/>
                  <a:gd name="T7" fmla="*/ 3319 h 900"/>
                  <a:gd name="T8" fmla="*/ 0 w 118"/>
                  <a:gd name="T9" fmla="*/ 4218 h 9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18" h="900">
                    <a:moveTo>
                      <a:pt x="0" y="899"/>
                    </a:moveTo>
                    <a:lnTo>
                      <a:pt x="117" y="899"/>
                    </a:lnTo>
                    <a:lnTo>
                      <a:pt x="117" y="0"/>
                    </a:lnTo>
                    <a:lnTo>
                      <a:pt x="0" y="0"/>
                    </a:lnTo>
                    <a:lnTo>
                      <a:pt x="0" y="899"/>
                    </a:lnTo>
                    <a:close/>
                  </a:path>
                </a:pathLst>
              </a:custGeom>
              <a:solidFill>
                <a:srgbClr val="00428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521" name="Group 1190"/>
            <p:cNvGrpSpPr>
              <a:grpSpLocks/>
            </p:cNvGrpSpPr>
            <p:nvPr/>
          </p:nvGrpSpPr>
          <p:grpSpPr bwMode="auto">
            <a:xfrm>
              <a:off x="6560" y="3528"/>
              <a:ext cx="118" cy="690"/>
              <a:chOff x="6560" y="3528"/>
              <a:chExt cx="118" cy="690"/>
            </a:xfrm>
          </p:grpSpPr>
          <p:sp>
            <p:nvSpPr>
              <p:cNvPr id="572" name="Freeform 1191"/>
              <p:cNvSpPr>
                <a:spLocks/>
              </p:cNvSpPr>
              <p:nvPr/>
            </p:nvSpPr>
            <p:spPr bwMode="auto">
              <a:xfrm>
                <a:off x="6560" y="3528"/>
                <a:ext cx="118" cy="690"/>
              </a:xfrm>
              <a:custGeom>
                <a:avLst/>
                <a:gdLst>
                  <a:gd name="T0" fmla="*/ 0 w 118"/>
                  <a:gd name="T1" fmla="*/ 4218 h 690"/>
                  <a:gd name="T2" fmla="*/ 118 w 118"/>
                  <a:gd name="T3" fmla="*/ 4218 h 690"/>
                  <a:gd name="T4" fmla="*/ 118 w 118"/>
                  <a:gd name="T5" fmla="*/ 3528 h 690"/>
                  <a:gd name="T6" fmla="*/ 0 w 118"/>
                  <a:gd name="T7" fmla="*/ 3528 h 690"/>
                  <a:gd name="T8" fmla="*/ 0 w 118"/>
                  <a:gd name="T9" fmla="*/ 4218 h 69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18" h="690">
                    <a:moveTo>
                      <a:pt x="0" y="690"/>
                    </a:moveTo>
                    <a:lnTo>
                      <a:pt x="118" y="690"/>
                    </a:lnTo>
                    <a:lnTo>
                      <a:pt x="118" y="0"/>
                    </a:lnTo>
                    <a:lnTo>
                      <a:pt x="0" y="0"/>
                    </a:lnTo>
                    <a:lnTo>
                      <a:pt x="0" y="690"/>
                    </a:lnTo>
                    <a:close/>
                  </a:path>
                </a:pathLst>
              </a:custGeom>
              <a:solidFill>
                <a:srgbClr val="48669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522" name="Group 1188"/>
            <p:cNvGrpSpPr>
              <a:grpSpLocks/>
            </p:cNvGrpSpPr>
            <p:nvPr/>
          </p:nvGrpSpPr>
          <p:grpSpPr bwMode="auto">
            <a:xfrm>
              <a:off x="4322" y="1816"/>
              <a:ext cx="118" cy="2403"/>
              <a:chOff x="4322" y="1816"/>
              <a:chExt cx="118" cy="2403"/>
            </a:xfrm>
          </p:grpSpPr>
          <p:sp>
            <p:nvSpPr>
              <p:cNvPr id="571" name="Freeform 1189"/>
              <p:cNvSpPr>
                <a:spLocks/>
              </p:cNvSpPr>
              <p:nvPr/>
            </p:nvSpPr>
            <p:spPr bwMode="auto">
              <a:xfrm>
                <a:off x="4322" y="1816"/>
                <a:ext cx="118" cy="2403"/>
              </a:xfrm>
              <a:custGeom>
                <a:avLst/>
                <a:gdLst>
                  <a:gd name="T0" fmla="*/ 0 w 118"/>
                  <a:gd name="T1" fmla="*/ 4218 h 2403"/>
                  <a:gd name="T2" fmla="*/ 117 w 118"/>
                  <a:gd name="T3" fmla="*/ 4218 h 2403"/>
                  <a:gd name="T4" fmla="*/ 117 w 118"/>
                  <a:gd name="T5" fmla="*/ 1816 h 2403"/>
                  <a:gd name="T6" fmla="*/ 0 w 118"/>
                  <a:gd name="T7" fmla="*/ 1816 h 2403"/>
                  <a:gd name="T8" fmla="*/ 0 w 118"/>
                  <a:gd name="T9" fmla="*/ 4218 h 240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18" h="2403">
                    <a:moveTo>
                      <a:pt x="0" y="2402"/>
                    </a:moveTo>
                    <a:lnTo>
                      <a:pt x="117" y="2402"/>
                    </a:lnTo>
                    <a:lnTo>
                      <a:pt x="117" y="0"/>
                    </a:lnTo>
                    <a:lnTo>
                      <a:pt x="0" y="0"/>
                    </a:lnTo>
                    <a:lnTo>
                      <a:pt x="0" y="240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523" name="Group 1186"/>
            <p:cNvGrpSpPr>
              <a:grpSpLocks/>
            </p:cNvGrpSpPr>
            <p:nvPr/>
          </p:nvGrpSpPr>
          <p:grpSpPr bwMode="auto">
            <a:xfrm>
              <a:off x="4539" y="764"/>
              <a:ext cx="118" cy="3454"/>
              <a:chOff x="4539" y="764"/>
              <a:chExt cx="118" cy="3454"/>
            </a:xfrm>
          </p:grpSpPr>
          <p:sp>
            <p:nvSpPr>
              <p:cNvPr id="570" name="Freeform 1187"/>
              <p:cNvSpPr>
                <a:spLocks/>
              </p:cNvSpPr>
              <p:nvPr/>
            </p:nvSpPr>
            <p:spPr bwMode="auto">
              <a:xfrm>
                <a:off x="4539" y="764"/>
                <a:ext cx="118" cy="3454"/>
              </a:xfrm>
              <a:custGeom>
                <a:avLst/>
                <a:gdLst>
                  <a:gd name="T0" fmla="*/ 0 w 118"/>
                  <a:gd name="T1" fmla="*/ 4218 h 3454"/>
                  <a:gd name="T2" fmla="*/ 117 w 118"/>
                  <a:gd name="T3" fmla="*/ 4218 h 3454"/>
                  <a:gd name="T4" fmla="*/ 117 w 118"/>
                  <a:gd name="T5" fmla="*/ 764 h 3454"/>
                  <a:gd name="T6" fmla="*/ 0 w 118"/>
                  <a:gd name="T7" fmla="*/ 764 h 3454"/>
                  <a:gd name="T8" fmla="*/ 0 w 118"/>
                  <a:gd name="T9" fmla="*/ 4218 h 345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18" h="3454">
                    <a:moveTo>
                      <a:pt x="0" y="3454"/>
                    </a:moveTo>
                    <a:lnTo>
                      <a:pt x="117" y="3454"/>
                    </a:lnTo>
                    <a:lnTo>
                      <a:pt x="117" y="0"/>
                    </a:lnTo>
                    <a:lnTo>
                      <a:pt x="0" y="0"/>
                    </a:lnTo>
                    <a:lnTo>
                      <a:pt x="0" y="3454"/>
                    </a:lnTo>
                    <a:close/>
                  </a:path>
                </a:pathLst>
              </a:custGeom>
              <a:solidFill>
                <a:srgbClr val="6D6E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524" name="Group 1184"/>
            <p:cNvGrpSpPr>
              <a:grpSpLocks/>
            </p:cNvGrpSpPr>
            <p:nvPr/>
          </p:nvGrpSpPr>
          <p:grpSpPr bwMode="auto">
            <a:xfrm>
              <a:off x="4750" y="1041"/>
              <a:ext cx="118" cy="3177"/>
              <a:chOff x="4750" y="1041"/>
              <a:chExt cx="118" cy="3177"/>
            </a:xfrm>
          </p:grpSpPr>
          <p:sp>
            <p:nvSpPr>
              <p:cNvPr id="569" name="Freeform 1185"/>
              <p:cNvSpPr>
                <a:spLocks/>
              </p:cNvSpPr>
              <p:nvPr/>
            </p:nvSpPr>
            <p:spPr bwMode="auto">
              <a:xfrm>
                <a:off x="4750" y="1041"/>
                <a:ext cx="118" cy="3177"/>
              </a:xfrm>
              <a:custGeom>
                <a:avLst/>
                <a:gdLst>
                  <a:gd name="T0" fmla="*/ 0 w 118"/>
                  <a:gd name="T1" fmla="*/ 4218 h 3177"/>
                  <a:gd name="T2" fmla="*/ 118 w 118"/>
                  <a:gd name="T3" fmla="*/ 4218 h 3177"/>
                  <a:gd name="T4" fmla="*/ 118 w 118"/>
                  <a:gd name="T5" fmla="*/ 1041 h 3177"/>
                  <a:gd name="T6" fmla="*/ 0 w 118"/>
                  <a:gd name="T7" fmla="*/ 1041 h 3177"/>
                  <a:gd name="T8" fmla="*/ 0 w 118"/>
                  <a:gd name="T9" fmla="*/ 4218 h 317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18" h="3177">
                    <a:moveTo>
                      <a:pt x="0" y="3177"/>
                    </a:moveTo>
                    <a:lnTo>
                      <a:pt x="118" y="3177"/>
                    </a:lnTo>
                    <a:lnTo>
                      <a:pt x="118" y="0"/>
                    </a:lnTo>
                    <a:lnTo>
                      <a:pt x="0" y="0"/>
                    </a:lnTo>
                    <a:lnTo>
                      <a:pt x="0" y="3177"/>
                    </a:lnTo>
                    <a:close/>
                  </a:path>
                </a:pathLst>
              </a:custGeom>
              <a:solidFill>
                <a:srgbClr val="A7A9A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525" name="Group 1182"/>
            <p:cNvGrpSpPr>
              <a:grpSpLocks/>
            </p:cNvGrpSpPr>
            <p:nvPr/>
          </p:nvGrpSpPr>
          <p:grpSpPr bwMode="auto">
            <a:xfrm>
              <a:off x="4965" y="1559"/>
              <a:ext cx="118" cy="2660"/>
              <a:chOff x="4965" y="1559"/>
              <a:chExt cx="118" cy="2660"/>
            </a:xfrm>
          </p:grpSpPr>
          <p:sp>
            <p:nvSpPr>
              <p:cNvPr id="568" name="Freeform 1183"/>
              <p:cNvSpPr>
                <a:spLocks/>
              </p:cNvSpPr>
              <p:nvPr/>
            </p:nvSpPr>
            <p:spPr bwMode="auto">
              <a:xfrm>
                <a:off x="4965" y="1559"/>
                <a:ext cx="118" cy="2660"/>
              </a:xfrm>
              <a:custGeom>
                <a:avLst/>
                <a:gdLst>
                  <a:gd name="T0" fmla="*/ 0 w 118"/>
                  <a:gd name="T1" fmla="*/ 4218 h 2660"/>
                  <a:gd name="T2" fmla="*/ 117 w 118"/>
                  <a:gd name="T3" fmla="*/ 4218 h 2660"/>
                  <a:gd name="T4" fmla="*/ 117 w 118"/>
                  <a:gd name="T5" fmla="*/ 1559 h 2660"/>
                  <a:gd name="T6" fmla="*/ 0 w 118"/>
                  <a:gd name="T7" fmla="*/ 1559 h 2660"/>
                  <a:gd name="T8" fmla="*/ 0 w 118"/>
                  <a:gd name="T9" fmla="*/ 4218 h 266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18" h="2660">
                    <a:moveTo>
                      <a:pt x="0" y="2659"/>
                    </a:moveTo>
                    <a:lnTo>
                      <a:pt x="117" y="2659"/>
                    </a:lnTo>
                    <a:lnTo>
                      <a:pt x="117" y="0"/>
                    </a:lnTo>
                    <a:lnTo>
                      <a:pt x="0" y="0"/>
                    </a:lnTo>
                    <a:lnTo>
                      <a:pt x="0" y="2659"/>
                    </a:lnTo>
                    <a:close/>
                  </a:path>
                </a:pathLst>
              </a:custGeom>
              <a:solidFill>
                <a:srgbClr val="00428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526" name="Group 1180"/>
            <p:cNvGrpSpPr>
              <a:grpSpLocks/>
            </p:cNvGrpSpPr>
            <p:nvPr/>
          </p:nvGrpSpPr>
          <p:grpSpPr bwMode="auto">
            <a:xfrm>
              <a:off x="5173" y="2218"/>
              <a:ext cx="118" cy="2000"/>
              <a:chOff x="5173" y="2218"/>
              <a:chExt cx="118" cy="2000"/>
            </a:xfrm>
          </p:grpSpPr>
          <p:sp>
            <p:nvSpPr>
              <p:cNvPr id="567" name="Freeform 1181"/>
              <p:cNvSpPr>
                <a:spLocks/>
              </p:cNvSpPr>
              <p:nvPr/>
            </p:nvSpPr>
            <p:spPr bwMode="auto">
              <a:xfrm>
                <a:off x="5173" y="2218"/>
                <a:ext cx="118" cy="2000"/>
              </a:xfrm>
              <a:custGeom>
                <a:avLst/>
                <a:gdLst>
                  <a:gd name="T0" fmla="*/ 0 w 118"/>
                  <a:gd name="T1" fmla="*/ 4218 h 2000"/>
                  <a:gd name="T2" fmla="*/ 118 w 118"/>
                  <a:gd name="T3" fmla="*/ 4218 h 2000"/>
                  <a:gd name="T4" fmla="*/ 118 w 118"/>
                  <a:gd name="T5" fmla="*/ 2218 h 2000"/>
                  <a:gd name="T6" fmla="*/ 0 w 118"/>
                  <a:gd name="T7" fmla="*/ 2218 h 2000"/>
                  <a:gd name="T8" fmla="*/ 0 w 118"/>
                  <a:gd name="T9" fmla="*/ 4218 h 20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18" h="2000">
                    <a:moveTo>
                      <a:pt x="0" y="2000"/>
                    </a:moveTo>
                    <a:lnTo>
                      <a:pt x="118" y="2000"/>
                    </a:lnTo>
                    <a:lnTo>
                      <a:pt x="118" y="0"/>
                    </a:lnTo>
                    <a:lnTo>
                      <a:pt x="0" y="0"/>
                    </a:lnTo>
                    <a:lnTo>
                      <a:pt x="0" y="2000"/>
                    </a:lnTo>
                    <a:close/>
                  </a:path>
                </a:pathLst>
              </a:custGeom>
              <a:solidFill>
                <a:srgbClr val="48669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527" name="Group 1178"/>
            <p:cNvGrpSpPr>
              <a:grpSpLocks/>
            </p:cNvGrpSpPr>
            <p:nvPr/>
          </p:nvGrpSpPr>
          <p:grpSpPr bwMode="auto">
            <a:xfrm>
              <a:off x="2932" y="3602"/>
              <a:ext cx="118" cy="616"/>
              <a:chOff x="2932" y="3602"/>
              <a:chExt cx="118" cy="616"/>
            </a:xfrm>
          </p:grpSpPr>
          <p:sp>
            <p:nvSpPr>
              <p:cNvPr id="566" name="Freeform 1179"/>
              <p:cNvSpPr>
                <a:spLocks/>
              </p:cNvSpPr>
              <p:nvPr/>
            </p:nvSpPr>
            <p:spPr bwMode="auto">
              <a:xfrm>
                <a:off x="2932" y="3602"/>
                <a:ext cx="118" cy="616"/>
              </a:xfrm>
              <a:custGeom>
                <a:avLst/>
                <a:gdLst>
                  <a:gd name="T0" fmla="*/ 0 w 118"/>
                  <a:gd name="T1" fmla="*/ 4218 h 616"/>
                  <a:gd name="T2" fmla="*/ 117 w 118"/>
                  <a:gd name="T3" fmla="*/ 4218 h 616"/>
                  <a:gd name="T4" fmla="*/ 117 w 118"/>
                  <a:gd name="T5" fmla="*/ 3602 h 616"/>
                  <a:gd name="T6" fmla="*/ 0 w 118"/>
                  <a:gd name="T7" fmla="*/ 3602 h 616"/>
                  <a:gd name="T8" fmla="*/ 0 w 118"/>
                  <a:gd name="T9" fmla="*/ 4218 h 61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18" h="616">
                    <a:moveTo>
                      <a:pt x="0" y="616"/>
                    </a:moveTo>
                    <a:lnTo>
                      <a:pt x="117" y="616"/>
                    </a:lnTo>
                    <a:lnTo>
                      <a:pt x="117" y="0"/>
                    </a:lnTo>
                    <a:lnTo>
                      <a:pt x="0" y="0"/>
                    </a:lnTo>
                    <a:lnTo>
                      <a:pt x="0" y="61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528" name="Group 1176"/>
            <p:cNvGrpSpPr>
              <a:grpSpLocks/>
            </p:cNvGrpSpPr>
            <p:nvPr/>
          </p:nvGrpSpPr>
          <p:grpSpPr bwMode="auto">
            <a:xfrm>
              <a:off x="3149" y="3061"/>
              <a:ext cx="118" cy="1157"/>
              <a:chOff x="3149" y="3061"/>
              <a:chExt cx="118" cy="1157"/>
            </a:xfrm>
          </p:grpSpPr>
          <p:sp>
            <p:nvSpPr>
              <p:cNvPr id="565" name="Freeform 1177"/>
              <p:cNvSpPr>
                <a:spLocks/>
              </p:cNvSpPr>
              <p:nvPr/>
            </p:nvSpPr>
            <p:spPr bwMode="auto">
              <a:xfrm>
                <a:off x="3149" y="3061"/>
                <a:ext cx="118" cy="1157"/>
              </a:xfrm>
              <a:custGeom>
                <a:avLst/>
                <a:gdLst>
                  <a:gd name="T0" fmla="*/ 0 w 118"/>
                  <a:gd name="T1" fmla="*/ 4218 h 1157"/>
                  <a:gd name="T2" fmla="*/ 118 w 118"/>
                  <a:gd name="T3" fmla="*/ 4218 h 1157"/>
                  <a:gd name="T4" fmla="*/ 118 w 118"/>
                  <a:gd name="T5" fmla="*/ 3061 h 1157"/>
                  <a:gd name="T6" fmla="*/ 0 w 118"/>
                  <a:gd name="T7" fmla="*/ 3061 h 1157"/>
                  <a:gd name="T8" fmla="*/ 0 w 118"/>
                  <a:gd name="T9" fmla="*/ 4218 h 115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18" h="1157">
                    <a:moveTo>
                      <a:pt x="0" y="1157"/>
                    </a:moveTo>
                    <a:lnTo>
                      <a:pt x="118" y="1157"/>
                    </a:lnTo>
                    <a:lnTo>
                      <a:pt x="118" y="0"/>
                    </a:lnTo>
                    <a:lnTo>
                      <a:pt x="0" y="0"/>
                    </a:lnTo>
                    <a:lnTo>
                      <a:pt x="0" y="1157"/>
                    </a:lnTo>
                    <a:close/>
                  </a:path>
                </a:pathLst>
              </a:custGeom>
              <a:solidFill>
                <a:srgbClr val="6D6E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529" name="Group 1174"/>
            <p:cNvGrpSpPr>
              <a:grpSpLocks/>
            </p:cNvGrpSpPr>
            <p:nvPr/>
          </p:nvGrpSpPr>
          <p:grpSpPr bwMode="auto">
            <a:xfrm>
              <a:off x="3361" y="3309"/>
              <a:ext cx="118" cy="910"/>
              <a:chOff x="3361" y="3309"/>
              <a:chExt cx="118" cy="910"/>
            </a:xfrm>
          </p:grpSpPr>
          <p:sp>
            <p:nvSpPr>
              <p:cNvPr id="564" name="Freeform 1175"/>
              <p:cNvSpPr>
                <a:spLocks/>
              </p:cNvSpPr>
              <p:nvPr/>
            </p:nvSpPr>
            <p:spPr bwMode="auto">
              <a:xfrm>
                <a:off x="3361" y="3309"/>
                <a:ext cx="118" cy="910"/>
              </a:xfrm>
              <a:custGeom>
                <a:avLst/>
                <a:gdLst>
                  <a:gd name="T0" fmla="*/ 0 w 118"/>
                  <a:gd name="T1" fmla="*/ 4218 h 910"/>
                  <a:gd name="T2" fmla="*/ 117 w 118"/>
                  <a:gd name="T3" fmla="*/ 4218 h 910"/>
                  <a:gd name="T4" fmla="*/ 117 w 118"/>
                  <a:gd name="T5" fmla="*/ 3309 h 910"/>
                  <a:gd name="T6" fmla="*/ 0 w 118"/>
                  <a:gd name="T7" fmla="*/ 3309 h 910"/>
                  <a:gd name="T8" fmla="*/ 0 w 118"/>
                  <a:gd name="T9" fmla="*/ 4218 h 91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18" h="910">
                    <a:moveTo>
                      <a:pt x="0" y="909"/>
                    </a:moveTo>
                    <a:lnTo>
                      <a:pt x="117" y="909"/>
                    </a:lnTo>
                    <a:lnTo>
                      <a:pt x="117" y="0"/>
                    </a:lnTo>
                    <a:lnTo>
                      <a:pt x="0" y="0"/>
                    </a:lnTo>
                    <a:lnTo>
                      <a:pt x="0" y="909"/>
                    </a:lnTo>
                    <a:close/>
                  </a:path>
                </a:pathLst>
              </a:custGeom>
              <a:solidFill>
                <a:srgbClr val="A7A9A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530" name="Group 1172"/>
            <p:cNvGrpSpPr>
              <a:grpSpLocks/>
            </p:cNvGrpSpPr>
            <p:nvPr/>
          </p:nvGrpSpPr>
          <p:grpSpPr bwMode="auto">
            <a:xfrm>
              <a:off x="3575" y="3572"/>
              <a:ext cx="118" cy="646"/>
              <a:chOff x="3575" y="3572"/>
              <a:chExt cx="118" cy="646"/>
            </a:xfrm>
          </p:grpSpPr>
          <p:sp>
            <p:nvSpPr>
              <p:cNvPr id="563" name="Freeform 1173"/>
              <p:cNvSpPr>
                <a:spLocks/>
              </p:cNvSpPr>
              <p:nvPr/>
            </p:nvSpPr>
            <p:spPr bwMode="auto">
              <a:xfrm>
                <a:off x="3575" y="3572"/>
                <a:ext cx="118" cy="646"/>
              </a:xfrm>
              <a:custGeom>
                <a:avLst/>
                <a:gdLst>
                  <a:gd name="T0" fmla="*/ 0 w 118"/>
                  <a:gd name="T1" fmla="*/ 4218 h 646"/>
                  <a:gd name="T2" fmla="*/ 118 w 118"/>
                  <a:gd name="T3" fmla="*/ 4218 h 646"/>
                  <a:gd name="T4" fmla="*/ 118 w 118"/>
                  <a:gd name="T5" fmla="*/ 3572 h 646"/>
                  <a:gd name="T6" fmla="*/ 0 w 118"/>
                  <a:gd name="T7" fmla="*/ 3572 h 646"/>
                  <a:gd name="T8" fmla="*/ 0 w 118"/>
                  <a:gd name="T9" fmla="*/ 4218 h 64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18" h="646">
                    <a:moveTo>
                      <a:pt x="0" y="646"/>
                    </a:moveTo>
                    <a:lnTo>
                      <a:pt x="118" y="646"/>
                    </a:lnTo>
                    <a:lnTo>
                      <a:pt x="118" y="0"/>
                    </a:lnTo>
                    <a:lnTo>
                      <a:pt x="0" y="0"/>
                    </a:lnTo>
                    <a:lnTo>
                      <a:pt x="0" y="646"/>
                    </a:lnTo>
                    <a:close/>
                  </a:path>
                </a:pathLst>
              </a:custGeom>
              <a:solidFill>
                <a:srgbClr val="00428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531" name="Group 1170"/>
            <p:cNvGrpSpPr>
              <a:grpSpLocks/>
            </p:cNvGrpSpPr>
            <p:nvPr/>
          </p:nvGrpSpPr>
          <p:grpSpPr bwMode="auto">
            <a:xfrm>
              <a:off x="3784" y="3787"/>
              <a:ext cx="118" cy="432"/>
              <a:chOff x="3784" y="3787"/>
              <a:chExt cx="118" cy="432"/>
            </a:xfrm>
          </p:grpSpPr>
          <p:sp>
            <p:nvSpPr>
              <p:cNvPr id="562" name="Freeform 1171"/>
              <p:cNvSpPr>
                <a:spLocks/>
              </p:cNvSpPr>
              <p:nvPr/>
            </p:nvSpPr>
            <p:spPr bwMode="auto">
              <a:xfrm>
                <a:off x="3784" y="3787"/>
                <a:ext cx="118" cy="432"/>
              </a:xfrm>
              <a:custGeom>
                <a:avLst/>
                <a:gdLst>
                  <a:gd name="T0" fmla="*/ 0 w 118"/>
                  <a:gd name="T1" fmla="*/ 4218 h 432"/>
                  <a:gd name="T2" fmla="*/ 117 w 118"/>
                  <a:gd name="T3" fmla="*/ 4218 h 432"/>
                  <a:gd name="T4" fmla="*/ 117 w 118"/>
                  <a:gd name="T5" fmla="*/ 3787 h 432"/>
                  <a:gd name="T6" fmla="*/ 0 w 118"/>
                  <a:gd name="T7" fmla="*/ 3787 h 432"/>
                  <a:gd name="T8" fmla="*/ 0 w 118"/>
                  <a:gd name="T9" fmla="*/ 4218 h 4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18" h="432">
                    <a:moveTo>
                      <a:pt x="0" y="431"/>
                    </a:moveTo>
                    <a:lnTo>
                      <a:pt x="117" y="431"/>
                    </a:lnTo>
                    <a:lnTo>
                      <a:pt x="117" y="0"/>
                    </a:lnTo>
                    <a:lnTo>
                      <a:pt x="0" y="0"/>
                    </a:lnTo>
                    <a:lnTo>
                      <a:pt x="0" y="431"/>
                    </a:lnTo>
                    <a:close/>
                  </a:path>
                </a:pathLst>
              </a:custGeom>
              <a:solidFill>
                <a:srgbClr val="48669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532" name="Group 1168"/>
            <p:cNvGrpSpPr>
              <a:grpSpLocks/>
            </p:cNvGrpSpPr>
            <p:nvPr/>
          </p:nvGrpSpPr>
          <p:grpSpPr bwMode="auto">
            <a:xfrm>
              <a:off x="1213" y="4219"/>
              <a:ext cx="9842" cy="2"/>
              <a:chOff x="1213" y="4219"/>
              <a:chExt cx="9842" cy="2"/>
            </a:xfrm>
          </p:grpSpPr>
          <p:sp>
            <p:nvSpPr>
              <p:cNvPr id="561" name="Freeform 1169"/>
              <p:cNvSpPr>
                <a:spLocks/>
              </p:cNvSpPr>
              <p:nvPr/>
            </p:nvSpPr>
            <p:spPr bwMode="auto">
              <a:xfrm>
                <a:off x="1213" y="4219"/>
                <a:ext cx="9842" cy="2"/>
              </a:xfrm>
              <a:custGeom>
                <a:avLst/>
                <a:gdLst>
                  <a:gd name="T0" fmla="*/ 0 w 9842"/>
                  <a:gd name="T1" fmla="*/ 0 h 2"/>
                  <a:gd name="T2" fmla="*/ 9842 w 9842"/>
                  <a:gd name="T3" fmla="*/ 0 h 2"/>
                  <a:gd name="T4" fmla="*/ 0 60000 65536"/>
                  <a:gd name="T5" fmla="*/ 0 60000 65536"/>
                </a:gdLst>
                <a:ahLst/>
                <a:cxnLst>
                  <a:cxn ang="T4">
                    <a:pos x="T0" y="T1"/>
                  </a:cxn>
                  <a:cxn ang="T5">
                    <a:pos x="T2" y="T3"/>
                  </a:cxn>
                </a:cxnLst>
                <a:rect l="0" t="0" r="r" b="b"/>
                <a:pathLst>
                  <a:path w="9842" h="2">
                    <a:moveTo>
                      <a:pt x="0" y="0"/>
                    </a:moveTo>
                    <a:lnTo>
                      <a:pt x="9842" y="0"/>
                    </a:lnTo>
                  </a:path>
                </a:pathLst>
              </a:custGeom>
              <a:noFill/>
              <a:ln w="6350">
                <a:solidFill>
                  <a:srgbClr val="939598"/>
                </a:solidFill>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533" name="Group 1166"/>
            <p:cNvGrpSpPr>
              <a:grpSpLocks/>
            </p:cNvGrpSpPr>
            <p:nvPr/>
          </p:nvGrpSpPr>
          <p:grpSpPr bwMode="auto">
            <a:xfrm>
              <a:off x="1259" y="165"/>
              <a:ext cx="2" cy="4093"/>
              <a:chOff x="1259" y="165"/>
              <a:chExt cx="2" cy="4093"/>
            </a:xfrm>
          </p:grpSpPr>
          <p:sp>
            <p:nvSpPr>
              <p:cNvPr id="560" name="Freeform 1167"/>
              <p:cNvSpPr>
                <a:spLocks/>
              </p:cNvSpPr>
              <p:nvPr/>
            </p:nvSpPr>
            <p:spPr bwMode="auto">
              <a:xfrm>
                <a:off x="1259" y="165"/>
                <a:ext cx="2" cy="4093"/>
              </a:xfrm>
              <a:custGeom>
                <a:avLst/>
                <a:gdLst>
                  <a:gd name="T0" fmla="*/ 0 w 2"/>
                  <a:gd name="T1" fmla="*/ 165 h 4093"/>
                  <a:gd name="T2" fmla="*/ 0 w 2"/>
                  <a:gd name="T3" fmla="*/ 4258 h 4093"/>
                  <a:gd name="T4" fmla="*/ 0 60000 65536"/>
                  <a:gd name="T5" fmla="*/ 0 60000 65536"/>
                </a:gdLst>
                <a:ahLst/>
                <a:cxnLst>
                  <a:cxn ang="T4">
                    <a:pos x="T0" y="T1"/>
                  </a:cxn>
                  <a:cxn ang="T5">
                    <a:pos x="T2" y="T3"/>
                  </a:cxn>
                </a:cxnLst>
                <a:rect l="0" t="0" r="r" b="b"/>
                <a:pathLst>
                  <a:path w="2" h="4093">
                    <a:moveTo>
                      <a:pt x="0" y="0"/>
                    </a:moveTo>
                    <a:lnTo>
                      <a:pt x="0" y="4093"/>
                    </a:lnTo>
                  </a:path>
                </a:pathLst>
              </a:custGeom>
              <a:noFill/>
              <a:ln w="6350">
                <a:solidFill>
                  <a:srgbClr val="939598"/>
                </a:solidFill>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534" name="Group 1164"/>
            <p:cNvGrpSpPr>
              <a:grpSpLocks/>
            </p:cNvGrpSpPr>
            <p:nvPr/>
          </p:nvGrpSpPr>
          <p:grpSpPr bwMode="auto">
            <a:xfrm>
              <a:off x="2720" y="4218"/>
              <a:ext cx="2" cy="40"/>
              <a:chOff x="2720" y="4218"/>
              <a:chExt cx="2" cy="40"/>
            </a:xfrm>
          </p:grpSpPr>
          <p:sp>
            <p:nvSpPr>
              <p:cNvPr id="559" name="Freeform 1165"/>
              <p:cNvSpPr>
                <a:spLocks/>
              </p:cNvSpPr>
              <p:nvPr/>
            </p:nvSpPr>
            <p:spPr bwMode="auto">
              <a:xfrm>
                <a:off x="2720" y="4218"/>
                <a:ext cx="2" cy="40"/>
              </a:xfrm>
              <a:custGeom>
                <a:avLst/>
                <a:gdLst>
                  <a:gd name="T0" fmla="*/ 0 w 2"/>
                  <a:gd name="T1" fmla="*/ 4218 h 40"/>
                  <a:gd name="T2" fmla="*/ 0 w 2"/>
                  <a:gd name="T3" fmla="*/ 4258 h 40"/>
                  <a:gd name="T4" fmla="*/ 0 60000 65536"/>
                  <a:gd name="T5" fmla="*/ 0 60000 65536"/>
                </a:gdLst>
                <a:ahLst/>
                <a:cxnLst>
                  <a:cxn ang="T4">
                    <a:pos x="T0" y="T1"/>
                  </a:cxn>
                  <a:cxn ang="T5">
                    <a:pos x="T2" y="T3"/>
                  </a:cxn>
                </a:cxnLst>
                <a:rect l="0" t="0" r="r" b="b"/>
                <a:pathLst>
                  <a:path w="2" h="40">
                    <a:moveTo>
                      <a:pt x="0" y="0"/>
                    </a:moveTo>
                    <a:lnTo>
                      <a:pt x="0" y="40"/>
                    </a:lnTo>
                  </a:path>
                </a:pathLst>
              </a:custGeom>
              <a:noFill/>
              <a:ln w="6350">
                <a:solidFill>
                  <a:srgbClr val="939598"/>
                </a:solidFill>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535" name="Group 1162"/>
            <p:cNvGrpSpPr>
              <a:grpSpLocks/>
            </p:cNvGrpSpPr>
            <p:nvPr/>
          </p:nvGrpSpPr>
          <p:grpSpPr bwMode="auto">
            <a:xfrm>
              <a:off x="4109" y="4218"/>
              <a:ext cx="2" cy="40"/>
              <a:chOff x="4109" y="4218"/>
              <a:chExt cx="2" cy="40"/>
            </a:xfrm>
          </p:grpSpPr>
          <p:sp>
            <p:nvSpPr>
              <p:cNvPr id="558" name="Freeform 1163"/>
              <p:cNvSpPr>
                <a:spLocks/>
              </p:cNvSpPr>
              <p:nvPr/>
            </p:nvSpPr>
            <p:spPr bwMode="auto">
              <a:xfrm>
                <a:off x="4109" y="4218"/>
                <a:ext cx="2" cy="40"/>
              </a:xfrm>
              <a:custGeom>
                <a:avLst/>
                <a:gdLst>
                  <a:gd name="T0" fmla="*/ 0 w 2"/>
                  <a:gd name="T1" fmla="*/ 4218 h 40"/>
                  <a:gd name="T2" fmla="*/ 0 w 2"/>
                  <a:gd name="T3" fmla="*/ 4258 h 40"/>
                  <a:gd name="T4" fmla="*/ 0 60000 65536"/>
                  <a:gd name="T5" fmla="*/ 0 60000 65536"/>
                </a:gdLst>
                <a:ahLst/>
                <a:cxnLst>
                  <a:cxn ang="T4">
                    <a:pos x="T0" y="T1"/>
                  </a:cxn>
                  <a:cxn ang="T5">
                    <a:pos x="T2" y="T3"/>
                  </a:cxn>
                </a:cxnLst>
                <a:rect l="0" t="0" r="r" b="b"/>
                <a:pathLst>
                  <a:path w="2" h="40">
                    <a:moveTo>
                      <a:pt x="0" y="0"/>
                    </a:moveTo>
                    <a:lnTo>
                      <a:pt x="0" y="40"/>
                    </a:lnTo>
                  </a:path>
                </a:pathLst>
              </a:custGeom>
              <a:noFill/>
              <a:ln w="6350">
                <a:solidFill>
                  <a:srgbClr val="939598"/>
                </a:solidFill>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536" name="Group 1160"/>
            <p:cNvGrpSpPr>
              <a:grpSpLocks/>
            </p:cNvGrpSpPr>
            <p:nvPr/>
          </p:nvGrpSpPr>
          <p:grpSpPr bwMode="auto">
            <a:xfrm>
              <a:off x="5505" y="4218"/>
              <a:ext cx="2" cy="40"/>
              <a:chOff x="5505" y="4218"/>
              <a:chExt cx="2" cy="40"/>
            </a:xfrm>
          </p:grpSpPr>
          <p:sp>
            <p:nvSpPr>
              <p:cNvPr id="557" name="Freeform 1161"/>
              <p:cNvSpPr>
                <a:spLocks/>
              </p:cNvSpPr>
              <p:nvPr/>
            </p:nvSpPr>
            <p:spPr bwMode="auto">
              <a:xfrm>
                <a:off x="5505" y="4218"/>
                <a:ext cx="2" cy="40"/>
              </a:xfrm>
              <a:custGeom>
                <a:avLst/>
                <a:gdLst>
                  <a:gd name="T0" fmla="*/ 0 w 2"/>
                  <a:gd name="T1" fmla="*/ 4218 h 40"/>
                  <a:gd name="T2" fmla="*/ 0 w 2"/>
                  <a:gd name="T3" fmla="*/ 4258 h 40"/>
                  <a:gd name="T4" fmla="*/ 0 60000 65536"/>
                  <a:gd name="T5" fmla="*/ 0 60000 65536"/>
                </a:gdLst>
                <a:ahLst/>
                <a:cxnLst>
                  <a:cxn ang="T4">
                    <a:pos x="T0" y="T1"/>
                  </a:cxn>
                  <a:cxn ang="T5">
                    <a:pos x="T2" y="T3"/>
                  </a:cxn>
                </a:cxnLst>
                <a:rect l="0" t="0" r="r" b="b"/>
                <a:pathLst>
                  <a:path w="2" h="40">
                    <a:moveTo>
                      <a:pt x="0" y="0"/>
                    </a:moveTo>
                    <a:lnTo>
                      <a:pt x="0" y="40"/>
                    </a:lnTo>
                  </a:path>
                </a:pathLst>
              </a:custGeom>
              <a:noFill/>
              <a:ln w="6350">
                <a:solidFill>
                  <a:srgbClr val="939598"/>
                </a:solidFill>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537" name="Group 1158"/>
            <p:cNvGrpSpPr>
              <a:grpSpLocks/>
            </p:cNvGrpSpPr>
            <p:nvPr/>
          </p:nvGrpSpPr>
          <p:grpSpPr bwMode="auto">
            <a:xfrm>
              <a:off x="6883" y="4218"/>
              <a:ext cx="2" cy="40"/>
              <a:chOff x="6883" y="4218"/>
              <a:chExt cx="2" cy="40"/>
            </a:xfrm>
          </p:grpSpPr>
          <p:sp>
            <p:nvSpPr>
              <p:cNvPr id="556" name="Freeform 1159"/>
              <p:cNvSpPr>
                <a:spLocks/>
              </p:cNvSpPr>
              <p:nvPr/>
            </p:nvSpPr>
            <p:spPr bwMode="auto">
              <a:xfrm>
                <a:off x="6883" y="4218"/>
                <a:ext cx="2" cy="40"/>
              </a:xfrm>
              <a:custGeom>
                <a:avLst/>
                <a:gdLst>
                  <a:gd name="T0" fmla="*/ 0 w 2"/>
                  <a:gd name="T1" fmla="*/ 4218 h 40"/>
                  <a:gd name="T2" fmla="*/ 0 w 2"/>
                  <a:gd name="T3" fmla="*/ 4258 h 40"/>
                  <a:gd name="T4" fmla="*/ 0 60000 65536"/>
                  <a:gd name="T5" fmla="*/ 0 60000 65536"/>
                </a:gdLst>
                <a:ahLst/>
                <a:cxnLst>
                  <a:cxn ang="T4">
                    <a:pos x="T0" y="T1"/>
                  </a:cxn>
                  <a:cxn ang="T5">
                    <a:pos x="T2" y="T3"/>
                  </a:cxn>
                </a:cxnLst>
                <a:rect l="0" t="0" r="r" b="b"/>
                <a:pathLst>
                  <a:path w="2" h="40">
                    <a:moveTo>
                      <a:pt x="0" y="0"/>
                    </a:moveTo>
                    <a:lnTo>
                      <a:pt x="0" y="40"/>
                    </a:lnTo>
                  </a:path>
                </a:pathLst>
              </a:custGeom>
              <a:noFill/>
              <a:ln w="6350">
                <a:solidFill>
                  <a:srgbClr val="939598"/>
                </a:solidFill>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538" name="Group 1156"/>
            <p:cNvGrpSpPr>
              <a:grpSpLocks/>
            </p:cNvGrpSpPr>
            <p:nvPr/>
          </p:nvGrpSpPr>
          <p:grpSpPr bwMode="auto">
            <a:xfrm>
              <a:off x="8272" y="4218"/>
              <a:ext cx="2" cy="40"/>
              <a:chOff x="8272" y="4218"/>
              <a:chExt cx="2" cy="40"/>
            </a:xfrm>
          </p:grpSpPr>
          <p:sp>
            <p:nvSpPr>
              <p:cNvPr id="555" name="Freeform 1157"/>
              <p:cNvSpPr>
                <a:spLocks/>
              </p:cNvSpPr>
              <p:nvPr/>
            </p:nvSpPr>
            <p:spPr bwMode="auto">
              <a:xfrm>
                <a:off x="8272" y="4218"/>
                <a:ext cx="2" cy="40"/>
              </a:xfrm>
              <a:custGeom>
                <a:avLst/>
                <a:gdLst>
                  <a:gd name="T0" fmla="*/ 0 w 2"/>
                  <a:gd name="T1" fmla="*/ 4218 h 40"/>
                  <a:gd name="T2" fmla="*/ 0 w 2"/>
                  <a:gd name="T3" fmla="*/ 4258 h 40"/>
                  <a:gd name="T4" fmla="*/ 0 60000 65536"/>
                  <a:gd name="T5" fmla="*/ 0 60000 65536"/>
                </a:gdLst>
                <a:ahLst/>
                <a:cxnLst>
                  <a:cxn ang="T4">
                    <a:pos x="T0" y="T1"/>
                  </a:cxn>
                  <a:cxn ang="T5">
                    <a:pos x="T2" y="T3"/>
                  </a:cxn>
                </a:cxnLst>
                <a:rect l="0" t="0" r="r" b="b"/>
                <a:pathLst>
                  <a:path w="2" h="40">
                    <a:moveTo>
                      <a:pt x="0" y="0"/>
                    </a:moveTo>
                    <a:lnTo>
                      <a:pt x="0" y="40"/>
                    </a:lnTo>
                  </a:path>
                </a:pathLst>
              </a:custGeom>
              <a:noFill/>
              <a:ln w="6350">
                <a:solidFill>
                  <a:srgbClr val="939598"/>
                </a:solidFill>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539" name="Group 1154"/>
            <p:cNvGrpSpPr>
              <a:grpSpLocks/>
            </p:cNvGrpSpPr>
            <p:nvPr/>
          </p:nvGrpSpPr>
          <p:grpSpPr bwMode="auto">
            <a:xfrm>
              <a:off x="9656" y="4218"/>
              <a:ext cx="2" cy="40"/>
              <a:chOff x="9656" y="4218"/>
              <a:chExt cx="2" cy="40"/>
            </a:xfrm>
          </p:grpSpPr>
          <p:sp>
            <p:nvSpPr>
              <p:cNvPr id="554" name="Freeform 1155"/>
              <p:cNvSpPr>
                <a:spLocks/>
              </p:cNvSpPr>
              <p:nvPr/>
            </p:nvSpPr>
            <p:spPr bwMode="auto">
              <a:xfrm>
                <a:off x="9656" y="4218"/>
                <a:ext cx="2" cy="40"/>
              </a:xfrm>
              <a:custGeom>
                <a:avLst/>
                <a:gdLst>
                  <a:gd name="T0" fmla="*/ 0 w 2"/>
                  <a:gd name="T1" fmla="*/ 4218 h 40"/>
                  <a:gd name="T2" fmla="*/ 0 w 2"/>
                  <a:gd name="T3" fmla="*/ 4258 h 40"/>
                  <a:gd name="T4" fmla="*/ 0 60000 65536"/>
                  <a:gd name="T5" fmla="*/ 0 60000 65536"/>
                </a:gdLst>
                <a:ahLst/>
                <a:cxnLst>
                  <a:cxn ang="T4">
                    <a:pos x="T0" y="T1"/>
                  </a:cxn>
                  <a:cxn ang="T5">
                    <a:pos x="T2" y="T3"/>
                  </a:cxn>
                </a:cxnLst>
                <a:rect l="0" t="0" r="r" b="b"/>
                <a:pathLst>
                  <a:path w="2" h="40">
                    <a:moveTo>
                      <a:pt x="0" y="0"/>
                    </a:moveTo>
                    <a:lnTo>
                      <a:pt x="0" y="40"/>
                    </a:lnTo>
                  </a:path>
                </a:pathLst>
              </a:custGeom>
              <a:noFill/>
              <a:ln w="6350">
                <a:solidFill>
                  <a:srgbClr val="939598"/>
                </a:solidFill>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540" name="Group 1152"/>
            <p:cNvGrpSpPr>
              <a:grpSpLocks/>
            </p:cNvGrpSpPr>
            <p:nvPr/>
          </p:nvGrpSpPr>
          <p:grpSpPr bwMode="auto">
            <a:xfrm>
              <a:off x="11050" y="165"/>
              <a:ext cx="2" cy="4093"/>
              <a:chOff x="11050" y="165"/>
              <a:chExt cx="2" cy="4093"/>
            </a:xfrm>
          </p:grpSpPr>
          <p:sp>
            <p:nvSpPr>
              <p:cNvPr id="553" name="Freeform 1153"/>
              <p:cNvSpPr>
                <a:spLocks/>
              </p:cNvSpPr>
              <p:nvPr/>
            </p:nvSpPr>
            <p:spPr bwMode="auto">
              <a:xfrm>
                <a:off x="11050" y="165"/>
                <a:ext cx="2" cy="4093"/>
              </a:xfrm>
              <a:custGeom>
                <a:avLst/>
                <a:gdLst>
                  <a:gd name="T0" fmla="*/ 0 w 2"/>
                  <a:gd name="T1" fmla="*/ 165 h 4093"/>
                  <a:gd name="T2" fmla="*/ 0 w 2"/>
                  <a:gd name="T3" fmla="*/ 4258 h 4093"/>
                  <a:gd name="T4" fmla="*/ 0 60000 65536"/>
                  <a:gd name="T5" fmla="*/ 0 60000 65536"/>
                </a:gdLst>
                <a:ahLst/>
                <a:cxnLst>
                  <a:cxn ang="T4">
                    <a:pos x="T0" y="T1"/>
                  </a:cxn>
                  <a:cxn ang="T5">
                    <a:pos x="T2" y="T3"/>
                  </a:cxn>
                </a:cxnLst>
                <a:rect l="0" t="0" r="r" b="b"/>
                <a:pathLst>
                  <a:path w="2" h="4093">
                    <a:moveTo>
                      <a:pt x="0" y="0"/>
                    </a:moveTo>
                    <a:lnTo>
                      <a:pt x="0" y="4093"/>
                    </a:lnTo>
                  </a:path>
                </a:pathLst>
              </a:custGeom>
              <a:noFill/>
              <a:ln w="6350">
                <a:solidFill>
                  <a:srgbClr val="939598"/>
                </a:solidFill>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541" name="Group 1150"/>
            <p:cNvGrpSpPr>
              <a:grpSpLocks/>
            </p:cNvGrpSpPr>
            <p:nvPr/>
          </p:nvGrpSpPr>
          <p:grpSpPr bwMode="auto">
            <a:xfrm>
              <a:off x="8447" y="463"/>
              <a:ext cx="1536" cy="2554"/>
              <a:chOff x="8447" y="463"/>
              <a:chExt cx="1536" cy="2554"/>
            </a:xfrm>
          </p:grpSpPr>
          <p:sp>
            <p:nvSpPr>
              <p:cNvPr id="552" name="Freeform 1151"/>
              <p:cNvSpPr>
                <a:spLocks/>
              </p:cNvSpPr>
              <p:nvPr/>
            </p:nvSpPr>
            <p:spPr bwMode="auto">
              <a:xfrm>
                <a:off x="8447" y="463"/>
                <a:ext cx="1536" cy="2554"/>
              </a:xfrm>
              <a:custGeom>
                <a:avLst/>
                <a:gdLst>
                  <a:gd name="T0" fmla="*/ 0 w 1424"/>
                  <a:gd name="T1" fmla="*/ 2750 h 2188"/>
                  <a:gd name="T2" fmla="*/ 1425 w 1424"/>
                  <a:gd name="T3" fmla="*/ 2750 h 2188"/>
                  <a:gd name="T4" fmla="*/ 1425 w 1424"/>
                  <a:gd name="T5" fmla="*/ 561 h 2188"/>
                  <a:gd name="T6" fmla="*/ 0 w 1424"/>
                  <a:gd name="T7" fmla="*/ 561 h 2188"/>
                  <a:gd name="T8" fmla="*/ 0 w 1424"/>
                  <a:gd name="T9" fmla="*/ 2750 h 218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24" h="2188">
                    <a:moveTo>
                      <a:pt x="0" y="2189"/>
                    </a:moveTo>
                    <a:lnTo>
                      <a:pt x="1425" y="2189"/>
                    </a:lnTo>
                    <a:lnTo>
                      <a:pt x="1425" y="0"/>
                    </a:lnTo>
                    <a:lnTo>
                      <a:pt x="0" y="0"/>
                    </a:lnTo>
                    <a:lnTo>
                      <a:pt x="0" y="2189"/>
                    </a:lnTo>
                    <a:close/>
                  </a:path>
                </a:pathLst>
              </a:custGeom>
              <a:solidFill>
                <a:srgbClr val="D9DCE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r>
                  <a:rPr lang="en-US" sz="1100" dirty="0" smtClean="0"/>
                  <a:t>   18-24 years</a:t>
                </a:r>
              </a:p>
              <a:p>
                <a:endParaRPr lang="en-US" sz="1100" dirty="0"/>
              </a:p>
              <a:p>
                <a:r>
                  <a:rPr lang="en-US" sz="1100" dirty="0" smtClean="0"/>
                  <a:t>   25-34 years</a:t>
                </a:r>
              </a:p>
              <a:p>
                <a:endParaRPr lang="en-US" sz="1100" dirty="0"/>
              </a:p>
              <a:p>
                <a:r>
                  <a:rPr lang="en-US" sz="1100" dirty="0" smtClean="0"/>
                  <a:t>   35-44 years</a:t>
                </a:r>
              </a:p>
              <a:p>
                <a:endParaRPr lang="en-US" sz="1050" dirty="0"/>
              </a:p>
              <a:p>
                <a:r>
                  <a:rPr lang="en-US" sz="1100" dirty="0" smtClean="0"/>
                  <a:t>   45-54 years</a:t>
                </a:r>
              </a:p>
              <a:p>
                <a:r>
                  <a:rPr lang="en-US" sz="1100" dirty="0"/>
                  <a:t> </a:t>
                </a:r>
                <a:r>
                  <a:rPr lang="en-US" sz="1100" dirty="0" smtClean="0"/>
                  <a:t>   </a:t>
                </a:r>
              </a:p>
              <a:p>
                <a:r>
                  <a:rPr lang="en-US" sz="1100" dirty="0"/>
                  <a:t> </a:t>
                </a:r>
                <a:r>
                  <a:rPr lang="en-US" sz="1100" dirty="0" smtClean="0"/>
                  <a:t>  55-64 years</a:t>
                </a:r>
              </a:p>
            </p:txBody>
          </p:sp>
        </p:grpSp>
        <p:grpSp>
          <p:nvGrpSpPr>
            <p:cNvPr id="542" name="Group 1148"/>
            <p:cNvGrpSpPr>
              <a:grpSpLocks/>
            </p:cNvGrpSpPr>
            <p:nvPr/>
          </p:nvGrpSpPr>
          <p:grpSpPr bwMode="auto">
            <a:xfrm>
              <a:off x="8525" y="607"/>
              <a:ext cx="113" cy="113"/>
              <a:chOff x="8525" y="607"/>
              <a:chExt cx="113" cy="113"/>
            </a:xfrm>
          </p:grpSpPr>
          <p:sp>
            <p:nvSpPr>
              <p:cNvPr id="551" name="Freeform 1149"/>
              <p:cNvSpPr>
                <a:spLocks/>
              </p:cNvSpPr>
              <p:nvPr/>
            </p:nvSpPr>
            <p:spPr bwMode="auto">
              <a:xfrm>
                <a:off x="8525" y="607"/>
                <a:ext cx="113" cy="113"/>
              </a:xfrm>
              <a:custGeom>
                <a:avLst/>
                <a:gdLst>
                  <a:gd name="T0" fmla="*/ 0 w 113"/>
                  <a:gd name="T1" fmla="*/ 695 h 113"/>
                  <a:gd name="T2" fmla="*/ 113 w 113"/>
                  <a:gd name="T3" fmla="*/ 695 h 113"/>
                  <a:gd name="T4" fmla="*/ 113 w 113"/>
                  <a:gd name="T5" fmla="*/ 581 h 113"/>
                  <a:gd name="T6" fmla="*/ 0 w 113"/>
                  <a:gd name="T7" fmla="*/ 581 h 113"/>
                  <a:gd name="T8" fmla="*/ 0 w 113"/>
                  <a:gd name="T9" fmla="*/ 695 h 11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13" h="113">
                    <a:moveTo>
                      <a:pt x="0" y="114"/>
                    </a:moveTo>
                    <a:lnTo>
                      <a:pt x="113" y="114"/>
                    </a:lnTo>
                    <a:lnTo>
                      <a:pt x="113" y="0"/>
                    </a:lnTo>
                    <a:lnTo>
                      <a:pt x="0" y="0"/>
                    </a:lnTo>
                    <a:lnTo>
                      <a:pt x="0" y="11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543" name="Group 1146"/>
            <p:cNvGrpSpPr>
              <a:grpSpLocks/>
            </p:cNvGrpSpPr>
            <p:nvPr/>
          </p:nvGrpSpPr>
          <p:grpSpPr bwMode="auto">
            <a:xfrm>
              <a:off x="8546" y="1112"/>
              <a:ext cx="113" cy="113"/>
              <a:chOff x="8546" y="1112"/>
              <a:chExt cx="113" cy="113"/>
            </a:xfrm>
          </p:grpSpPr>
          <p:sp>
            <p:nvSpPr>
              <p:cNvPr id="550" name="Freeform 1147"/>
              <p:cNvSpPr>
                <a:spLocks/>
              </p:cNvSpPr>
              <p:nvPr/>
            </p:nvSpPr>
            <p:spPr bwMode="auto">
              <a:xfrm>
                <a:off x="8546" y="1112"/>
                <a:ext cx="113" cy="113"/>
              </a:xfrm>
              <a:custGeom>
                <a:avLst/>
                <a:gdLst>
                  <a:gd name="T0" fmla="*/ 0 w 113"/>
                  <a:gd name="T1" fmla="*/ 1192 h 113"/>
                  <a:gd name="T2" fmla="*/ 114 w 113"/>
                  <a:gd name="T3" fmla="*/ 1192 h 113"/>
                  <a:gd name="T4" fmla="*/ 114 w 113"/>
                  <a:gd name="T5" fmla="*/ 1079 h 113"/>
                  <a:gd name="T6" fmla="*/ 0 w 113"/>
                  <a:gd name="T7" fmla="*/ 1079 h 113"/>
                  <a:gd name="T8" fmla="*/ 0 w 113"/>
                  <a:gd name="T9" fmla="*/ 1192 h 11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13" h="113">
                    <a:moveTo>
                      <a:pt x="0" y="113"/>
                    </a:moveTo>
                    <a:lnTo>
                      <a:pt x="114" y="113"/>
                    </a:lnTo>
                    <a:lnTo>
                      <a:pt x="114" y="0"/>
                    </a:lnTo>
                    <a:lnTo>
                      <a:pt x="0" y="0"/>
                    </a:lnTo>
                    <a:lnTo>
                      <a:pt x="0" y="113"/>
                    </a:lnTo>
                    <a:close/>
                  </a:path>
                </a:pathLst>
              </a:custGeom>
              <a:solidFill>
                <a:srgbClr val="6D6E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544" name="Group 1144"/>
            <p:cNvGrpSpPr>
              <a:grpSpLocks/>
            </p:cNvGrpSpPr>
            <p:nvPr/>
          </p:nvGrpSpPr>
          <p:grpSpPr bwMode="auto">
            <a:xfrm>
              <a:off x="8554" y="1632"/>
              <a:ext cx="113" cy="113"/>
              <a:chOff x="8554" y="1632"/>
              <a:chExt cx="113" cy="113"/>
            </a:xfrm>
          </p:grpSpPr>
          <p:sp>
            <p:nvSpPr>
              <p:cNvPr id="549" name="Freeform 1145"/>
              <p:cNvSpPr>
                <a:spLocks/>
              </p:cNvSpPr>
              <p:nvPr/>
            </p:nvSpPr>
            <p:spPr bwMode="auto">
              <a:xfrm>
                <a:off x="8554" y="1632"/>
                <a:ext cx="113" cy="113"/>
              </a:xfrm>
              <a:custGeom>
                <a:avLst/>
                <a:gdLst>
                  <a:gd name="T0" fmla="*/ 0 w 113"/>
                  <a:gd name="T1" fmla="*/ 1688 h 113"/>
                  <a:gd name="T2" fmla="*/ 113 w 113"/>
                  <a:gd name="T3" fmla="*/ 1688 h 113"/>
                  <a:gd name="T4" fmla="*/ 113 w 113"/>
                  <a:gd name="T5" fmla="*/ 1575 h 113"/>
                  <a:gd name="T6" fmla="*/ 0 w 113"/>
                  <a:gd name="T7" fmla="*/ 1575 h 113"/>
                  <a:gd name="T8" fmla="*/ 0 w 113"/>
                  <a:gd name="T9" fmla="*/ 1688 h 11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13" h="113">
                    <a:moveTo>
                      <a:pt x="0" y="113"/>
                    </a:moveTo>
                    <a:lnTo>
                      <a:pt x="113" y="113"/>
                    </a:lnTo>
                    <a:lnTo>
                      <a:pt x="113" y="0"/>
                    </a:lnTo>
                    <a:lnTo>
                      <a:pt x="0" y="0"/>
                    </a:lnTo>
                    <a:lnTo>
                      <a:pt x="0" y="113"/>
                    </a:lnTo>
                    <a:close/>
                  </a:path>
                </a:pathLst>
              </a:custGeom>
              <a:solidFill>
                <a:srgbClr val="A7A9A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545" name="Group 1142"/>
            <p:cNvGrpSpPr>
              <a:grpSpLocks/>
            </p:cNvGrpSpPr>
            <p:nvPr/>
          </p:nvGrpSpPr>
          <p:grpSpPr bwMode="auto">
            <a:xfrm>
              <a:off x="8541" y="2162"/>
              <a:ext cx="113" cy="113"/>
              <a:chOff x="8541" y="2162"/>
              <a:chExt cx="113" cy="113"/>
            </a:xfrm>
          </p:grpSpPr>
          <p:sp>
            <p:nvSpPr>
              <p:cNvPr id="548" name="Freeform 1143"/>
              <p:cNvSpPr>
                <a:spLocks/>
              </p:cNvSpPr>
              <p:nvPr/>
            </p:nvSpPr>
            <p:spPr bwMode="auto">
              <a:xfrm>
                <a:off x="8541" y="2162"/>
                <a:ext cx="113" cy="113"/>
              </a:xfrm>
              <a:custGeom>
                <a:avLst/>
                <a:gdLst>
                  <a:gd name="T0" fmla="*/ 0 w 113"/>
                  <a:gd name="T1" fmla="*/ 2191 h 113"/>
                  <a:gd name="T2" fmla="*/ 113 w 113"/>
                  <a:gd name="T3" fmla="*/ 2191 h 113"/>
                  <a:gd name="T4" fmla="*/ 113 w 113"/>
                  <a:gd name="T5" fmla="*/ 2078 h 113"/>
                  <a:gd name="T6" fmla="*/ 0 w 113"/>
                  <a:gd name="T7" fmla="*/ 2078 h 113"/>
                  <a:gd name="T8" fmla="*/ 0 w 113"/>
                  <a:gd name="T9" fmla="*/ 2191 h 11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13" h="113">
                    <a:moveTo>
                      <a:pt x="0" y="113"/>
                    </a:moveTo>
                    <a:lnTo>
                      <a:pt x="113" y="113"/>
                    </a:lnTo>
                    <a:lnTo>
                      <a:pt x="113" y="0"/>
                    </a:lnTo>
                    <a:lnTo>
                      <a:pt x="0" y="0"/>
                    </a:lnTo>
                    <a:lnTo>
                      <a:pt x="0" y="113"/>
                    </a:lnTo>
                    <a:close/>
                  </a:path>
                </a:pathLst>
              </a:custGeom>
              <a:solidFill>
                <a:srgbClr val="00428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546" name="Group 1140"/>
            <p:cNvGrpSpPr>
              <a:grpSpLocks/>
            </p:cNvGrpSpPr>
            <p:nvPr/>
          </p:nvGrpSpPr>
          <p:grpSpPr bwMode="auto">
            <a:xfrm>
              <a:off x="8553" y="2706"/>
              <a:ext cx="113" cy="113"/>
              <a:chOff x="8553" y="2706"/>
              <a:chExt cx="113" cy="113"/>
            </a:xfrm>
          </p:grpSpPr>
          <p:sp>
            <p:nvSpPr>
              <p:cNvPr id="547" name="Freeform 1141"/>
              <p:cNvSpPr>
                <a:spLocks/>
              </p:cNvSpPr>
              <p:nvPr/>
            </p:nvSpPr>
            <p:spPr bwMode="auto">
              <a:xfrm>
                <a:off x="8553" y="2706"/>
                <a:ext cx="113" cy="113"/>
              </a:xfrm>
              <a:custGeom>
                <a:avLst/>
                <a:gdLst>
                  <a:gd name="T0" fmla="*/ 0 w 113"/>
                  <a:gd name="T1" fmla="*/ 2687 h 113"/>
                  <a:gd name="T2" fmla="*/ 113 w 113"/>
                  <a:gd name="T3" fmla="*/ 2687 h 113"/>
                  <a:gd name="T4" fmla="*/ 113 w 113"/>
                  <a:gd name="T5" fmla="*/ 2574 h 113"/>
                  <a:gd name="T6" fmla="*/ 0 w 113"/>
                  <a:gd name="T7" fmla="*/ 2574 h 113"/>
                  <a:gd name="T8" fmla="*/ 0 w 113"/>
                  <a:gd name="T9" fmla="*/ 2687 h 11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13" h="113">
                    <a:moveTo>
                      <a:pt x="0" y="113"/>
                    </a:moveTo>
                    <a:lnTo>
                      <a:pt x="113" y="113"/>
                    </a:lnTo>
                    <a:lnTo>
                      <a:pt x="113" y="0"/>
                    </a:lnTo>
                    <a:lnTo>
                      <a:pt x="0" y="0"/>
                    </a:lnTo>
                    <a:lnTo>
                      <a:pt x="0" y="113"/>
                    </a:lnTo>
                    <a:close/>
                  </a:path>
                </a:pathLst>
              </a:custGeom>
              <a:solidFill>
                <a:srgbClr val="48669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sp>
        <p:nvSpPr>
          <p:cNvPr id="681" name="TextBox 680"/>
          <p:cNvSpPr txBox="1"/>
          <p:nvPr/>
        </p:nvSpPr>
        <p:spPr>
          <a:xfrm>
            <a:off x="1041805" y="4343400"/>
            <a:ext cx="253595" cy="253916"/>
          </a:xfrm>
          <a:prstGeom prst="rect">
            <a:avLst/>
          </a:prstGeom>
          <a:noFill/>
        </p:spPr>
        <p:txBody>
          <a:bodyPr wrap="none" rtlCol="0">
            <a:spAutoFit/>
          </a:bodyPr>
          <a:lstStyle/>
          <a:p>
            <a:pPr algn="ctr"/>
            <a:r>
              <a:rPr lang="en-US" sz="1050" dirty="0"/>
              <a:t>0</a:t>
            </a:r>
          </a:p>
        </p:txBody>
      </p:sp>
      <p:sp>
        <p:nvSpPr>
          <p:cNvPr id="682" name="TextBox 681"/>
          <p:cNvSpPr txBox="1"/>
          <p:nvPr/>
        </p:nvSpPr>
        <p:spPr>
          <a:xfrm>
            <a:off x="1035894" y="4061680"/>
            <a:ext cx="253595" cy="253916"/>
          </a:xfrm>
          <a:prstGeom prst="rect">
            <a:avLst/>
          </a:prstGeom>
          <a:noFill/>
        </p:spPr>
        <p:txBody>
          <a:bodyPr wrap="none" rtlCol="0">
            <a:spAutoFit/>
          </a:bodyPr>
          <a:lstStyle/>
          <a:p>
            <a:pPr algn="ctr"/>
            <a:r>
              <a:rPr lang="en-US" sz="1050" dirty="0" smtClean="0"/>
              <a:t>5</a:t>
            </a:r>
            <a:endParaRPr lang="en-US" sz="1050" dirty="0"/>
          </a:p>
        </p:txBody>
      </p:sp>
      <p:sp>
        <p:nvSpPr>
          <p:cNvPr id="683" name="TextBox 682"/>
          <p:cNvSpPr txBox="1"/>
          <p:nvPr/>
        </p:nvSpPr>
        <p:spPr>
          <a:xfrm>
            <a:off x="972875" y="3733800"/>
            <a:ext cx="322525" cy="253916"/>
          </a:xfrm>
          <a:prstGeom prst="rect">
            <a:avLst/>
          </a:prstGeom>
          <a:noFill/>
        </p:spPr>
        <p:txBody>
          <a:bodyPr wrap="none" rtlCol="0">
            <a:spAutoFit/>
          </a:bodyPr>
          <a:lstStyle/>
          <a:p>
            <a:pPr algn="ctr"/>
            <a:r>
              <a:rPr lang="en-US" sz="1050" dirty="0" smtClean="0"/>
              <a:t>10</a:t>
            </a:r>
            <a:endParaRPr lang="en-US" sz="1050" dirty="0"/>
          </a:p>
        </p:txBody>
      </p:sp>
      <p:sp>
        <p:nvSpPr>
          <p:cNvPr id="684" name="TextBox 683"/>
          <p:cNvSpPr txBox="1"/>
          <p:nvPr/>
        </p:nvSpPr>
        <p:spPr>
          <a:xfrm>
            <a:off x="972875" y="3429000"/>
            <a:ext cx="322525" cy="253916"/>
          </a:xfrm>
          <a:prstGeom prst="rect">
            <a:avLst/>
          </a:prstGeom>
          <a:noFill/>
        </p:spPr>
        <p:txBody>
          <a:bodyPr wrap="none" rtlCol="0">
            <a:spAutoFit/>
          </a:bodyPr>
          <a:lstStyle/>
          <a:p>
            <a:pPr algn="ctr"/>
            <a:r>
              <a:rPr lang="en-US" sz="1050" dirty="0" smtClean="0"/>
              <a:t>15</a:t>
            </a:r>
            <a:endParaRPr lang="en-US" sz="1050" dirty="0"/>
          </a:p>
        </p:txBody>
      </p:sp>
      <p:sp>
        <p:nvSpPr>
          <p:cNvPr id="685" name="TextBox 684"/>
          <p:cNvSpPr txBox="1"/>
          <p:nvPr/>
        </p:nvSpPr>
        <p:spPr>
          <a:xfrm>
            <a:off x="972875" y="3098884"/>
            <a:ext cx="322525" cy="253916"/>
          </a:xfrm>
          <a:prstGeom prst="rect">
            <a:avLst/>
          </a:prstGeom>
          <a:noFill/>
        </p:spPr>
        <p:txBody>
          <a:bodyPr wrap="none" rtlCol="0">
            <a:spAutoFit/>
          </a:bodyPr>
          <a:lstStyle/>
          <a:p>
            <a:pPr algn="ctr"/>
            <a:r>
              <a:rPr lang="en-US" sz="1050" dirty="0" smtClean="0"/>
              <a:t>20</a:t>
            </a:r>
            <a:endParaRPr lang="en-US" sz="1050" dirty="0"/>
          </a:p>
        </p:txBody>
      </p:sp>
      <p:sp>
        <p:nvSpPr>
          <p:cNvPr id="686" name="TextBox 685"/>
          <p:cNvSpPr txBox="1"/>
          <p:nvPr/>
        </p:nvSpPr>
        <p:spPr>
          <a:xfrm>
            <a:off x="972875" y="2777230"/>
            <a:ext cx="322525" cy="253916"/>
          </a:xfrm>
          <a:prstGeom prst="rect">
            <a:avLst/>
          </a:prstGeom>
          <a:noFill/>
        </p:spPr>
        <p:txBody>
          <a:bodyPr wrap="none" rtlCol="0">
            <a:spAutoFit/>
          </a:bodyPr>
          <a:lstStyle/>
          <a:p>
            <a:pPr algn="ctr"/>
            <a:r>
              <a:rPr lang="en-US" sz="1050" dirty="0" smtClean="0"/>
              <a:t>25</a:t>
            </a:r>
            <a:endParaRPr lang="en-US" sz="1050" dirty="0"/>
          </a:p>
        </p:txBody>
      </p:sp>
      <p:sp>
        <p:nvSpPr>
          <p:cNvPr id="687" name="TextBox 686"/>
          <p:cNvSpPr txBox="1"/>
          <p:nvPr/>
        </p:nvSpPr>
        <p:spPr>
          <a:xfrm>
            <a:off x="958841" y="2445801"/>
            <a:ext cx="322525" cy="253916"/>
          </a:xfrm>
          <a:prstGeom prst="rect">
            <a:avLst/>
          </a:prstGeom>
          <a:noFill/>
        </p:spPr>
        <p:txBody>
          <a:bodyPr wrap="none" rtlCol="0">
            <a:spAutoFit/>
          </a:bodyPr>
          <a:lstStyle/>
          <a:p>
            <a:pPr algn="ctr"/>
            <a:r>
              <a:rPr lang="en-US" sz="1050" dirty="0" smtClean="0"/>
              <a:t>30</a:t>
            </a:r>
            <a:endParaRPr lang="en-US" sz="1050" dirty="0"/>
          </a:p>
        </p:txBody>
      </p:sp>
      <p:sp>
        <p:nvSpPr>
          <p:cNvPr id="688" name="TextBox 687"/>
          <p:cNvSpPr txBox="1"/>
          <p:nvPr/>
        </p:nvSpPr>
        <p:spPr>
          <a:xfrm>
            <a:off x="966964" y="2126435"/>
            <a:ext cx="322525" cy="253916"/>
          </a:xfrm>
          <a:prstGeom prst="rect">
            <a:avLst/>
          </a:prstGeom>
          <a:noFill/>
        </p:spPr>
        <p:txBody>
          <a:bodyPr wrap="none" rtlCol="0">
            <a:spAutoFit/>
          </a:bodyPr>
          <a:lstStyle/>
          <a:p>
            <a:pPr algn="ctr"/>
            <a:r>
              <a:rPr lang="en-US" sz="1050" dirty="0" smtClean="0"/>
              <a:t>35</a:t>
            </a:r>
            <a:endParaRPr lang="en-US" sz="1050" dirty="0"/>
          </a:p>
        </p:txBody>
      </p:sp>
      <p:sp>
        <p:nvSpPr>
          <p:cNvPr id="689" name="TextBox 688"/>
          <p:cNvSpPr txBox="1"/>
          <p:nvPr/>
        </p:nvSpPr>
        <p:spPr>
          <a:xfrm>
            <a:off x="972875" y="1814688"/>
            <a:ext cx="322525" cy="253916"/>
          </a:xfrm>
          <a:prstGeom prst="rect">
            <a:avLst/>
          </a:prstGeom>
          <a:noFill/>
        </p:spPr>
        <p:txBody>
          <a:bodyPr wrap="none" rtlCol="0">
            <a:spAutoFit/>
          </a:bodyPr>
          <a:lstStyle/>
          <a:p>
            <a:pPr algn="ctr"/>
            <a:r>
              <a:rPr lang="en-US" sz="1050" dirty="0" smtClean="0"/>
              <a:t>40</a:t>
            </a:r>
            <a:endParaRPr lang="en-US" sz="1050" dirty="0"/>
          </a:p>
        </p:txBody>
      </p:sp>
      <p:sp>
        <p:nvSpPr>
          <p:cNvPr id="2" name="Footer Placeholder 1"/>
          <p:cNvSpPr>
            <a:spLocks noGrp="1"/>
          </p:cNvSpPr>
          <p:nvPr>
            <p:ph type="ftr" sz="quarter" idx="11"/>
          </p:nvPr>
        </p:nvSpPr>
        <p:spPr/>
        <p:txBody>
          <a:bodyPr/>
          <a:lstStyle/>
          <a:p>
            <a:r>
              <a:rPr lang="en-US" smtClean="0"/>
              <a:t>Copyright © 2014 John Wiley &amp; Sons, Inc.</a:t>
            </a:r>
            <a:endParaRPr lang="en-US"/>
          </a:p>
        </p:txBody>
      </p:sp>
    </p:spTree>
    <p:extLst>
      <p:ext uri="{BB962C8B-B14F-4D97-AF65-F5344CB8AC3E}">
        <p14:creationId xmlns:p14="http://schemas.microsoft.com/office/powerpoint/2010/main" val="391732050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63" name="Rectangle 2"/>
          <p:cNvSpPr txBox="1">
            <a:spLocks noChangeArrowheads="1"/>
          </p:cNvSpPr>
          <p:nvPr/>
        </p:nvSpPr>
        <p:spPr>
          <a:xfrm>
            <a:off x="152400" y="381000"/>
            <a:ext cx="8991600" cy="1143000"/>
          </a:xfrm>
          <a:prstGeom prst="rect">
            <a:avLst/>
          </a:prstGeom>
        </p:spPr>
        <p:txBody>
          <a:bodyPr vert="horz" lIns="91440" tIns="45720" rIns="91440" bIns="45720" rtlCol="0" anchor="ctr">
            <a:noAutofit/>
          </a:bodyPr>
          <a:lstStyle>
            <a:lvl1pPr marL="0" marR="0" indent="0" algn="l" defTabSz="914400" rtl="0" eaLnBrk="1" fontAlgn="auto" latinLnBrk="0" hangingPunct="1">
              <a:lnSpc>
                <a:spcPct val="100000"/>
              </a:lnSpc>
              <a:spcBef>
                <a:spcPct val="0"/>
              </a:spcBef>
              <a:spcAft>
                <a:spcPts val="0"/>
              </a:spcAft>
              <a:buClrTx/>
              <a:buSzTx/>
              <a:buFontTx/>
              <a:buNone/>
              <a:tabLst/>
              <a:defRPr sz="4400" kern="1200">
                <a:solidFill>
                  <a:schemeClr val="tx1"/>
                </a:solidFill>
                <a:latin typeface="+mj-lt"/>
                <a:ea typeface="+mj-ea"/>
                <a:cs typeface="+mj-cs"/>
              </a:defRPr>
            </a:lvl1pPr>
          </a:lstStyle>
          <a:p>
            <a:pPr algn="ctr"/>
            <a:r>
              <a:rPr lang="en-US" b="1" dirty="0" smtClean="0">
                <a:latin typeface="Arial" panose="020B0604020202020204" pitchFamily="34" charset="0"/>
                <a:cs typeface="Arial" panose="020B0604020202020204" pitchFamily="34" charset="0"/>
              </a:rPr>
              <a:t>TEA BY GENDER FOR GEOGRAPHIC REGIONS</a:t>
            </a:r>
            <a:endParaRPr lang="en-US" dirty="0">
              <a:latin typeface="Arial" panose="020B0604020202020204" pitchFamily="34" charset="0"/>
              <a:cs typeface="Arial" panose="020B0604020202020204" pitchFamily="34" charset="0"/>
            </a:endParaRPr>
          </a:p>
        </p:txBody>
      </p:sp>
      <p:sp>
        <p:nvSpPr>
          <p:cNvPr id="404" name="Rectangle 152"/>
          <p:cNvSpPr>
            <a:spLocks noChangeArrowheads="1"/>
          </p:cNvSpPr>
          <p:nvPr/>
        </p:nvSpPr>
        <p:spPr bwMode="auto">
          <a:xfrm>
            <a:off x="1371409" y="5105400"/>
            <a:ext cx="6688604" cy="153888"/>
          </a:xfrm>
          <a:prstGeom prst="rect">
            <a:avLst/>
          </a:prstGeom>
          <a:noFill/>
          <a:ln w="9525">
            <a:noFill/>
            <a:miter lim="800000"/>
            <a:headEnd/>
            <a:tailEnd/>
          </a:ln>
        </p:spPr>
        <p:txBody>
          <a:bodyPr wrap="square" lIns="0" tIns="0" rIns="0" bIns="0">
            <a:prstTxWarp prst="textNoShape">
              <a:avLst/>
            </a:prstTxWarp>
            <a:spAutoFit/>
          </a:bodyPr>
          <a:lstStyle/>
          <a:p>
            <a:r>
              <a:rPr lang="en-US" sz="1000" dirty="0">
                <a:solidFill>
                  <a:srgbClr val="000000"/>
                </a:solidFill>
              </a:rPr>
              <a:t>Source: </a:t>
            </a:r>
            <a:r>
              <a:rPr lang="en-US" sz="1000" i="1" dirty="0" smtClean="0">
                <a:solidFill>
                  <a:srgbClr val="000000"/>
                </a:solidFill>
              </a:rPr>
              <a:t>GEM 2012 Global Report.</a:t>
            </a:r>
            <a:r>
              <a:rPr lang="en-US" sz="1000" dirty="0" smtClean="0">
                <a:solidFill>
                  <a:srgbClr val="000000"/>
                </a:solidFill>
              </a:rPr>
              <a:t>  http://www.gemconsortium.org/docs/download/2645</a:t>
            </a:r>
            <a:endParaRPr lang="en-US" dirty="0">
              <a:solidFill>
                <a:schemeClr val="tx1"/>
              </a:solidFill>
            </a:endParaRPr>
          </a:p>
        </p:txBody>
      </p:sp>
      <p:sp>
        <p:nvSpPr>
          <p:cNvPr id="405" name="TextBox 404"/>
          <p:cNvSpPr txBox="1"/>
          <p:nvPr/>
        </p:nvSpPr>
        <p:spPr>
          <a:xfrm>
            <a:off x="1228240" y="4493567"/>
            <a:ext cx="1000595" cy="430887"/>
          </a:xfrm>
          <a:prstGeom prst="rect">
            <a:avLst/>
          </a:prstGeom>
          <a:noFill/>
        </p:spPr>
        <p:txBody>
          <a:bodyPr wrap="none" rtlCol="0">
            <a:spAutoFit/>
          </a:bodyPr>
          <a:lstStyle/>
          <a:p>
            <a:pPr algn="ctr"/>
            <a:r>
              <a:rPr lang="en-US" sz="1050" dirty="0" smtClean="0"/>
              <a:t>Latin America </a:t>
            </a:r>
          </a:p>
          <a:p>
            <a:pPr algn="ctr"/>
            <a:r>
              <a:rPr lang="en-US" sz="1050" dirty="0" smtClean="0"/>
              <a:t>&amp; Caribbean</a:t>
            </a:r>
            <a:endParaRPr lang="en-US" sz="1050" dirty="0"/>
          </a:p>
        </p:txBody>
      </p:sp>
      <p:sp>
        <p:nvSpPr>
          <p:cNvPr id="406" name="TextBox 405"/>
          <p:cNvSpPr txBox="1"/>
          <p:nvPr/>
        </p:nvSpPr>
        <p:spPr>
          <a:xfrm>
            <a:off x="2133600" y="4493566"/>
            <a:ext cx="974947" cy="415498"/>
          </a:xfrm>
          <a:prstGeom prst="rect">
            <a:avLst/>
          </a:prstGeom>
          <a:noFill/>
        </p:spPr>
        <p:txBody>
          <a:bodyPr wrap="none" rtlCol="0">
            <a:spAutoFit/>
          </a:bodyPr>
          <a:lstStyle/>
          <a:p>
            <a:pPr algn="ctr"/>
            <a:r>
              <a:rPr lang="en-US" sz="1050" dirty="0" smtClean="0"/>
              <a:t>Middle East</a:t>
            </a:r>
          </a:p>
          <a:p>
            <a:pPr algn="ctr"/>
            <a:r>
              <a:rPr lang="en-US" sz="1050" dirty="0" smtClean="0"/>
              <a:t>&amp; North Africa</a:t>
            </a:r>
          </a:p>
        </p:txBody>
      </p:sp>
      <p:sp>
        <p:nvSpPr>
          <p:cNvPr id="407" name="TextBox 406"/>
          <p:cNvSpPr txBox="1"/>
          <p:nvPr/>
        </p:nvSpPr>
        <p:spPr>
          <a:xfrm>
            <a:off x="3082084" y="4489099"/>
            <a:ext cx="872355" cy="415498"/>
          </a:xfrm>
          <a:prstGeom prst="rect">
            <a:avLst/>
          </a:prstGeom>
          <a:noFill/>
        </p:spPr>
        <p:txBody>
          <a:bodyPr wrap="none" rtlCol="0">
            <a:spAutoFit/>
          </a:bodyPr>
          <a:lstStyle/>
          <a:p>
            <a:pPr algn="ctr"/>
            <a:r>
              <a:rPr lang="en-US" sz="1050" dirty="0" smtClean="0"/>
              <a:t>Sub-Saharan</a:t>
            </a:r>
          </a:p>
          <a:p>
            <a:pPr algn="ctr"/>
            <a:r>
              <a:rPr lang="en-US" sz="1050" dirty="0" smtClean="0"/>
              <a:t>Africa</a:t>
            </a:r>
          </a:p>
        </p:txBody>
      </p:sp>
      <p:sp>
        <p:nvSpPr>
          <p:cNvPr id="408" name="TextBox 407"/>
          <p:cNvSpPr txBox="1"/>
          <p:nvPr/>
        </p:nvSpPr>
        <p:spPr>
          <a:xfrm>
            <a:off x="3927037" y="4485293"/>
            <a:ext cx="881973" cy="415498"/>
          </a:xfrm>
          <a:prstGeom prst="rect">
            <a:avLst/>
          </a:prstGeom>
          <a:noFill/>
        </p:spPr>
        <p:txBody>
          <a:bodyPr wrap="none" rtlCol="0">
            <a:spAutoFit/>
          </a:bodyPr>
          <a:lstStyle/>
          <a:p>
            <a:pPr algn="ctr"/>
            <a:r>
              <a:rPr lang="en-US" sz="1050" dirty="0" smtClean="0"/>
              <a:t>Asia Pacific</a:t>
            </a:r>
          </a:p>
          <a:p>
            <a:pPr algn="ctr"/>
            <a:r>
              <a:rPr lang="en-US" sz="1050" dirty="0" smtClean="0"/>
              <a:t>&amp; South Asia</a:t>
            </a:r>
          </a:p>
        </p:txBody>
      </p:sp>
      <p:sp>
        <p:nvSpPr>
          <p:cNvPr id="409" name="TextBox 408"/>
          <p:cNvSpPr txBox="1"/>
          <p:nvPr/>
        </p:nvSpPr>
        <p:spPr>
          <a:xfrm>
            <a:off x="4876023" y="4485293"/>
            <a:ext cx="710451" cy="415498"/>
          </a:xfrm>
          <a:prstGeom prst="rect">
            <a:avLst/>
          </a:prstGeom>
          <a:noFill/>
        </p:spPr>
        <p:txBody>
          <a:bodyPr wrap="none" rtlCol="0">
            <a:spAutoFit/>
          </a:bodyPr>
          <a:lstStyle/>
          <a:p>
            <a:pPr algn="ctr"/>
            <a:r>
              <a:rPr lang="en-US" sz="1050" dirty="0" smtClean="0"/>
              <a:t>European</a:t>
            </a:r>
          </a:p>
          <a:p>
            <a:pPr algn="ctr"/>
            <a:r>
              <a:rPr lang="en-US" sz="1050" dirty="0" smtClean="0"/>
              <a:t>Union</a:t>
            </a:r>
          </a:p>
        </p:txBody>
      </p:sp>
      <p:sp>
        <p:nvSpPr>
          <p:cNvPr id="410" name="TextBox 409"/>
          <p:cNvSpPr txBox="1"/>
          <p:nvPr/>
        </p:nvSpPr>
        <p:spPr>
          <a:xfrm>
            <a:off x="5638800" y="4508956"/>
            <a:ext cx="979755" cy="415498"/>
          </a:xfrm>
          <a:prstGeom prst="rect">
            <a:avLst/>
          </a:prstGeom>
          <a:noFill/>
        </p:spPr>
        <p:txBody>
          <a:bodyPr wrap="none" rtlCol="0">
            <a:spAutoFit/>
          </a:bodyPr>
          <a:lstStyle/>
          <a:p>
            <a:pPr algn="ctr"/>
            <a:r>
              <a:rPr lang="en-US" sz="1050" dirty="0" smtClean="0"/>
              <a:t>Non-European</a:t>
            </a:r>
          </a:p>
          <a:p>
            <a:pPr algn="ctr"/>
            <a:r>
              <a:rPr lang="en-US" sz="1050" dirty="0" smtClean="0"/>
              <a:t>Union</a:t>
            </a:r>
          </a:p>
        </p:txBody>
      </p:sp>
      <p:sp>
        <p:nvSpPr>
          <p:cNvPr id="411" name="TextBox 410"/>
          <p:cNvSpPr txBox="1"/>
          <p:nvPr/>
        </p:nvSpPr>
        <p:spPr>
          <a:xfrm>
            <a:off x="6621753" y="4527009"/>
            <a:ext cx="922047" cy="253916"/>
          </a:xfrm>
          <a:prstGeom prst="rect">
            <a:avLst/>
          </a:prstGeom>
          <a:noFill/>
        </p:spPr>
        <p:txBody>
          <a:bodyPr wrap="none" rtlCol="0">
            <a:spAutoFit/>
          </a:bodyPr>
          <a:lstStyle/>
          <a:p>
            <a:pPr algn="ctr"/>
            <a:r>
              <a:rPr lang="en-US" sz="1050" dirty="0" smtClean="0"/>
              <a:t>United States</a:t>
            </a:r>
          </a:p>
        </p:txBody>
      </p:sp>
      <p:sp>
        <p:nvSpPr>
          <p:cNvPr id="412" name="Rectangle 537"/>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469752" tIns="1002984" rIns="469752" bIns="0" numCol="1" anchor="ctr" anchorCtr="0" compatLnSpc="1">
            <a:prstTxWarp prst="textNoShape">
              <a:avLst/>
            </a:prstTxWarp>
            <a:spAutoFit/>
          </a:bodyPr>
          <a:lstStyle/>
          <a:p>
            <a:endParaRPr lang="en-US"/>
          </a:p>
        </p:txBody>
      </p:sp>
      <p:sp>
        <p:nvSpPr>
          <p:cNvPr id="681" name="TextBox 680"/>
          <p:cNvSpPr txBox="1"/>
          <p:nvPr/>
        </p:nvSpPr>
        <p:spPr>
          <a:xfrm>
            <a:off x="1041805" y="4343400"/>
            <a:ext cx="253595" cy="253916"/>
          </a:xfrm>
          <a:prstGeom prst="rect">
            <a:avLst/>
          </a:prstGeom>
          <a:noFill/>
        </p:spPr>
        <p:txBody>
          <a:bodyPr wrap="none" rtlCol="0">
            <a:spAutoFit/>
          </a:bodyPr>
          <a:lstStyle/>
          <a:p>
            <a:pPr algn="ctr"/>
            <a:r>
              <a:rPr lang="en-US" sz="1050" dirty="0"/>
              <a:t>0</a:t>
            </a:r>
          </a:p>
        </p:txBody>
      </p:sp>
      <p:sp>
        <p:nvSpPr>
          <p:cNvPr id="682" name="TextBox 681"/>
          <p:cNvSpPr txBox="1"/>
          <p:nvPr/>
        </p:nvSpPr>
        <p:spPr>
          <a:xfrm>
            <a:off x="1035894" y="3995913"/>
            <a:ext cx="253595" cy="253916"/>
          </a:xfrm>
          <a:prstGeom prst="rect">
            <a:avLst/>
          </a:prstGeom>
          <a:noFill/>
        </p:spPr>
        <p:txBody>
          <a:bodyPr wrap="none" rtlCol="0">
            <a:spAutoFit/>
          </a:bodyPr>
          <a:lstStyle/>
          <a:p>
            <a:pPr algn="ctr"/>
            <a:r>
              <a:rPr lang="en-US" sz="1050" dirty="0" smtClean="0"/>
              <a:t>5</a:t>
            </a:r>
            <a:endParaRPr lang="en-US" sz="1050" dirty="0"/>
          </a:p>
        </p:txBody>
      </p:sp>
      <p:sp>
        <p:nvSpPr>
          <p:cNvPr id="683" name="TextBox 682"/>
          <p:cNvSpPr txBox="1"/>
          <p:nvPr/>
        </p:nvSpPr>
        <p:spPr>
          <a:xfrm>
            <a:off x="974186" y="3599398"/>
            <a:ext cx="322525" cy="253916"/>
          </a:xfrm>
          <a:prstGeom prst="rect">
            <a:avLst/>
          </a:prstGeom>
          <a:noFill/>
        </p:spPr>
        <p:txBody>
          <a:bodyPr wrap="none" rtlCol="0">
            <a:spAutoFit/>
          </a:bodyPr>
          <a:lstStyle/>
          <a:p>
            <a:pPr algn="ctr"/>
            <a:r>
              <a:rPr lang="en-US" sz="1050" dirty="0" smtClean="0"/>
              <a:t>10</a:t>
            </a:r>
            <a:endParaRPr lang="en-US" sz="1050" dirty="0"/>
          </a:p>
        </p:txBody>
      </p:sp>
      <p:sp>
        <p:nvSpPr>
          <p:cNvPr id="684" name="TextBox 683"/>
          <p:cNvSpPr txBox="1"/>
          <p:nvPr/>
        </p:nvSpPr>
        <p:spPr>
          <a:xfrm>
            <a:off x="972875" y="3200400"/>
            <a:ext cx="322525" cy="253916"/>
          </a:xfrm>
          <a:prstGeom prst="rect">
            <a:avLst/>
          </a:prstGeom>
          <a:noFill/>
        </p:spPr>
        <p:txBody>
          <a:bodyPr wrap="none" rtlCol="0">
            <a:spAutoFit/>
          </a:bodyPr>
          <a:lstStyle/>
          <a:p>
            <a:pPr algn="ctr"/>
            <a:r>
              <a:rPr lang="en-US" sz="1050" dirty="0" smtClean="0"/>
              <a:t>15</a:t>
            </a:r>
            <a:endParaRPr lang="en-US" sz="1050" dirty="0"/>
          </a:p>
        </p:txBody>
      </p:sp>
      <p:sp>
        <p:nvSpPr>
          <p:cNvPr id="685" name="TextBox 684"/>
          <p:cNvSpPr txBox="1"/>
          <p:nvPr/>
        </p:nvSpPr>
        <p:spPr>
          <a:xfrm>
            <a:off x="972875" y="2851716"/>
            <a:ext cx="322525" cy="253916"/>
          </a:xfrm>
          <a:prstGeom prst="rect">
            <a:avLst/>
          </a:prstGeom>
          <a:noFill/>
        </p:spPr>
        <p:txBody>
          <a:bodyPr wrap="none" rtlCol="0">
            <a:spAutoFit/>
          </a:bodyPr>
          <a:lstStyle/>
          <a:p>
            <a:pPr algn="ctr"/>
            <a:r>
              <a:rPr lang="en-US" sz="1050" dirty="0" smtClean="0"/>
              <a:t>20</a:t>
            </a:r>
            <a:endParaRPr lang="en-US" sz="1050" dirty="0"/>
          </a:p>
        </p:txBody>
      </p:sp>
      <p:sp>
        <p:nvSpPr>
          <p:cNvPr id="686" name="TextBox 685"/>
          <p:cNvSpPr txBox="1"/>
          <p:nvPr/>
        </p:nvSpPr>
        <p:spPr>
          <a:xfrm>
            <a:off x="972875" y="2464920"/>
            <a:ext cx="322525" cy="253916"/>
          </a:xfrm>
          <a:prstGeom prst="rect">
            <a:avLst/>
          </a:prstGeom>
          <a:noFill/>
        </p:spPr>
        <p:txBody>
          <a:bodyPr wrap="none" rtlCol="0">
            <a:spAutoFit/>
          </a:bodyPr>
          <a:lstStyle/>
          <a:p>
            <a:pPr algn="ctr"/>
            <a:r>
              <a:rPr lang="en-US" sz="1050" dirty="0" smtClean="0"/>
              <a:t>25</a:t>
            </a:r>
            <a:endParaRPr lang="en-US" sz="1050" dirty="0"/>
          </a:p>
        </p:txBody>
      </p:sp>
      <p:sp>
        <p:nvSpPr>
          <p:cNvPr id="687" name="TextBox 686"/>
          <p:cNvSpPr txBox="1"/>
          <p:nvPr/>
        </p:nvSpPr>
        <p:spPr>
          <a:xfrm>
            <a:off x="972875" y="2093416"/>
            <a:ext cx="322525" cy="253916"/>
          </a:xfrm>
          <a:prstGeom prst="rect">
            <a:avLst/>
          </a:prstGeom>
          <a:noFill/>
        </p:spPr>
        <p:txBody>
          <a:bodyPr wrap="none" rtlCol="0">
            <a:spAutoFit/>
          </a:bodyPr>
          <a:lstStyle/>
          <a:p>
            <a:pPr algn="ctr"/>
            <a:r>
              <a:rPr lang="en-US" sz="1050" dirty="0" smtClean="0"/>
              <a:t>30</a:t>
            </a:r>
            <a:endParaRPr lang="en-US" sz="1050" dirty="0"/>
          </a:p>
        </p:txBody>
      </p:sp>
      <p:sp>
        <p:nvSpPr>
          <p:cNvPr id="688" name="TextBox 687"/>
          <p:cNvSpPr txBox="1"/>
          <p:nvPr/>
        </p:nvSpPr>
        <p:spPr>
          <a:xfrm>
            <a:off x="990600" y="1700323"/>
            <a:ext cx="322525" cy="253916"/>
          </a:xfrm>
          <a:prstGeom prst="rect">
            <a:avLst/>
          </a:prstGeom>
          <a:noFill/>
        </p:spPr>
        <p:txBody>
          <a:bodyPr wrap="none" rtlCol="0">
            <a:spAutoFit/>
          </a:bodyPr>
          <a:lstStyle/>
          <a:p>
            <a:pPr algn="ctr"/>
            <a:r>
              <a:rPr lang="en-US" sz="1050" dirty="0" smtClean="0"/>
              <a:t>35</a:t>
            </a:r>
            <a:endParaRPr lang="en-US" sz="1050" dirty="0"/>
          </a:p>
        </p:txBody>
      </p:sp>
      <p:grpSp>
        <p:nvGrpSpPr>
          <p:cNvPr id="736" name="Group 1008"/>
          <p:cNvGrpSpPr>
            <a:grpSpLocks/>
          </p:cNvGrpSpPr>
          <p:nvPr/>
        </p:nvGrpSpPr>
        <p:grpSpPr bwMode="auto">
          <a:xfrm>
            <a:off x="1228240" y="1814688"/>
            <a:ext cx="6265102" cy="2744453"/>
            <a:chOff x="1115" y="155"/>
            <a:chExt cx="8601" cy="3051"/>
          </a:xfrm>
        </p:grpSpPr>
        <p:grpSp>
          <p:nvGrpSpPr>
            <p:cNvPr id="737" name="Group 1131"/>
            <p:cNvGrpSpPr>
              <a:grpSpLocks/>
            </p:cNvGrpSpPr>
            <p:nvPr/>
          </p:nvGrpSpPr>
          <p:grpSpPr bwMode="auto">
            <a:xfrm>
              <a:off x="1205" y="165"/>
              <a:ext cx="8501" cy="2996"/>
              <a:chOff x="1205" y="165"/>
              <a:chExt cx="8501" cy="2996"/>
            </a:xfrm>
          </p:grpSpPr>
          <p:sp>
            <p:nvSpPr>
              <p:cNvPr id="860" name="Freeform 1132"/>
              <p:cNvSpPr>
                <a:spLocks/>
              </p:cNvSpPr>
              <p:nvPr/>
            </p:nvSpPr>
            <p:spPr bwMode="auto">
              <a:xfrm>
                <a:off x="1205" y="165"/>
                <a:ext cx="8501" cy="2996"/>
              </a:xfrm>
              <a:custGeom>
                <a:avLst/>
                <a:gdLst>
                  <a:gd name="T0" fmla="*/ 0 w 8501"/>
                  <a:gd name="T1" fmla="*/ 3161 h 2996"/>
                  <a:gd name="T2" fmla="*/ 8500 w 8501"/>
                  <a:gd name="T3" fmla="*/ 3161 h 2996"/>
                  <a:gd name="T4" fmla="*/ 8500 w 8501"/>
                  <a:gd name="T5" fmla="*/ 165 h 2996"/>
                  <a:gd name="T6" fmla="*/ 0 w 8501"/>
                  <a:gd name="T7" fmla="*/ 165 h 2996"/>
                  <a:gd name="T8" fmla="*/ 0 w 8501"/>
                  <a:gd name="T9" fmla="*/ 3161 h 299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8501" h="2996">
                    <a:moveTo>
                      <a:pt x="0" y="2996"/>
                    </a:moveTo>
                    <a:lnTo>
                      <a:pt x="8500" y="2996"/>
                    </a:lnTo>
                    <a:lnTo>
                      <a:pt x="8500" y="0"/>
                    </a:lnTo>
                    <a:lnTo>
                      <a:pt x="0" y="0"/>
                    </a:lnTo>
                    <a:lnTo>
                      <a:pt x="0" y="2996"/>
                    </a:lnTo>
                    <a:close/>
                  </a:path>
                </a:pathLst>
              </a:custGeom>
              <a:solidFill>
                <a:srgbClr val="D9DCE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738" name="Group 1129"/>
            <p:cNvGrpSpPr>
              <a:grpSpLocks/>
            </p:cNvGrpSpPr>
            <p:nvPr/>
          </p:nvGrpSpPr>
          <p:grpSpPr bwMode="auto">
            <a:xfrm>
              <a:off x="1120" y="167"/>
              <a:ext cx="8589" cy="2"/>
              <a:chOff x="1120" y="167"/>
              <a:chExt cx="8589" cy="2"/>
            </a:xfrm>
          </p:grpSpPr>
          <p:sp>
            <p:nvSpPr>
              <p:cNvPr id="859" name="Freeform 1130"/>
              <p:cNvSpPr>
                <a:spLocks/>
              </p:cNvSpPr>
              <p:nvPr/>
            </p:nvSpPr>
            <p:spPr bwMode="auto">
              <a:xfrm>
                <a:off x="1120" y="167"/>
                <a:ext cx="8589" cy="2"/>
              </a:xfrm>
              <a:custGeom>
                <a:avLst/>
                <a:gdLst>
                  <a:gd name="T0" fmla="*/ 0 w 8589"/>
                  <a:gd name="T1" fmla="*/ 0 h 2"/>
                  <a:gd name="T2" fmla="*/ 8589 w 8589"/>
                  <a:gd name="T3" fmla="*/ 0 h 2"/>
                  <a:gd name="T4" fmla="*/ 0 60000 65536"/>
                  <a:gd name="T5" fmla="*/ 0 60000 65536"/>
                </a:gdLst>
                <a:ahLst/>
                <a:cxnLst>
                  <a:cxn ang="T4">
                    <a:pos x="T0" y="T1"/>
                  </a:cxn>
                  <a:cxn ang="T5">
                    <a:pos x="T2" y="T3"/>
                  </a:cxn>
                </a:cxnLst>
                <a:rect l="0" t="0" r="r" b="b"/>
                <a:pathLst>
                  <a:path w="8589" h="2">
                    <a:moveTo>
                      <a:pt x="0" y="0"/>
                    </a:moveTo>
                    <a:lnTo>
                      <a:pt x="8589" y="0"/>
                    </a:lnTo>
                  </a:path>
                </a:pathLst>
              </a:custGeom>
              <a:noFill/>
              <a:ln w="6350">
                <a:solidFill>
                  <a:srgbClr val="939598"/>
                </a:solidFill>
                <a:prstDash val="dash"/>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739" name="Group 1127"/>
            <p:cNvGrpSpPr>
              <a:grpSpLocks/>
            </p:cNvGrpSpPr>
            <p:nvPr/>
          </p:nvGrpSpPr>
          <p:grpSpPr bwMode="auto">
            <a:xfrm>
              <a:off x="1120" y="3157"/>
              <a:ext cx="8589" cy="2"/>
              <a:chOff x="1120" y="3157"/>
              <a:chExt cx="8589" cy="2"/>
            </a:xfrm>
          </p:grpSpPr>
          <p:sp>
            <p:nvSpPr>
              <p:cNvPr id="858" name="Freeform 1128"/>
              <p:cNvSpPr>
                <a:spLocks/>
              </p:cNvSpPr>
              <p:nvPr/>
            </p:nvSpPr>
            <p:spPr bwMode="auto">
              <a:xfrm>
                <a:off x="1120" y="3157"/>
                <a:ext cx="8589" cy="2"/>
              </a:xfrm>
              <a:custGeom>
                <a:avLst/>
                <a:gdLst>
                  <a:gd name="T0" fmla="*/ 0 w 8589"/>
                  <a:gd name="T1" fmla="*/ 0 h 2"/>
                  <a:gd name="T2" fmla="*/ 8589 w 8589"/>
                  <a:gd name="T3" fmla="*/ 0 h 2"/>
                  <a:gd name="T4" fmla="*/ 0 60000 65536"/>
                  <a:gd name="T5" fmla="*/ 0 60000 65536"/>
                </a:gdLst>
                <a:ahLst/>
                <a:cxnLst>
                  <a:cxn ang="T4">
                    <a:pos x="T0" y="T1"/>
                  </a:cxn>
                  <a:cxn ang="T5">
                    <a:pos x="T2" y="T3"/>
                  </a:cxn>
                </a:cxnLst>
                <a:rect l="0" t="0" r="r" b="b"/>
                <a:pathLst>
                  <a:path w="8589" h="2">
                    <a:moveTo>
                      <a:pt x="0" y="0"/>
                    </a:moveTo>
                    <a:lnTo>
                      <a:pt x="8589" y="0"/>
                    </a:lnTo>
                  </a:path>
                </a:pathLst>
              </a:custGeom>
              <a:noFill/>
              <a:ln w="6350">
                <a:solidFill>
                  <a:srgbClr val="939598"/>
                </a:solidFill>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740" name="Group 1125"/>
            <p:cNvGrpSpPr>
              <a:grpSpLocks/>
            </p:cNvGrpSpPr>
            <p:nvPr/>
          </p:nvGrpSpPr>
          <p:grpSpPr bwMode="auto">
            <a:xfrm>
              <a:off x="1120" y="606"/>
              <a:ext cx="8589" cy="2"/>
              <a:chOff x="1120" y="606"/>
              <a:chExt cx="8589" cy="2"/>
            </a:xfrm>
          </p:grpSpPr>
          <p:sp>
            <p:nvSpPr>
              <p:cNvPr id="857" name="Freeform 1126"/>
              <p:cNvSpPr>
                <a:spLocks/>
              </p:cNvSpPr>
              <p:nvPr/>
            </p:nvSpPr>
            <p:spPr bwMode="auto">
              <a:xfrm>
                <a:off x="1120" y="606"/>
                <a:ext cx="8589" cy="2"/>
              </a:xfrm>
              <a:custGeom>
                <a:avLst/>
                <a:gdLst>
                  <a:gd name="T0" fmla="*/ 0 w 8589"/>
                  <a:gd name="T1" fmla="*/ 0 h 2"/>
                  <a:gd name="T2" fmla="*/ 8589 w 8589"/>
                  <a:gd name="T3" fmla="*/ 0 h 2"/>
                  <a:gd name="T4" fmla="*/ 0 60000 65536"/>
                  <a:gd name="T5" fmla="*/ 0 60000 65536"/>
                </a:gdLst>
                <a:ahLst/>
                <a:cxnLst>
                  <a:cxn ang="T4">
                    <a:pos x="T0" y="T1"/>
                  </a:cxn>
                  <a:cxn ang="T5">
                    <a:pos x="T2" y="T3"/>
                  </a:cxn>
                </a:cxnLst>
                <a:rect l="0" t="0" r="r" b="b"/>
                <a:pathLst>
                  <a:path w="8589" h="2">
                    <a:moveTo>
                      <a:pt x="0" y="0"/>
                    </a:moveTo>
                    <a:lnTo>
                      <a:pt x="8589" y="0"/>
                    </a:lnTo>
                  </a:path>
                </a:pathLst>
              </a:custGeom>
              <a:noFill/>
              <a:ln w="6350">
                <a:solidFill>
                  <a:srgbClr val="939598"/>
                </a:solidFill>
                <a:prstDash val="dash"/>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741" name="Group 1123"/>
            <p:cNvGrpSpPr>
              <a:grpSpLocks/>
            </p:cNvGrpSpPr>
            <p:nvPr/>
          </p:nvGrpSpPr>
          <p:grpSpPr bwMode="auto">
            <a:xfrm>
              <a:off x="4443" y="1017"/>
              <a:ext cx="5266" cy="2"/>
              <a:chOff x="4443" y="1017"/>
              <a:chExt cx="5266" cy="2"/>
            </a:xfrm>
          </p:grpSpPr>
          <p:sp>
            <p:nvSpPr>
              <p:cNvPr id="856" name="Freeform 1124"/>
              <p:cNvSpPr>
                <a:spLocks/>
              </p:cNvSpPr>
              <p:nvPr/>
            </p:nvSpPr>
            <p:spPr bwMode="auto">
              <a:xfrm>
                <a:off x="4443" y="1017"/>
                <a:ext cx="5266" cy="2"/>
              </a:xfrm>
              <a:custGeom>
                <a:avLst/>
                <a:gdLst>
                  <a:gd name="T0" fmla="*/ 0 w 5266"/>
                  <a:gd name="T1" fmla="*/ 0 h 2"/>
                  <a:gd name="T2" fmla="*/ 5266 w 5266"/>
                  <a:gd name="T3" fmla="*/ 0 h 2"/>
                  <a:gd name="T4" fmla="*/ 0 60000 65536"/>
                  <a:gd name="T5" fmla="*/ 0 60000 65536"/>
                </a:gdLst>
                <a:ahLst/>
                <a:cxnLst>
                  <a:cxn ang="T4">
                    <a:pos x="T0" y="T1"/>
                  </a:cxn>
                  <a:cxn ang="T5">
                    <a:pos x="T2" y="T3"/>
                  </a:cxn>
                </a:cxnLst>
                <a:rect l="0" t="0" r="r" b="b"/>
                <a:pathLst>
                  <a:path w="5266" h="2">
                    <a:moveTo>
                      <a:pt x="0" y="0"/>
                    </a:moveTo>
                    <a:lnTo>
                      <a:pt x="5266" y="0"/>
                    </a:lnTo>
                  </a:path>
                </a:pathLst>
              </a:custGeom>
              <a:noFill/>
              <a:ln w="6350">
                <a:solidFill>
                  <a:srgbClr val="939598"/>
                </a:solidFill>
                <a:prstDash val="dash"/>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742" name="Group 1121"/>
            <p:cNvGrpSpPr>
              <a:grpSpLocks/>
            </p:cNvGrpSpPr>
            <p:nvPr/>
          </p:nvGrpSpPr>
          <p:grpSpPr bwMode="auto">
            <a:xfrm>
              <a:off x="4112" y="1017"/>
              <a:ext cx="208" cy="2"/>
              <a:chOff x="4112" y="1017"/>
              <a:chExt cx="208" cy="2"/>
            </a:xfrm>
          </p:grpSpPr>
          <p:sp>
            <p:nvSpPr>
              <p:cNvPr id="855" name="Freeform 1122"/>
              <p:cNvSpPr>
                <a:spLocks/>
              </p:cNvSpPr>
              <p:nvPr/>
            </p:nvSpPr>
            <p:spPr bwMode="auto">
              <a:xfrm>
                <a:off x="4112" y="1017"/>
                <a:ext cx="208" cy="2"/>
              </a:xfrm>
              <a:custGeom>
                <a:avLst/>
                <a:gdLst>
                  <a:gd name="T0" fmla="*/ 0 w 208"/>
                  <a:gd name="T1" fmla="*/ 0 h 2"/>
                  <a:gd name="T2" fmla="*/ 208 w 208"/>
                  <a:gd name="T3" fmla="*/ 0 h 2"/>
                  <a:gd name="T4" fmla="*/ 0 60000 65536"/>
                  <a:gd name="T5" fmla="*/ 0 60000 65536"/>
                </a:gdLst>
                <a:ahLst/>
                <a:cxnLst>
                  <a:cxn ang="T4">
                    <a:pos x="T0" y="T1"/>
                  </a:cxn>
                  <a:cxn ang="T5">
                    <a:pos x="T2" y="T3"/>
                  </a:cxn>
                </a:cxnLst>
                <a:rect l="0" t="0" r="r" b="b"/>
                <a:pathLst>
                  <a:path w="208" h="2">
                    <a:moveTo>
                      <a:pt x="0" y="0"/>
                    </a:moveTo>
                    <a:lnTo>
                      <a:pt x="208" y="0"/>
                    </a:lnTo>
                  </a:path>
                </a:pathLst>
              </a:custGeom>
              <a:noFill/>
              <a:ln w="6350">
                <a:solidFill>
                  <a:srgbClr val="939598"/>
                </a:solidFill>
                <a:prstDash val="dash"/>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743" name="Group 1119"/>
            <p:cNvGrpSpPr>
              <a:grpSpLocks/>
            </p:cNvGrpSpPr>
            <p:nvPr/>
          </p:nvGrpSpPr>
          <p:grpSpPr bwMode="auto">
            <a:xfrm>
              <a:off x="1120" y="1017"/>
              <a:ext cx="2869" cy="2"/>
              <a:chOff x="1120" y="1017"/>
              <a:chExt cx="2869" cy="2"/>
            </a:xfrm>
          </p:grpSpPr>
          <p:sp>
            <p:nvSpPr>
              <p:cNvPr id="854" name="Freeform 1120"/>
              <p:cNvSpPr>
                <a:spLocks/>
              </p:cNvSpPr>
              <p:nvPr/>
            </p:nvSpPr>
            <p:spPr bwMode="auto">
              <a:xfrm>
                <a:off x="1120" y="1017"/>
                <a:ext cx="2869" cy="2"/>
              </a:xfrm>
              <a:custGeom>
                <a:avLst/>
                <a:gdLst>
                  <a:gd name="T0" fmla="*/ 0 w 2869"/>
                  <a:gd name="T1" fmla="*/ 0 h 2"/>
                  <a:gd name="T2" fmla="*/ 2869 w 2869"/>
                  <a:gd name="T3" fmla="*/ 0 h 2"/>
                  <a:gd name="T4" fmla="*/ 0 60000 65536"/>
                  <a:gd name="T5" fmla="*/ 0 60000 65536"/>
                </a:gdLst>
                <a:ahLst/>
                <a:cxnLst>
                  <a:cxn ang="T4">
                    <a:pos x="T0" y="T1"/>
                  </a:cxn>
                  <a:cxn ang="T5">
                    <a:pos x="T2" y="T3"/>
                  </a:cxn>
                </a:cxnLst>
                <a:rect l="0" t="0" r="r" b="b"/>
                <a:pathLst>
                  <a:path w="2869" h="2">
                    <a:moveTo>
                      <a:pt x="0" y="0"/>
                    </a:moveTo>
                    <a:lnTo>
                      <a:pt x="2869" y="0"/>
                    </a:lnTo>
                  </a:path>
                </a:pathLst>
              </a:custGeom>
              <a:noFill/>
              <a:ln w="6350">
                <a:solidFill>
                  <a:srgbClr val="939598"/>
                </a:solidFill>
                <a:prstDash val="dash"/>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744" name="Group 1117"/>
            <p:cNvGrpSpPr>
              <a:grpSpLocks/>
            </p:cNvGrpSpPr>
            <p:nvPr/>
          </p:nvGrpSpPr>
          <p:grpSpPr bwMode="auto">
            <a:xfrm>
              <a:off x="4443" y="1447"/>
              <a:ext cx="5266" cy="2"/>
              <a:chOff x="4443" y="1447"/>
              <a:chExt cx="5266" cy="2"/>
            </a:xfrm>
          </p:grpSpPr>
          <p:sp>
            <p:nvSpPr>
              <p:cNvPr id="853" name="Freeform 1118"/>
              <p:cNvSpPr>
                <a:spLocks/>
              </p:cNvSpPr>
              <p:nvPr/>
            </p:nvSpPr>
            <p:spPr bwMode="auto">
              <a:xfrm>
                <a:off x="4443" y="1447"/>
                <a:ext cx="5266" cy="2"/>
              </a:xfrm>
              <a:custGeom>
                <a:avLst/>
                <a:gdLst>
                  <a:gd name="T0" fmla="*/ 0 w 5266"/>
                  <a:gd name="T1" fmla="*/ 0 h 2"/>
                  <a:gd name="T2" fmla="*/ 5266 w 5266"/>
                  <a:gd name="T3" fmla="*/ 0 h 2"/>
                  <a:gd name="T4" fmla="*/ 0 60000 65536"/>
                  <a:gd name="T5" fmla="*/ 0 60000 65536"/>
                </a:gdLst>
                <a:ahLst/>
                <a:cxnLst>
                  <a:cxn ang="T4">
                    <a:pos x="T0" y="T1"/>
                  </a:cxn>
                  <a:cxn ang="T5">
                    <a:pos x="T2" y="T3"/>
                  </a:cxn>
                </a:cxnLst>
                <a:rect l="0" t="0" r="r" b="b"/>
                <a:pathLst>
                  <a:path w="5266" h="2">
                    <a:moveTo>
                      <a:pt x="0" y="0"/>
                    </a:moveTo>
                    <a:lnTo>
                      <a:pt x="5266" y="0"/>
                    </a:lnTo>
                  </a:path>
                </a:pathLst>
              </a:custGeom>
              <a:noFill/>
              <a:ln w="6350">
                <a:solidFill>
                  <a:srgbClr val="939598"/>
                </a:solidFill>
                <a:prstDash val="dash"/>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745" name="Group 1115"/>
            <p:cNvGrpSpPr>
              <a:grpSpLocks/>
            </p:cNvGrpSpPr>
            <p:nvPr/>
          </p:nvGrpSpPr>
          <p:grpSpPr bwMode="auto">
            <a:xfrm>
              <a:off x="4112" y="1447"/>
              <a:ext cx="208" cy="2"/>
              <a:chOff x="4112" y="1447"/>
              <a:chExt cx="208" cy="2"/>
            </a:xfrm>
          </p:grpSpPr>
          <p:sp>
            <p:nvSpPr>
              <p:cNvPr id="852" name="Freeform 1116"/>
              <p:cNvSpPr>
                <a:spLocks/>
              </p:cNvSpPr>
              <p:nvPr/>
            </p:nvSpPr>
            <p:spPr bwMode="auto">
              <a:xfrm>
                <a:off x="4112" y="1447"/>
                <a:ext cx="208" cy="2"/>
              </a:xfrm>
              <a:custGeom>
                <a:avLst/>
                <a:gdLst>
                  <a:gd name="T0" fmla="*/ 0 w 208"/>
                  <a:gd name="T1" fmla="*/ 0 h 2"/>
                  <a:gd name="T2" fmla="*/ 208 w 208"/>
                  <a:gd name="T3" fmla="*/ 0 h 2"/>
                  <a:gd name="T4" fmla="*/ 0 60000 65536"/>
                  <a:gd name="T5" fmla="*/ 0 60000 65536"/>
                </a:gdLst>
                <a:ahLst/>
                <a:cxnLst>
                  <a:cxn ang="T4">
                    <a:pos x="T0" y="T1"/>
                  </a:cxn>
                  <a:cxn ang="T5">
                    <a:pos x="T2" y="T3"/>
                  </a:cxn>
                </a:cxnLst>
                <a:rect l="0" t="0" r="r" b="b"/>
                <a:pathLst>
                  <a:path w="208" h="2">
                    <a:moveTo>
                      <a:pt x="0" y="0"/>
                    </a:moveTo>
                    <a:lnTo>
                      <a:pt x="208" y="0"/>
                    </a:lnTo>
                  </a:path>
                </a:pathLst>
              </a:custGeom>
              <a:noFill/>
              <a:ln w="6350">
                <a:solidFill>
                  <a:srgbClr val="939598"/>
                </a:solidFill>
                <a:prstDash val="dash"/>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746" name="Group 1113"/>
            <p:cNvGrpSpPr>
              <a:grpSpLocks/>
            </p:cNvGrpSpPr>
            <p:nvPr/>
          </p:nvGrpSpPr>
          <p:grpSpPr bwMode="auto">
            <a:xfrm>
              <a:off x="1120" y="1447"/>
              <a:ext cx="2869" cy="2"/>
              <a:chOff x="1120" y="1447"/>
              <a:chExt cx="2869" cy="2"/>
            </a:xfrm>
          </p:grpSpPr>
          <p:sp>
            <p:nvSpPr>
              <p:cNvPr id="851" name="Freeform 1114"/>
              <p:cNvSpPr>
                <a:spLocks/>
              </p:cNvSpPr>
              <p:nvPr/>
            </p:nvSpPr>
            <p:spPr bwMode="auto">
              <a:xfrm>
                <a:off x="1120" y="1447"/>
                <a:ext cx="2869" cy="2"/>
              </a:xfrm>
              <a:custGeom>
                <a:avLst/>
                <a:gdLst>
                  <a:gd name="T0" fmla="*/ 0 w 2869"/>
                  <a:gd name="T1" fmla="*/ 0 h 2"/>
                  <a:gd name="T2" fmla="*/ 2869 w 2869"/>
                  <a:gd name="T3" fmla="*/ 0 h 2"/>
                  <a:gd name="T4" fmla="*/ 0 60000 65536"/>
                  <a:gd name="T5" fmla="*/ 0 60000 65536"/>
                </a:gdLst>
                <a:ahLst/>
                <a:cxnLst>
                  <a:cxn ang="T4">
                    <a:pos x="T0" y="T1"/>
                  </a:cxn>
                  <a:cxn ang="T5">
                    <a:pos x="T2" y="T3"/>
                  </a:cxn>
                </a:cxnLst>
                <a:rect l="0" t="0" r="r" b="b"/>
                <a:pathLst>
                  <a:path w="2869" h="2">
                    <a:moveTo>
                      <a:pt x="0" y="0"/>
                    </a:moveTo>
                    <a:lnTo>
                      <a:pt x="2869" y="0"/>
                    </a:lnTo>
                  </a:path>
                </a:pathLst>
              </a:custGeom>
              <a:noFill/>
              <a:ln w="6350">
                <a:solidFill>
                  <a:srgbClr val="939598"/>
                </a:solidFill>
                <a:prstDash val="dash"/>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747" name="Group 1111"/>
            <p:cNvGrpSpPr>
              <a:grpSpLocks/>
            </p:cNvGrpSpPr>
            <p:nvPr/>
          </p:nvGrpSpPr>
          <p:grpSpPr bwMode="auto">
            <a:xfrm>
              <a:off x="7760" y="1853"/>
              <a:ext cx="1949" cy="2"/>
              <a:chOff x="7760" y="1853"/>
              <a:chExt cx="1949" cy="2"/>
            </a:xfrm>
          </p:grpSpPr>
          <p:sp>
            <p:nvSpPr>
              <p:cNvPr id="850" name="Freeform 1112"/>
              <p:cNvSpPr>
                <a:spLocks/>
              </p:cNvSpPr>
              <p:nvPr/>
            </p:nvSpPr>
            <p:spPr bwMode="auto">
              <a:xfrm>
                <a:off x="7760" y="1853"/>
                <a:ext cx="1949" cy="2"/>
              </a:xfrm>
              <a:custGeom>
                <a:avLst/>
                <a:gdLst>
                  <a:gd name="T0" fmla="*/ 0 w 1949"/>
                  <a:gd name="T1" fmla="*/ 0 h 2"/>
                  <a:gd name="T2" fmla="*/ 1949 w 1949"/>
                  <a:gd name="T3" fmla="*/ 0 h 2"/>
                  <a:gd name="T4" fmla="*/ 0 60000 65536"/>
                  <a:gd name="T5" fmla="*/ 0 60000 65536"/>
                </a:gdLst>
                <a:ahLst/>
                <a:cxnLst>
                  <a:cxn ang="T4">
                    <a:pos x="T0" y="T1"/>
                  </a:cxn>
                  <a:cxn ang="T5">
                    <a:pos x="T2" y="T3"/>
                  </a:cxn>
                </a:cxnLst>
                <a:rect l="0" t="0" r="r" b="b"/>
                <a:pathLst>
                  <a:path w="1949" h="2">
                    <a:moveTo>
                      <a:pt x="0" y="0"/>
                    </a:moveTo>
                    <a:lnTo>
                      <a:pt x="1949" y="0"/>
                    </a:lnTo>
                  </a:path>
                </a:pathLst>
              </a:custGeom>
              <a:noFill/>
              <a:ln w="6350">
                <a:solidFill>
                  <a:srgbClr val="939598"/>
                </a:solidFill>
                <a:prstDash val="dash"/>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748" name="Group 1109"/>
            <p:cNvGrpSpPr>
              <a:grpSpLocks/>
            </p:cNvGrpSpPr>
            <p:nvPr/>
          </p:nvGrpSpPr>
          <p:grpSpPr bwMode="auto">
            <a:xfrm>
              <a:off x="4443" y="1853"/>
              <a:ext cx="3194" cy="2"/>
              <a:chOff x="4443" y="1853"/>
              <a:chExt cx="3194" cy="2"/>
            </a:xfrm>
          </p:grpSpPr>
          <p:sp>
            <p:nvSpPr>
              <p:cNvPr id="849" name="Freeform 1110"/>
              <p:cNvSpPr>
                <a:spLocks/>
              </p:cNvSpPr>
              <p:nvPr/>
            </p:nvSpPr>
            <p:spPr bwMode="auto">
              <a:xfrm>
                <a:off x="4443" y="1853"/>
                <a:ext cx="3194" cy="2"/>
              </a:xfrm>
              <a:custGeom>
                <a:avLst/>
                <a:gdLst>
                  <a:gd name="T0" fmla="*/ 0 w 3194"/>
                  <a:gd name="T1" fmla="*/ 0 h 2"/>
                  <a:gd name="T2" fmla="*/ 3194 w 3194"/>
                  <a:gd name="T3" fmla="*/ 0 h 2"/>
                  <a:gd name="T4" fmla="*/ 0 60000 65536"/>
                  <a:gd name="T5" fmla="*/ 0 60000 65536"/>
                </a:gdLst>
                <a:ahLst/>
                <a:cxnLst>
                  <a:cxn ang="T4">
                    <a:pos x="T0" y="T1"/>
                  </a:cxn>
                  <a:cxn ang="T5">
                    <a:pos x="T2" y="T3"/>
                  </a:cxn>
                </a:cxnLst>
                <a:rect l="0" t="0" r="r" b="b"/>
                <a:pathLst>
                  <a:path w="3194" h="2">
                    <a:moveTo>
                      <a:pt x="0" y="0"/>
                    </a:moveTo>
                    <a:lnTo>
                      <a:pt x="3194" y="0"/>
                    </a:lnTo>
                  </a:path>
                </a:pathLst>
              </a:custGeom>
              <a:noFill/>
              <a:ln w="6350">
                <a:solidFill>
                  <a:srgbClr val="939598"/>
                </a:solidFill>
                <a:prstDash val="dash"/>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749" name="Group 1107"/>
            <p:cNvGrpSpPr>
              <a:grpSpLocks/>
            </p:cNvGrpSpPr>
            <p:nvPr/>
          </p:nvGrpSpPr>
          <p:grpSpPr bwMode="auto">
            <a:xfrm>
              <a:off x="4112" y="1853"/>
              <a:ext cx="208" cy="2"/>
              <a:chOff x="4112" y="1853"/>
              <a:chExt cx="208" cy="2"/>
            </a:xfrm>
          </p:grpSpPr>
          <p:sp>
            <p:nvSpPr>
              <p:cNvPr id="848" name="Freeform 1108"/>
              <p:cNvSpPr>
                <a:spLocks/>
              </p:cNvSpPr>
              <p:nvPr/>
            </p:nvSpPr>
            <p:spPr bwMode="auto">
              <a:xfrm>
                <a:off x="4112" y="1853"/>
                <a:ext cx="208" cy="2"/>
              </a:xfrm>
              <a:custGeom>
                <a:avLst/>
                <a:gdLst>
                  <a:gd name="T0" fmla="*/ 0 w 208"/>
                  <a:gd name="T1" fmla="*/ 0 h 2"/>
                  <a:gd name="T2" fmla="*/ 208 w 208"/>
                  <a:gd name="T3" fmla="*/ 0 h 2"/>
                  <a:gd name="T4" fmla="*/ 0 60000 65536"/>
                  <a:gd name="T5" fmla="*/ 0 60000 65536"/>
                </a:gdLst>
                <a:ahLst/>
                <a:cxnLst>
                  <a:cxn ang="T4">
                    <a:pos x="T0" y="T1"/>
                  </a:cxn>
                  <a:cxn ang="T5">
                    <a:pos x="T2" y="T3"/>
                  </a:cxn>
                </a:cxnLst>
                <a:rect l="0" t="0" r="r" b="b"/>
                <a:pathLst>
                  <a:path w="208" h="2">
                    <a:moveTo>
                      <a:pt x="0" y="0"/>
                    </a:moveTo>
                    <a:lnTo>
                      <a:pt x="208" y="0"/>
                    </a:lnTo>
                  </a:path>
                </a:pathLst>
              </a:custGeom>
              <a:noFill/>
              <a:ln w="6350">
                <a:solidFill>
                  <a:srgbClr val="939598"/>
                </a:solidFill>
                <a:prstDash val="dash"/>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750" name="Group 1105"/>
            <p:cNvGrpSpPr>
              <a:grpSpLocks/>
            </p:cNvGrpSpPr>
            <p:nvPr/>
          </p:nvGrpSpPr>
          <p:grpSpPr bwMode="auto">
            <a:xfrm>
              <a:off x="1693" y="1853"/>
              <a:ext cx="2296" cy="2"/>
              <a:chOff x="1693" y="1853"/>
              <a:chExt cx="2296" cy="2"/>
            </a:xfrm>
          </p:grpSpPr>
          <p:sp>
            <p:nvSpPr>
              <p:cNvPr id="847" name="Freeform 1106"/>
              <p:cNvSpPr>
                <a:spLocks/>
              </p:cNvSpPr>
              <p:nvPr/>
            </p:nvSpPr>
            <p:spPr bwMode="auto">
              <a:xfrm>
                <a:off x="1693" y="1853"/>
                <a:ext cx="2296" cy="2"/>
              </a:xfrm>
              <a:custGeom>
                <a:avLst/>
                <a:gdLst>
                  <a:gd name="T0" fmla="*/ 0 w 2296"/>
                  <a:gd name="T1" fmla="*/ 0 h 2"/>
                  <a:gd name="T2" fmla="*/ 2296 w 2296"/>
                  <a:gd name="T3" fmla="*/ 0 h 2"/>
                  <a:gd name="T4" fmla="*/ 0 60000 65536"/>
                  <a:gd name="T5" fmla="*/ 0 60000 65536"/>
                </a:gdLst>
                <a:ahLst/>
                <a:cxnLst>
                  <a:cxn ang="T4">
                    <a:pos x="T0" y="T1"/>
                  </a:cxn>
                  <a:cxn ang="T5">
                    <a:pos x="T2" y="T3"/>
                  </a:cxn>
                </a:cxnLst>
                <a:rect l="0" t="0" r="r" b="b"/>
                <a:pathLst>
                  <a:path w="2296" h="2">
                    <a:moveTo>
                      <a:pt x="0" y="0"/>
                    </a:moveTo>
                    <a:lnTo>
                      <a:pt x="2296" y="0"/>
                    </a:lnTo>
                  </a:path>
                </a:pathLst>
              </a:custGeom>
              <a:noFill/>
              <a:ln w="6350">
                <a:solidFill>
                  <a:srgbClr val="939598"/>
                </a:solidFill>
                <a:prstDash val="dash"/>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751" name="Group 1103"/>
            <p:cNvGrpSpPr>
              <a:grpSpLocks/>
            </p:cNvGrpSpPr>
            <p:nvPr/>
          </p:nvGrpSpPr>
          <p:grpSpPr bwMode="auto">
            <a:xfrm>
              <a:off x="1120" y="1853"/>
              <a:ext cx="450" cy="2"/>
              <a:chOff x="1120" y="1853"/>
              <a:chExt cx="450" cy="2"/>
            </a:xfrm>
          </p:grpSpPr>
          <p:sp>
            <p:nvSpPr>
              <p:cNvPr id="846" name="Freeform 1104"/>
              <p:cNvSpPr>
                <a:spLocks/>
              </p:cNvSpPr>
              <p:nvPr/>
            </p:nvSpPr>
            <p:spPr bwMode="auto">
              <a:xfrm>
                <a:off x="1120" y="1853"/>
                <a:ext cx="450" cy="2"/>
              </a:xfrm>
              <a:custGeom>
                <a:avLst/>
                <a:gdLst>
                  <a:gd name="T0" fmla="*/ 0 w 450"/>
                  <a:gd name="T1" fmla="*/ 0 h 2"/>
                  <a:gd name="T2" fmla="*/ 450 w 450"/>
                  <a:gd name="T3" fmla="*/ 0 h 2"/>
                  <a:gd name="T4" fmla="*/ 0 60000 65536"/>
                  <a:gd name="T5" fmla="*/ 0 60000 65536"/>
                </a:gdLst>
                <a:ahLst/>
                <a:cxnLst>
                  <a:cxn ang="T4">
                    <a:pos x="T0" y="T1"/>
                  </a:cxn>
                  <a:cxn ang="T5">
                    <a:pos x="T2" y="T3"/>
                  </a:cxn>
                </a:cxnLst>
                <a:rect l="0" t="0" r="r" b="b"/>
                <a:pathLst>
                  <a:path w="450" h="2">
                    <a:moveTo>
                      <a:pt x="0" y="0"/>
                    </a:moveTo>
                    <a:lnTo>
                      <a:pt x="450" y="0"/>
                    </a:lnTo>
                  </a:path>
                </a:pathLst>
              </a:custGeom>
              <a:noFill/>
              <a:ln w="6350">
                <a:solidFill>
                  <a:srgbClr val="939598"/>
                </a:solidFill>
                <a:prstDash val="dash"/>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752" name="Group 1101"/>
            <p:cNvGrpSpPr>
              <a:grpSpLocks/>
            </p:cNvGrpSpPr>
            <p:nvPr/>
          </p:nvGrpSpPr>
          <p:grpSpPr bwMode="auto">
            <a:xfrm>
              <a:off x="9300" y="2307"/>
              <a:ext cx="409" cy="2"/>
              <a:chOff x="9300" y="2307"/>
              <a:chExt cx="409" cy="2"/>
            </a:xfrm>
          </p:grpSpPr>
          <p:sp>
            <p:nvSpPr>
              <p:cNvPr id="845" name="Freeform 1102"/>
              <p:cNvSpPr>
                <a:spLocks/>
              </p:cNvSpPr>
              <p:nvPr/>
            </p:nvSpPr>
            <p:spPr bwMode="auto">
              <a:xfrm>
                <a:off x="9300" y="2307"/>
                <a:ext cx="409" cy="2"/>
              </a:xfrm>
              <a:custGeom>
                <a:avLst/>
                <a:gdLst>
                  <a:gd name="T0" fmla="*/ 0 w 409"/>
                  <a:gd name="T1" fmla="*/ 0 h 2"/>
                  <a:gd name="T2" fmla="*/ 409 w 409"/>
                  <a:gd name="T3" fmla="*/ 0 h 2"/>
                  <a:gd name="T4" fmla="*/ 0 60000 65536"/>
                  <a:gd name="T5" fmla="*/ 0 60000 65536"/>
                </a:gdLst>
                <a:ahLst/>
                <a:cxnLst>
                  <a:cxn ang="T4">
                    <a:pos x="T0" y="T1"/>
                  </a:cxn>
                  <a:cxn ang="T5">
                    <a:pos x="T2" y="T3"/>
                  </a:cxn>
                </a:cxnLst>
                <a:rect l="0" t="0" r="r" b="b"/>
                <a:pathLst>
                  <a:path w="409" h="2">
                    <a:moveTo>
                      <a:pt x="0" y="0"/>
                    </a:moveTo>
                    <a:lnTo>
                      <a:pt x="409" y="0"/>
                    </a:lnTo>
                  </a:path>
                </a:pathLst>
              </a:custGeom>
              <a:noFill/>
              <a:ln w="6350">
                <a:solidFill>
                  <a:srgbClr val="939598"/>
                </a:solidFill>
                <a:prstDash val="dash"/>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753" name="Group 1099"/>
            <p:cNvGrpSpPr>
              <a:grpSpLocks/>
            </p:cNvGrpSpPr>
            <p:nvPr/>
          </p:nvGrpSpPr>
          <p:grpSpPr bwMode="auto">
            <a:xfrm>
              <a:off x="8969" y="2307"/>
              <a:ext cx="208" cy="2"/>
              <a:chOff x="8969" y="2307"/>
              <a:chExt cx="208" cy="2"/>
            </a:xfrm>
          </p:grpSpPr>
          <p:sp>
            <p:nvSpPr>
              <p:cNvPr id="844" name="Freeform 1100"/>
              <p:cNvSpPr>
                <a:spLocks/>
              </p:cNvSpPr>
              <p:nvPr/>
            </p:nvSpPr>
            <p:spPr bwMode="auto">
              <a:xfrm>
                <a:off x="8969" y="2307"/>
                <a:ext cx="208" cy="2"/>
              </a:xfrm>
              <a:custGeom>
                <a:avLst/>
                <a:gdLst>
                  <a:gd name="T0" fmla="*/ 0 w 208"/>
                  <a:gd name="T1" fmla="*/ 0 h 2"/>
                  <a:gd name="T2" fmla="*/ 209 w 208"/>
                  <a:gd name="T3" fmla="*/ 0 h 2"/>
                  <a:gd name="T4" fmla="*/ 0 60000 65536"/>
                  <a:gd name="T5" fmla="*/ 0 60000 65536"/>
                </a:gdLst>
                <a:ahLst/>
                <a:cxnLst>
                  <a:cxn ang="T4">
                    <a:pos x="T0" y="T1"/>
                  </a:cxn>
                  <a:cxn ang="T5">
                    <a:pos x="T2" y="T3"/>
                  </a:cxn>
                </a:cxnLst>
                <a:rect l="0" t="0" r="r" b="b"/>
                <a:pathLst>
                  <a:path w="208" h="2">
                    <a:moveTo>
                      <a:pt x="0" y="0"/>
                    </a:moveTo>
                    <a:lnTo>
                      <a:pt x="209" y="0"/>
                    </a:lnTo>
                  </a:path>
                </a:pathLst>
              </a:custGeom>
              <a:noFill/>
              <a:ln w="6350">
                <a:solidFill>
                  <a:srgbClr val="939598"/>
                </a:solidFill>
                <a:prstDash val="dash"/>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754" name="Group 1097"/>
            <p:cNvGrpSpPr>
              <a:grpSpLocks/>
            </p:cNvGrpSpPr>
            <p:nvPr/>
          </p:nvGrpSpPr>
          <p:grpSpPr bwMode="auto">
            <a:xfrm>
              <a:off x="8091" y="2307"/>
              <a:ext cx="756" cy="2"/>
              <a:chOff x="8091" y="2307"/>
              <a:chExt cx="756" cy="2"/>
            </a:xfrm>
          </p:grpSpPr>
          <p:sp>
            <p:nvSpPr>
              <p:cNvPr id="843" name="Freeform 1098"/>
              <p:cNvSpPr>
                <a:spLocks/>
              </p:cNvSpPr>
              <p:nvPr/>
            </p:nvSpPr>
            <p:spPr bwMode="auto">
              <a:xfrm>
                <a:off x="8091" y="2307"/>
                <a:ext cx="756" cy="2"/>
              </a:xfrm>
              <a:custGeom>
                <a:avLst/>
                <a:gdLst>
                  <a:gd name="T0" fmla="*/ 0 w 756"/>
                  <a:gd name="T1" fmla="*/ 0 h 2"/>
                  <a:gd name="T2" fmla="*/ 756 w 756"/>
                  <a:gd name="T3" fmla="*/ 0 h 2"/>
                  <a:gd name="T4" fmla="*/ 0 60000 65536"/>
                  <a:gd name="T5" fmla="*/ 0 60000 65536"/>
                </a:gdLst>
                <a:ahLst/>
                <a:cxnLst>
                  <a:cxn ang="T4">
                    <a:pos x="T0" y="T1"/>
                  </a:cxn>
                  <a:cxn ang="T5">
                    <a:pos x="T2" y="T3"/>
                  </a:cxn>
                </a:cxnLst>
                <a:rect l="0" t="0" r="r" b="b"/>
                <a:pathLst>
                  <a:path w="756" h="2">
                    <a:moveTo>
                      <a:pt x="0" y="0"/>
                    </a:moveTo>
                    <a:lnTo>
                      <a:pt x="756" y="0"/>
                    </a:lnTo>
                  </a:path>
                </a:pathLst>
              </a:custGeom>
              <a:noFill/>
              <a:ln w="6350">
                <a:solidFill>
                  <a:srgbClr val="939598"/>
                </a:solidFill>
                <a:prstDash val="dash"/>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755" name="Group 1095"/>
            <p:cNvGrpSpPr>
              <a:grpSpLocks/>
            </p:cNvGrpSpPr>
            <p:nvPr/>
          </p:nvGrpSpPr>
          <p:grpSpPr bwMode="auto">
            <a:xfrm>
              <a:off x="7760" y="2307"/>
              <a:ext cx="208" cy="2"/>
              <a:chOff x="7760" y="2307"/>
              <a:chExt cx="208" cy="2"/>
            </a:xfrm>
          </p:grpSpPr>
          <p:sp>
            <p:nvSpPr>
              <p:cNvPr id="842" name="Freeform 1096"/>
              <p:cNvSpPr>
                <a:spLocks/>
              </p:cNvSpPr>
              <p:nvPr/>
            </p:nvSpPr>
            <p:spPr bwMode="auto">
              <a:xfrm>
                <a:off x="7760" y="2307"/>
                <a:ext cx="208" cy="2"/>
              </a:xfrm>
              <a:custGeom>
                <a:avLst/>
                <a:gdLst>
                  <a:gd name="T0" fmla="*/ 0 w 208"/>
                  <a:gd name="T1" fmla="*/ 0 h 2"/>
                  <a:gd name="T2" fmla="*/ 208 w 208"/>
                  <a:gd name="T3" fmla="*/ 0 h 2"/>
                  <a:gd name="T4" fmla="*/ 0 60000 65536"/>
                  <a:gd name="T5" fmla="*/ 0 60000 65536"/>
                </a:gdLst>
                <a:ahLst/>
                <a:cxnLst>
                  <a:cxn ang="T4">
                    <a:pos x="T0" y="T1"/>
                  </a:cxn>
                  <a:cxn ang="T5">
                    <a:pos x="T2" y="T3"/>
                  </a:cxn>
                </a:cxnLst>
                <a:rect l="0" t="0" r="r" b="b"/>
                <a:pathLst>
                  <a:path w="208" h="2">
                    <a:moveTo>
                      <a:pt x="0" y="0"/>
                    </a:moveTo>
                    <a:lnTo>
                      <a:pt x="208" y="0"/>
                    </a:lnTo>
                  </a:path>
                </a:pathLst>
              </a:custGeom>
              <a:noFill/>
              <a:ln w="6350">
                <a:solidFill>
                  <a:srgbClr val="939598"/>
                </a:solidFill>
                <a:prstDash val="dash"/>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756" name="Group 1093"/>
            <p:cNvGrpSpPr>
              <a:grpSpLocks/>
            </p:cNvGrpSpPr>
            <p:nvPr/>
          </p:nvGrpSpPr>
          <p:grpSpPr bwMode="auto">
            <a:xfrm>
              <a:off x="6537" y="2307"/>
              <a:ext cx="1100" cy="2"/>
              <a:chOff x="6537" y="2307"/>
              <a:chExt cx="1100" cy="2"/>
            </a:xfrm>
          </p:grpSpPr>
          <p:sp>
            <p:nvSpPr>
              <p:cNvPr id="841" name="Freeform 1094"/>
              <p:cNvSpPr>
                <a:spLocks/>
              </p:cNvSpPr>
              <p:nvPr/>
            </p:nvSpPr>
            <p:spPr bwMode="auto">
              <a:xfrm>
                <a:off x="6537" y="2307"/>
                <a:ext cx="1100" cy="2"/>
              </a:xfrm>
              <a:custGeom>
                <a:avLst/>
                <a:gdLst>
                  <a:gd name="T0" fmla="*/ 0 w 1100"/>
                  <a:gd name="T1" fmla="*/ 0 h 2"/>
                  <a:gd name="T2" fmla="*/ 1100 w 1100"/>
                  <a:gd name="T3" fmla="*/ 0 h 2"/>
                  <a:gd name="T4" fmla="*/ 0 60000 65536"/>
                  <a:gd name="T5" fmla="*/ 0 60000 65536"/>
                </a:gdLst>
                <a:ahLst/>
                <a:cxnLst>
                  <a:cxn ang="T4">
                    <a:pos x="T0" y="T1"/>
                  </a:cxn>
                  <a:cxn ang="T5">
                    <a:pos x="T2" y="T3"/>
                  </a:cxn>
                </a:cxnLst>
                <a:rect l="0" t="0" r="r" b="b"/>
                <a:pathLst>
                  <a:path w="1100" h="2">
                    <a:moveTo>
                      <a:pt x="0" y="0"/>
                    </a:moveTo>
                    <a:lnTo>
                      <a:pt x="1100" y="0"/>
                    </a:lnTo>
                  </a:path>
                </a:pathLst>
              </a:custGeom>
              <a:noFill/>
              <a:ln w="6350">
                <a:solidFill>
                  <a:srgbClr val="939598"/>
                </a:solidFill>
                <a:prstDash val="dash"/>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757" name="Group 1091"/>
            <p:cNvGrpSpPr>
              <a:grpSpLocks/>
            </p:cNvGrpSpPr>
            <p:nvPr/>
          </p:nvGrpSpPr>
          <p:grpSpPr bwMode="auto">
            <a:xfrm>
              <a:off x="5328" y="2307"/>
              <a:ext cx="1087" cy="2"/>
              <a:chOff x="5328" y="2307"/>
              <a:chExt cx="1087" cy="2"/>
            </a:xfrm>
          </p:grpSpPr>
          <p:sp>
            <p:nvSpPr>
              <p:cNvPr id="840" name="Freeform 1092"/>
              <p:cNvSpPr>
                <a:spLocks/>
              </p:cNvSpPr>
              <p:nvPr/>
            </p:nvSpPr>
            <p:spPr bwMode="auto">
              <a:xfrm>
                <a:off x="5328" y="2307"/>
                <a:ext cx="1087" cy="2"/>
              </a:xfrm>
              <a:custGeom>
                <a:avLst/>
                <a:gdLst>
                  <a:gd name="T0" fmla="*/ 0 w 1087"/>
                  <a:gd name="T1" fmla="*/ 0 h 2"/>
                  <a:gd name="T2" fmla="*/ 1087 w 1087"/>
                  <a:gd name="T3" fmla="*/ 0 h 2"/>
                  <a:gd name="T4" fmla="*/ 0 60000 65536"/>
                  <a:gd name="T5" fmla="*/ 0 60000 65536"/>
                </a:gdLst>
                <a:ahLst/>
                <a:cxnLst>
                  <a:cxn ang="T4">
                    <a:pos x="T0" y="T1"/>
                  </a:cxn>
                  <a:cxn ang="T5">
                    <a:pos x="T2" y="T3"/>
                  </a:cxn>
                </a:cxnLst>
                <a:rect l="0" t="0" r="r" b="b"/>
                <a:pathLst>
                  <a:path w="1087" h="2">
                    <a:moveTo>
                      <a:pt x="0" y="0"/>
                    </a:moveTo>
                    <a:lnTo>
                      <a:pt x="1087" y="0"/>
                    </a:lnTo>
                  </a:path>
                </a:pathLst>
              </a:custGeom>
              <a:noFill/>
              <a:ln w="6350">
                <a:solidFill>
                  <a:srgbClr val="939598"/>
                </a:solidFill>
                <a:prstDash val="dash"/>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758" name="Group 1089"/>
            <p:cNvGrpSpPr>
              <a:grpSpLocks/>
            </p:cNvGrpSpPr>
            <p:nvPr/>
          </p:nvGrpSpPr>
          <p:grpSpPr bwMode="auto">
            <a:xfrm>
              <a:off x="4443" y="2307"/>
              <a:ext cx="762" cy="2"/>
              <a:chOff x="4443" y="2307"/>
              <a:chExt cx="762" cy="2"/>
            </a:xfrm>
          </p:grpSpPr>
          <p:sp>
            <p:nvSpPr>
              <p:cNvPr id="839" name="Freeform 1090"/>
              <p:cNvSpPr>
                <a:spLocks/>
              </p:cNvSpPr>
              <p:nvPr/>
            </p:nvSpPr>
            <p:spPr bwMode="auto">
              <a:xfrm>
                <a:off x="4443" y="2307"/>
                <a:ext cx="762" cy="2"/>
              </a:xfrm>
              <a:custGeom>
                <a:avLst/>
                <a:gdLst>
                  <a:gd name="T0" fmla="*/ 0 w 762"/>
                  <a:gd name="T1" fmla="*/ 0 h 2"/>
                  <a:gd name="T2" fmla="*/ 762 w 762"/>
                  <a:gd name="T3" fmla="*/ 0 h 2"/>
                  <a:gd name="T4" fmla="*/ 0 60000 65536"/>
                  <a:gd name="T5" fmla="*/ 0 60000 65536"/>
                </a:gdLst>
                <a:ahLst/>
                <a:cxnLst>
                  <a:cxn ang="T4">
                    <a:pos x="T0" y="T1"/>
                  </a:cxn>
                  <a:cxn ang="T5">
                    <a:pos x="T2" y="T3"/>
                  </a:cxn>
                </a:cxnLst>
                <a:rect l="0" t="0" r="r" b="b"/>
                <a:pathLst>
                  <a:path w="762" h="2">
                    <a:moveTo>
                      <a:pt x="0" y="0"/>
                    </a:moveTo>
                    <a:lnTo>
                      <a:pt x="762" y="0"/>
                    </a:lnTo>
                  </a:path>
                </a:pathLst>
              </a:custGeom>
              <a:noFill/>
              <a:ln w="6350">
                <a:solidFill>
                  <a:srgbClr val="939598"/>
                </a:solidFill>
                <a:prstDash val="dash"/>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759" name="Group 1087"/>
            <p:cNvGrpSpPr>
              <a:grpSpLocks/>
            </p:cNvGrpSpPr>
            <p:nvPr/>
          </p:nvGrpSpPr>
          <p:grpSpPr bwMode="auto">
            <a:xfrm>
              <a:off x="4112" y="2307"/>
              <a:ext cx="208" cy="2"/>
              <a:chOff x="4112" y="2307"/>
              <a:chExt cx="208" cy="2"/>
            </a:xfrm>
          </p:grpSpPr>
          <p:sp>
            <p:nvSpPr>
              <p:cNvPr id="838" name="Freeform 1088"/>
              <p:cNvSpPr>
                <a:spLocks/>
              </p:cNvSpPr>
              <p:nvPr/>
            </p:nvSpPr>
            <p:spPr bwMode="auto">
              <a:xfrm>
                <a:off x="4112" y="2307"/>
                <a:ext cx="208" cy="2"/>
              </a:xfrm>
              <a:custGeom>
                <a:avLst/>
                <a:gdLst>
                  <a:gd name="T0" fmla="*/ 0 w 208"/>
                  <a:gd name="T1" fmla="*/ 0 h 2"/>
                  <a:gd name="T2" fmla="*/ 208 w 208"/>
                  <a:gd name="T3" fmla="*/ 0 h 2"/>
                  <a:gd name="T4" fmla="*/ 0 60000 65536"/>
                  <a:gd name="T5" fmla="*/ 0 60000 65536"/>
                </a:gdLst>
                <a:ahLst/>
                <a:cxnLst>
                  <a:cxn ang="T4">
                    <a:pos x="T0" y="T1"/>
                  </a:cxn>
                  <a:cxn ang="T5">
                    <a:pos x="T2" y="T3"/>
                  </a:cxn>
                </a:cxnLst>
                <a:rect l="0" t="0" r="r" b="b"/>
                <a:pathLst>
                  <a:path w="208" h="2">
                    <a:moveTo>
                      <a:pt x="0" y="0"/>
                    </a:moveTo>
                    <a:lnTo>
                      <a:pt x="208" y="0"/>
                    </a:lnTo>
                  </a:path>
                </a:pathLst>
              </a:custGeom>
              <a:noFill/>
              <a:ln w="6350">
                <a:solidFill>
                  <a:srgbClr val="939598"/>
                </a:solidFill>
                <a:prstDash val="dash"/>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760" name="Group 1085"/>
            <p:cNvGrpSpPr>
              <a:grpSpLocks/>
            </p:cNvGrpSpPr>
            <p:nvPr/>
          </p:nvGrpSpPr>
          <p:grpSpPr bwMode="auto">
            <a:xfrm>
              <a:off x="2909" y="2307"/>
              <a:ext cx="1081" cy="2"/>
              <a:chOff x="2909" y="2307"/>
              <a:chExt cx="1081" cy="2"/>
            </a:xfrm>
          </p:grpSpPr>
          <p:sp>
            <p:nvSpPr>
              <p:cNvPr id="837" name="Freeform 1086"/>
              <p:cNvSpPr>
                <a:spLocks/>
              </p:cNvSpPr>
              <p:nvPr/>
            </p:nvSpPr>
            <p:spPr bwMode="auto">
              <a:xfrm>
                <a:off x="2909" y="2307"/>
                <a:ext cx="1081" cy="2"/>
              </a:xfrm>
              <a:custGeom>
                <a:avLst/>
                <a:gdLst>
                  <a:gd name="T0" fmla="*/ 0 w 1081"/>
                  <a:gd name="T1" fmla="*/ 0 h 2"/>
                  <a:gd name="T2" fmla="*/ 1080 w 1081"/>
                  <a:gd name="T3" fmla="*/ 0 h 2"/>
                  <a:gd name="T4" fmla="*/ 0 60000 65536"/>
                  <a:gd name="T5" fmla="*/ 0 60000 65536"/>
                </a:gdLst>
                <a:ahLst/>
                <a:cxnLst>
                  <a:cxn ang="T4">
                    <a:pos x="T0" y="T1"/>
                  </a:cxn>
                  <a:cxn ang="T5">
                    <a:pos x="T2" y="T3"/>
                  </a:cxn>
                </a:cxnLst>
                <a:rect l="0" t="0" r="r" b="b"/>
                <a:pathLst>
                  <a:path w="1081" h="2">
                    <a:moveTo>
                      <a:pt x="0" y="0"/>
                    </a:moveTo>
                    <a:lnTo>
                      <a:pt x="1080" y="0"/>
                    </a:lnTo>
                  </a:path>
                </a:pathLst>
              </a:custGeom>
              <a:noFill/>
              <a:ln w="6350">
                <a:solidFill>
                  <a:srgbClr val="939598"/>
                </a:solidFill>
                <a:prstDash val="dash"/>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761" name="Group 1083"/>
            <p:cNvGrpSpPr>
              <a:grpSpLocks/>
            </p:cNvGrpSpPr>
            <p:nvPr/>
          </p:nvGrpSpPr>
          <p:grpSpPr bwMode="auto">
            <a:xfrm>
              <a:off x="2024" y="2307"/>
              <a:ext cx="762" cy="2"/>
              <a:chOff x="2024" y="2307"/>
              <a:chExt cx="762" cy="2"/>
            </a:xfrm>
          </p:grpSpPr>
          <p:sp>
            <p:nvSpPr>
              <p:cNvPr id="836" name="Freeform 1084"/>
              <p:cNvSpPr>
                <a:spLocks/>
              </p:cNvSpPr>
              <p:nvPr/>
            </p:nvSpPr>
            <p:spPr bwMode="auto">
              <a:xfrm>
                <a:off x="2024" y="2307"/>
                <a:ext cx="762" cy="2"/>
              </a:xfrm>
              <a:custGeom>
                <a:avLst/>
                <a:gdLst>
                  <a:gd name="T0" fmla="*/ 0 w 762"/>
                  <a:gd name="T1" fmla="*/ 0 h 2"/>
                  <a:gd name="T2" fmla="*/ 762 w 762"/>
                  <a:gd name="T3" fmla="*/ 0 h 2"/>
                  <a:gd name="T4" fmla="*/ 0 60000 65536"/>
                  <a:gd name="T5" fmla="*/ 0 60000 65536"/>
                </a:gdLst>
                <a:ahLst/>
                <a:cxnLst>
                  <a:cxn ang="T4">
                    <a:pos x="T0" y="T1"/>
                  </a:cxn>
                  <a:cxn ang="T5">
                    <a:pos x="T2" y="T3"/>
                  </a:cxn>
                </a:cxnLst>
                <a:rect l="0" t="0" r="r" b="b"/>
                <a:pathLst>
                  <a:path w="762" h="2">
                    <a:moveTo>
                      <a:pt x="0" y="0"/>
                    </a:moveTo>
                    <a:lnTo>
                      <a:pt x="762" y="0"/>
                    </a:lnTo>
                  </a:path>
                </a:pathLst>
              </a:custGeom>
              <a:noFill/>
              <a:ln w="6350">
                <a:solidFill>
                  <a:srgbClr val="939598"/>
                </a:solidFill>
                <a:prstDash val="dash"/>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762" name="Group 1081"/>
            <p:cNvGrpSpPr>
              <a:grpSpLocks/>
            </p:cNvGrpSpPr>
            <p:nvPr/>
          </p:nvGrpSpPr>
          <p:grpSpPr bwMode="auto">
            <a:xfrm>
              <a:off x="1693" y="2307"/>
              <a:ext cx="208" cy="2"/>
              <a:chOff x="1693" y="2307"/>
              <a:chExt cx="208" cy="2"/>
            </a:xfrm>
          </p:grpSpPr>
          <p:sp>
            <p:nvSpPr>
              <p:cNvPr id="835" name="Freeform 1082"/>
              <p:cNvSpPr>
                <a:spLocks/>
              </p:cNvSpPr>
              <p:nvPr/>
            </p:nvSpPr>
            <p:spPr bwMode="auto">
              <a:xfrm>
                <a:off x="1693" y="2307"/>
                <a:ext cx="208" cy="2"/>
              </a:xfrm>
              <a:custGeom>
                <a:avLst/>
                <a:gdLst>
                  <a:gd name="T0" fmla="*/ 0 w 208"/>
                  <a:gd name="T1" fmla="*/ 0 h 2"/>
                  <a:gd name="T2" fmla="*/ 208 w 208"/>
                  <a:gd name="T3" fmla="*/ 0 h 2"/>
                  <a:gd name="T4" fmla="*/ 0 60000 65536"/>
                  <a:gd name="T5" fmla="*/ 0 60000 65536"/>
                </a:gdLst>
                <a:ahLst/>
                <a:cxnLst>
                  <a:cxn ang="T4">
                    <a:pos x="T0" y="T1"/>
                  </a:cxn>
                  <a:cxn ang="T5">
                    <a:pos x="T2" y="T3"/>
                  </a:cxn>
                </a:cxnLst>
                <a:rect l="0" t="0" r="r" b="b"/>
                <a:pathLst>
                  <a:path w="208" h="2">
                    <a:moveTo>
                      <a:pt x="0" y="0"/>
                    </a:moveTo>
                    <a:lnTo>
                      <a:pt x="208" y="0"/>
                    </a:lnTo>
                  </a:path>
                </a:pathLst>
              </a:custGeom>
              <a:noFill/>
              <a:ln w="6350">
                <a:solidFill>
                  <a:srgbClr val="939598"/>
                </a:solidFill>
                <a:prstDash val="dash"/>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763" name="Group 1079"/>
            <p:cNvGrpSpPr>
              <a:grpSpLocks/>
            </p:cNvGrpSpPr>
            <p:nvPr/>
          </p:nvGrpSpPr>
          <p:grpSpPr bwMode="auto">
            <a:xfrm>
              <a:off x="1120" y="2307"/>
              <a:ext cx="450" cy="2"/>
              <a:chOff x="1120" y="2307"/>
              <a:chExt cx="450" cy="2"/>
            </a:xfrm>
          </p:grpSpPr>
          <p:sp>
            <p:nvSpPr>
              <p:cNvPr id="834" name="Freeform 1080"/>
              <p:cNvSpPr>
                <a:spLocks/>
              </p:cNvSpPr>
              <p:nvPr/>
            </p:nvSpPr>
            <p:spPr bwMode="auto">
              <a:xfrm>
                <a:off x="1120" y="2307"/>
                <a:ext cx="450" cy="2"/>
              </a:xfrm>
              <a:custGeom>
                <a:avLst/>
                <a:gdLst>
                  <a:gd name="T0" fmla="*/ 0 w 450"/>
                  <a:gd name="T1" fmla="*/ 0 h 2"/>
                  <a:gd name="T2" fmla="*/ 450 w 450"/>
                  <a:gd name="T3" fmla="*/ 0 h 2"/>
                  <a:gd name="T4" fmla="*/ 0 60000 65536"/>
                  <a:gd name="T5" fmla="*/ 0 60000 65536"/>
                </a:gdLst>
                <a:ahLst/>
                <a:cxnLst>
                  <a:cxn ang="T4">
                    <a:pos x="T0" y="T1"/>
                  </a:cxn>
                  <a:cxn ang="T5">
                    <a:pos x="T2" y="T3"/>
                  </a:cxn>
                </a:cxnLst>
                <a:rect l="0" t="0" r="r" b="b"/>
                <a:pathLst>
                  <a:path w="450" h="2">
                    <a:moveTo>
                      <a:pt x="0" y="0"/>
                    </a:moveTo>
                    <a:lnTo>
                      <a:pt x="450" y="0"/>
                    </a:lnTo>
                  </a:path>
                </a:pathLst>
              </a:custGeom>
              <a:noFill/>
              <a:ln w="6350">
                <a:solidFill>
                  <a:srgbClr val="939598"/>
                </a:solidFill>
                <a:prstDash val="dash"/>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764" name="Group 1077"/>
            <p:cNvGrpSpPr>
              <a:grpSpLocks/>
            </p:cNvGrpSpPr>
            <p:nvPr/>
          </p:nvGrpSpPr>
          <p:grpSpPr bwMode="auto">
            <a:xfrm>
              <a:off x="9300" y="2718"/>
              <a:ext cx="409" cy="2"/>
              <a:chOff x="9300" y="2718"/>
              <a:chExt cx="409" cy="2"/>
            </a:xfrm>
          </p:grpSpPr>
          <p:sp>
            <p:nvSpPr>
              <p:cNvPr id="833" name="Freeform 1078"/>
              <p:cNvSpPr>
                <a:spLocks/>
              </p:cNvSpPr>
              <p:nvPr/>
            </p:nvSpPr>
            <p:spPr bwMode="auto">
              <a:xfrm>
                <a:off x="9300" y="2718"/>
                <a:ext cx="409" cy="2"/>
              </a:xfrm>
              <a:custGeom>
                <a:avLst/>
                <a:gdLst>
                  <a:gd name="T0" fmla="*/ 0 w 409"/>
                  <a:gd name="T1" fmla="*/ 0 h 2"/>
                  <a:gd name="T2" fmla="*/ 409 w 409"/>
                  <a:gd name="T3" fmla="*/ 0 h 2"/>
                  <a:gd name="T4" fmla="*/ 0 60000 65536"/>
                  <a:gd name="T5" fmla="*/ 0 60000 65536"/>
                </a:gdLst>
                <a:ahLst/>
                <a:cxnLst>
                  <a:cxn ang="T4">
                    <a:pos x="T0" y="T1"/>
                  </a:cxn>
                  <a:cxn ang="T5">
                    <a:pos x="T2" y="T3"/>
                  </a:cxn>
                </a:cxnLst>
                <a:rect l="0" t="0" r="r" b="b"/>
                <a:pathLst>
                  <a:path w="409" h="2">
                    <a:moveTo>
                      <a:pt x="0" y="0"/>
                    </a:moveTo>
                    <a:lnTo>
                      <a:pt x="409" y="0"/>
                    </a:lnTo>
                  </a:path>
                </a:pathLst>
              </a:custGeom>
              <a:noFill/>
              <a:ln w="6350">
                <a:solidFill>
                  <a:srgbClr val="939598"/>
                </a:solidFill>
                <a:prstDash val="dash"/>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765" name="Group 1075"/>
            <p:cNvGrpSpPr>
              <a:grpSpLocks/>
            </p:cNvGrpSpPr>
            <p:nvPr/>
          </p:nvGrpSpPr>
          <p:grpSpPr bwMode="auto">
            <a:xfrm>
              <a:off x="8969" y="2718"/>
              <a:ext cx="208" cy="2"/>
              <a:chOff x="8969" y="2718"/>
              <a:chExt cx="208" cy="2"/>
            </a:xfrm>
          </p:grpSpPr>
          <p:sp>
            <p:nvSpPr>
              <p:cNvPr id="832" name="Freeform 1076"/>
              <p:cNvSpPr>
                <a:spLocks/>
              </p:cNvSpPr>
              <p:nvPr/>
            </p:nvSpPr>
            <p:spPr bwMode="auto">
              <a:xfrm>
                <a:off x="8969" y="2718"/>
                <a:ext cx="208" cy="2"/>
              </a:xfrm>
              <a:custGeom>
                <a:avLst/>
                <a:gdLst>
                  <a:gd name="T0" fmla="*/ 0 w 208"/>
                  <a:gd name="T1" fmla="*/ 0 h 2"/>
                  <a:gd name="T2" fmla="*/ 209 w 208"/>
                  <a:gd name="T3" fmla="*/ 0 h 2"/>
                  <a:gd name="T4" fmla="*/ 0 60000 65536"/>
                  <a:gd name="T5" fmla="*/ 0 60000 65536"/>
                </a:gdLst>
                <a:ahLst/>
                <a:cxnLst>
                  <a:cxn ang="T4">
                    <a:pos x="T0" y="T1"/>
                  </a:cxn>
                  <a:cxn ang="T5">
                    <a:pos x="T2" y="T3"/>
                  </a:cxn>
                </a:cxnLst>
                <a:rect l="0" t="0" r="r" b="b"/>
                <a:pathLst>
                  <a:path w="208" h="2">
                    <a:moveTo>
                      <a:pt x="0" y="0"/>
                    </a:moveTo>
                    <a:lnTo>
                      <a:pt x="209" y="0"/>
                    </a:lnTo>
                  </a:path>
                </a:pathLst>
              </a:custGeom>
              <a:noFill/>
              <a:ln w="6350">
                <a:solidFill>
                  <a:srgbClr val="939598"/>
                </a:solidFill>
                <a:prstDash val="dash"/>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766" name="Group 1073"/>
            <p:cNvGrpSpPr>
              <a:grpSpLocks/>
            </p:cNvGrpSpPr>
            <p:nvPr/>
          </p:nvGrpSpPr>
          <p:grpSpPr bwMode="auto">
            <a:xfrm>
              <a:off x="8091" y="2718"/>
              <a:ext cx="756" cy="2"/>
              <a:chOff x="8091" y="2718"/>
              <a:chExt cx="756" cy="2"/>
            </a:xfrm>
          </p:grpSpPr>
          <p:sp>
            <p:nvSpPr>
              <p:cNvPr id="831" name="Freeform 1074"/>
              <p:cNvSpPr>
                <a:spLocks/>
              </p:cNvSpPr>
              <p:nvPr/>
            </p:nvSpPr>
            <p:spPr bwMode="auto">
              <a:xfrm>
                <a:off x="8091" y="2718"/>
                <a:ext cx="756" cy="2"/>
              </a:xfrm>
              <a:custGeom>
                <a:avLst/>
                <a:gdLst>
                  <a:gd name="T0" fmla="*/ 0 w 756"/>
                  <a:gd name="T1" fmla="*/ 0 h 2"/>
                  <a:gd name="T2" fmla="*/ 756 w 756"/>
                  <a:gd name="T3" fmla="*/ 0 h 2"/>
                  <a:gd name="T4" fmla="*/ 0 60000 65536"/>
                  <a:gd name="T5" fmla="*/ 0 60000 65536"/>
                </a:gdLst>
                <a:ahLst/>
                <a:cxnLst>
                  <a:cxn ang="T4">
                    <a:pos x="T0" y="T1"/>
                  </a:cxn>
                  <a:cxn ang="T5">
                    <a:pos x="T2" y="T3"/>
                  </a:cxn>
                </a:cxnLst>
                <a:rect l="0" t="0" r="r" b="b"/>
                <a:pathLst>
                  <a:path w="756" h="2">
                    <a:moveTo>
                      <a:pt x="0" y="0"/>
                    </a:moveTo>
                    <a:lnTo>
                      <a:pt x="756" y="0"/>
                    </a:lnTo>
                  </a:path>
                </a:pathLst>
              </a:custGeom>
              <a:noFill/>
              <a:ln w="6350">
                <a:solidFill>
                  <a:srgbClr val="939598"/>
                </a:solidFill>
                <a:prstDash val="dash"/>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767" name="Group 1071"/>
            <p:cNvGrpSpPr>
              <a:grpSpLocks/>
            </p:cNvGrpSpPr>
            <p:nvPr/>
          </p:nvGrpSpPr>
          <p:grpSpPr bwMode="auto">
            <a:xfrm>
              <a:off x="7760" y="2718"/>
              <a:ext cx="208" cy="2"/>
              <a:chOff x="7760" y="2718"/>
              <a:chExt cx="208" cy="2"/>
            </a:xfrm>
          </p:grpSpPr>
          <p:sp>
            <p:nvSpPr>
              <p:cNvPr id="830" name="Freeform 1072"/>
              <p:cNvSpPr>
                <a:spLocks/>
              </p:cNvSpPr>
              <p:nvPr/>
            </p:nvSpPr>
            <p:spPr bwMode="auto">
              <a:xfrm>
                <a:off x="7760" y="2718"/>
                <a:ext cx="208" cy="2"/>
              </a:xfrm>
              <a:custGeom>
                <a:avLst/>
                <a:gdLst>
                  <a:gd name="T0" fmla="*/ 0 w 208"/>
                  <a:gd name="T1" fmla="*/ 0 h 2"/>
                  <a:gd name="T2" fmla="*/ 208 w 208"/>
                  <a:gd name="T3" fmla="*/ 0 h 2"/>
                  <a:gd name="T4" fmla="*/ 0 60000 65536"/>
                  <a:gd name="T5" fmla="*/ 0 60000 65536"/>
                </a:gdLst>
                <a:ahLst/>
                <a:cxnLst>
                  <a:cxn ang="T4">
                    <a:pos x="T0" y="T1"/>
                  </a:cxn>
                  <a:cxn ang="T5">
                    <a:pos x="T2" y="T3"/>
                  </a:cxn>
                </a:cxnLst>
                <a:rect l="0" t="0" r="r" b="b"/>
                <a:pathLst>
                  <a:path w="208" h="2">
                    <a:moveTo>
                      <a:pt x="0" y="0"/>
                    </a:moveTo>
                    <a:lnTo>
                      <a:pt x="208" y="0"/>
                    </a:lnTo>
                  </a:path>
                </a:pathLst>
              </a:custGeom>
              <a:noFill/>
              <a:ln w="6350">
                <a:solidFill>
                  <a:srgbClr val="939598"/>
                </a:solidFill>
                <a:prstDash val="dash"/>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768" name="Group 1069"/>
            <p:cNvGrpSpPr>
              <a:grpSpLocks/>
            </p:cNvGrpSpPr>
            <p:nvPr/>
          </p:nvGrpSpPr>
          <p:grpSpPr bwMode="auto">
            <a:xfrm>
              <a:off x="6537" y="2718"/>
              <a:ext cx="1100" cy="2"/>
              <a:chOff x="6537" y="2718"/>
              <a:chExt cx="1100" cy="2"/>
            </a:xfrm>
          </p:grpSpPr>
          <p:sp>
            <p:nvSpPr>
              <p:cNvPr id="829" name="Freeform 1070"/>
              <p:cNvSpPr>
                <a:spLocks/>
              </p:cNvSpPr>
              <p:nvPr/>
            </p:nvSpPr>
            <p:spPr bwMode="auto">
              <a:xfrm>
                <a:off x="6537" y="2718"/>
                <a:ext cx="1100" cy="2"/>
              </a:xfrm>
              <a:custGeom>
                <a:avLst/>
                <a:gdLst>
                  <a:gd name="T0" fmla="*/ 0 w 1100"/>
                  <a:gd name="T1" fmla="*/ 0 h 2"/>
                  <a:gd name="T2" fmla="*/ 1100 w 1100"/>
                  <a:gd name="T3" fmla="*/ 0 h 2"/>
                  <a:gd name="T4" fmla="*/ 0 60000 65536"/>
                  <a:gd name="T5" fmla="*/ 0 60000 65536"/>
                </a:gdLst>
                <a:ahLst/>
                <a:cxnLst>
                  <a:cxn ang="T4">
                    <a:pos x="T0" y="T1"/>
                  </a:cxn>
                  <a:cxn ang="T5">
                    <a:pos x="T2" y="T3"/>
                  </a:cxn>
                </a:cxnLst>
                <a:rect l="0" t="0" r="r" b="b"/>
                <a:pathLst>
                  <a:path w="1100" h="2">
                    <a:moveTo>
                      <a:pt x="0" y="0"/>
                    </a:moveTo>
                    <a:lnTo>
                      <a:pt x="1100" y="0"/>
                    </a:lnTo>
                  </a:path>
                </a:pathLst>
              </a:custGeom>
              <a:noFill/>
              <a:ln w="6350">
                <a:solidFill>
                  <a:srgbClr val="939598"/>
                </a:solidFill>
                <a:prstDash val="dash"/>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769" name="Group 1067"/>
            <p:cNvGrpSpPr>
              <a:grpSpLocks/>
            </p:cNvGrpSpPr>
            <p:nvPr/>
          </p:nvGrpSpPr>
          <p:grpSpPr bwMode="auto">
            <a:xfrm>
              <a:off x="5659" y="2718"/>
              <a:ext cx="756" cy="2"/>
              <a:chOff x="5659" y="2718"/>
              <a:chExt cx="756" cy="2"/>
            </a:xfrm>
          </p:grpSpPr>
          <p:sp>
            <p:nvSpPr>
              <p:cNvPr id="828" name="Freeform 1068"/>
              <p:cNvSpPr>
                <a:spLocks/>
              </p:cNvSpPr>
              <p:nvPr/>
            </p:nvSpPr>
            <p:spPr bwMode="auto">
              <a:xfrm>
                <a:off x="5659" y="2718"/>
                <a:ext cx="756" cy="2"/>
              </a:xfrm>
              <a:custGeom>
                <a:avLst/>
                <a:gdLst>
                  <a:gd name="T0" fmla="*/ 0 w 756"/>
                  <a:gd name="T1" fmla="*/ 0 h 2"/>
                  <a:gd name="T2" fmla="*/ 756 w 756"/>
                  <a:gd name="T3" fmla="*/ 0 h 2"/>
                  <a:gd name="T4" fmla="*/ 0 60000 65536"/>
                  <a:gd name="T5" fmla="*/ 0 60000 65536"/>
                </a:gdLst>
                <a:ahLst/>
                <a:cxnLst>
                  <a:cxn ang="T4">
                    <a:pos x="T0" y="T1"/>
                  </a:cxn>
                  <a:cxn ang="T5">
                    <a:pos x="T2" y="T3"/>
                  </a:cxn>
                </a:cxnLst>
                <a:rect l="0" t="0" r="r" b="b"/>
                <a:pathLst>
                  <a:path w="756" h="2">
                    <a:moveTo>
                      <a:pt x="0" y="0"/>
                    </a:moveTo>
                    <a:lnTo>
                      <a:pt x="756" y="0"/>
                    </a:lnTo>
                  </a:path>
                </a:pathLst>
              </a:custGeom>
              <a:noFill/>
              <a:ln w="6350">
                <a:solidFill>
                  <a:srgbClr val="939598"/>
                </a:solidFill>
                <a:prstDash val="dash"/>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770" name="Group 1065"/>
            <p:cNvGrpSpPr>
              <a:grpSpLocks/>
            </p:cNvGrpSpPr>
            <p:nvPr/>
          </p:nvGrpSpPr>
          <p:grpSpPr bwMode="auto">
            <a:xfrm>
              <a:off x="5328" y="2718"/>
              <a:ext cx="208" cy="2"/>
              <a:chOff x="5328" y="2718"/>
              <a:chExt cx="208" cy="2"/>
            </a:xfrm>
          </p:grpSpPr>
          <p:sp>
            <p:nvSpPr>
              <p:cNvPr id="827" name="Freeform 1066"/>
              <p:cNvSpPr>
                <a:spLocks/>
              </p:cNvSpPr>
              <p:nvPr/>
            </p:nvSpPr>
            <p:spPr bwMode="auto">
              <a:xfrm>
                <a:off x="5328" y="2718"/>
                <a:ext cx="208" cy="2"/>
              </a:xfrm>
              <a:custGeom>
                <a:avLst/>
                <a:gdLst>
                  <a:gd name="T0" fmla="*/ 0 w 208"/>
                  <a:gd name="T1" fmla="*/ 0 h 2"/>
                  <a:gd name="T2" fmla="*/ 208 w 208"/>
                  <a:gd name="T3" fmla="*/ 0 h 2"/>
                  <a:gd name="T4" fmla="*/ 0 60000 65536"/>
                  <a:gd name="T5" fmla="*/ 0 60000 65536"/>
                </a:gdLst>
                <a:ahLst/>
                <a:cxnLst>
                  <a:cxn ang="T4">
                    <a:pos x="T0" y="T1"/>
                  </a:cxn>
                  <a:cxn ang="T5">
                    <a:pos x="T2" y="T3"/>
                  </a:cxn>
                </a:cxnLst>
                <a:rect l="0" t="0" r="r" b="b"/>
                <a:pathLst>
                  <a:path w="208" h="2">
                    <a:moveTo>
                      <a:pt x="0" y="0"/>
                    </a:moveTo>
                    <a:lnTo>
                      <a:pt x="208" y="0"/>
                    </a:lnTo>
                  </a:path>
                </a:pathLst>
              </a:custGeom>
              <a:noFill/>
              <a:ln w="6350">
                <a:solidFill>
                  <a:srgbClr val="939598"/>
                </a:solidFill>
                <a:prstDash val="dash"/>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771" name="Group 1063"/>
            <p:cNvGrpSpPr>
              <a:grpSpLocks/>
            </p:cNvGrpSpPr>
            <p:nvPr/>
          </p:nvGrpSpPr>
          <p:grpSpPr bwMode="auto">
            <a:xfrm>
              <a:off x="4443" y="2718"/>
              <a:ext cx="762" cy="2"/>
              <a:chOff x="4443" y="2718"/>
              <a:chExt cx="762" cy="2"/>
            </a:xfrm>
          </p:grpSpPr>
          <p:sp>
            <p:nvSpPr>
              <p:cNvPr id="826" name="Freeform 1064"/>
              <p:cNvSpPr>
                <a:spLocks/>
              </p:cNvSpPr>
              <p:nvPr/>
            </p:nvSpPr>
            <p:spPr bwMode="auto">
              <a:xfrm>
                <a:off x="4443" y="2718"/>
                <a:ext cx="762" cy="2"/>
              </a:xfrm>
              <a:custGeom>
                <a:avLst/>
                <a:gdLst>
                  <a:gd name="T0" fmla="*/ 0 w 762"/>
                  <a:gd name="T1" fmla="*/ 0 h 2"/>
                  <a:gd name="T2" fmla="*/ 762 w 762"/>
                  <a:gd name="T3" fmla="*/ 0 h 2"/>
                  <a:gd name="T4" fmla="*/ 0 60000 65536"/>
                  <a:gd name="T5" fmla="*/ 0 60000 65536"/>
                </a:gdLst>
                <a:ahLst/>
                <a:cxnLst>
                  <a:cxn ang="T4">
                    <a:pos x="T0" y="T1"/>
                  </a:cxn>
                  <a:cxn ang="T5">
                    <a:pos x="T2" y="T3"/>
                  </a:cxn>
                </a:cxnLst>
                <a:rect l="0" t="0" r="r" b="b"/>
                <a:pathLst>
                  <a:path w="762" h="2">
                    <a:moveTo>
                      <a:pt x="0" y="0"/>
                    </a:moveTo>
                    <a:lnTo>
                      <a:pt x="762" y="0"/>
                    </a:lnTo>
                  </a:path>
                </a:pathLst>
              </a:custGeom>
              <a:noFill/>
              <a:ln w="6350">
                <a:solidFill>
                  <a:srgbClr val="939598"/>
                </a:solidFill>
                <a:prstDash val="dash"/>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772" name="Group 1061"/>
            <p:cNvGrpSpPr>
              <a:grpSpLocks/>
            </p:cNvGrpSpPr>
            <p:nvPr/>
          </p:nvGrpSpPr>
          <p:grpSpPr bwMode="auto">
            <a:xfrm>
              <a:off x="4112" y="2718"/>
              <a:ext cx="208" cy="2"/>
              <a:chOff x="4112" y="2718"/>
              <a:chExt cx="208" cy="2"/>
            </a:xfrm>
          </p:grpSpPr>
          <p:sp>
            <p:nvSpPr>
              <p:cNvPr id="825" name="Freeform 1062"/>
              <p:cNvSpPr>
                <a:spLocks/>
              </p:cNvSpPr>
              <p:nvPr/>
            </p:nvSpPr>
            <p:spPr bwMode="auto">
              <a:xfrm>
                <a:off x="4112" y="2718"/>
                <a:ext cx="208" cy="2"/>
              </a:xfrm>
              <a:custGeom>
                <a:avLst/>
                <a:gdLst>
                  <a:gd name="T0" fmla="*/ 0 w 208"/>
                  <a:gd name="T1" fmla="*/ 0 h 2"/>
                  <a:gd name="T2" fmla="*/ 208 w 208"/>
                  <a:gd name="T3" fmla="*/ 0 h 2"/>
                  <a:gd name="T4" fmla="*/ 0 60000 65536"/>
                  <a:gd name="T5" fmla="*/ 0 60000 65536"/>
                </a:gdLst>
                <a:ahLst/>
                <a:cxnLst>
                  <a:cxn ang="T4">
                    <a:pos x="T0" y="T1"/>
                  </a:cxn>
                  <a:cxn ang="T5">
                    <a:pos x="T2" y="T3"/>
                  </a:cxn>
                </a:cxnLst>
                <a:rect l="0" t="0" r="r" b="b"/>
                <a:pathLst>
                  <a:path w="208" h="2">
                    <a:moveTo>
                      <a:pt x="0" y="0"/>
                    </a:moveTo>
                    <a:lnTo>
                      <a:pt x="208" y="0"/>
                    </a:lnTo>
                  </a:path>
                </a:pathLst>
              </a:custGeom>
              <a:noFill/>
              <a:ln w="6350">
                <a:solidFill>
                  <a:srgbClr val="939598"/>
                </a:solidFill>
                <a:prstDash val="dash"/>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773" name="Group 1059"/>
            <p:cNvGrpSpPr>
              <a:grpSpLocks/>
            </p:cNvGrpSpPr>
            <p:nvPr/>
          </p:nvGrpSpPr>
          <p:grpSpPr bwMode="auto">
            <a:xfrm>
              <a:off x="2909" y="2718"/>
              <a:ext cx="1081" cy="2"/>
              <a:chOff x="2909" y="2718"/>
              <a:chExt cx="1081" cy="2"/>
            </a:xfrm>
          </p:grpSpPr>
          <p:sp>
            <p:nvSpPr>
              <p:cNvPr id="824" name="Freeform 1060"/>
              <p:cNvSpPr>
                <a:spLocks/>
              </p:cNvSpPr>
              <p:nvPr/>
            </p:nvSpPr>
            <p:spPr bwMode="auto">
              <a:xfrm>
                <a:off x="2909" y="2718"/>
                <a:ext cx="1081" cy="2"/>
              </a:xfrm>
              <a:custGeom>
                <a:avLst/>
                <a:gdLst>
                  <a:gd name="T0" fmla="*/ 0 w 1081"/>
                  <a:gd name="T1" fmla="*/ 0 h 2"/>
                  <a:gd name="T2" fmla="*/ 1080 w 1081"/>
                  <a:gd name="T3" fmla="*/ 0 h 2"/>
                  <a:gd name="T4" fmla="*/ 0 60000 65536"/>
                  <a:gd name="T5" fmla="*/ 0 60000 65536"/>
                </a:gdLst>
                <a:ahLst/>
                <a:cxnLst>
                  <a:cxn ang="T4">
                    <a:pos x="T0" y="T1"/>
                  </a:cxn>
                  <a:cxn ang="T5">
                    <a:pos x="T2" y="T3"/>
                  </a:cxn>
                </a:cxnLst>
                <a:rect l="0" t="0" r="r" b="b"/>
                <a:pathLst>
                  <a:path w="1081" h="2">
                    <a:moveTo>
                      <a:pt x="0" y="0"/>
                    </a:moveTo>
                    <a:lnTo>
                      <a:pt x="1080" y="0"/>
                    </a:lnTo>
                  </a:path>
                </a:pathLst>
              </a:custGeom>
              <a:noFill/>
              <a:ln w="6350">
                <a:solidFill>
                  <a:srgbClr val="939598"/>
                </a:solidFill>
                <a:prstDash val="dash"/>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774" name="Group 1057"/>
            <p:cNvGrpSpPr>
              <a:grpSpLocks/>
            </p:cNvGrpSpPr>
            <p:nvPr/>
          </p:nvGrpSpPr>
          <p:grpSpPr bwMode="auto">
            <a:xfrm>
              <a:off x="2024" y="2718"/>
              <a:ext cx="762" cy="2"/>
              <a:chOff x="2024" y="2718"/>
              <a:chExt cx="762" cy="2"/>
            </a:xfrm>
          </p:grpSpPr>
          <p:sp>
            <p:nvSpPr>
              <p:cNvPr id="823" name="Freeform 1058"/>
              <p:cNvSpPr>
                <a:spLocks/>
              </p:cNvSpPr>
              <p:nvPr/>
            </p:nvSpPr>
            <p:spPr bwMode="auto">
              <a:xfrm>
                <a:off x="2024" y="2718"/>
                <a:ext cx="762" cy="2"/>
              </a:xfrm>
              <a:custGeom>
                <a:avLst/>
                <a:gdLst>
                  <a:gd name="T0" fmla="*/ 0 w 762"/>
                  <a:gd name="T1" fmla="*/ 0 h 2"/>
                  <a:gd name="T2" fmla="*/ 762 w 762"/>
                  <a:gd name="T3" fmla="*/ 0 h 2"/>
                  <a:gd name="T4" fmla="*/ 0 60000 65536"/>
                  <a:gd name="T5" fmla="*/ 0 60000 65536"/>
                </a:gdLst>
                <a:ahLst/>
                <a:cxnLst>
                  <a:cxn ang="T4">
                    <a:pos x="T0" y="T1"/>
                  </a:cxn>
                  <a:cxn ang="T5">
                    <a:pos x="T2" y="T3"/>
                  </a:cxn>
                </a:cxnLst>
                <a:rect l="0" t="0" r="r" b="b"/>
                <a:pathLst>
                  <a:path w="762" h="2">
                    <a:moveTo>
                      <a:pt x="0" y="0"/>
                    </a:moveTo>
                    <a:lnTo>
                      <a:pt x="762" y="0"/>
                    </a:lnTo>
                  </a:path>
                </a:pathLst>
              </a:custGeom>
              <a:noFill/>
              <a:ln w="6350">
                <a:solidFill>
                  <a:srgbClr val="939598"/>
                </a:solidFill>
                <a:prstDash val="dash"/>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775" name="Group 1055"/>
            <p:cNvGrpSpPr>
              <a:grpSpLocks/>
            </p:cNvGrpSpPr>
            <p:nvPr/>
          </p:nvGrpSpPr>
          <p:grpSpPr bwMode="auto">
            <a:xfrm>
              <a:off x="1693" y="2718"/>
              <a:ext cx="208" cy="2"/>
              <a:chOff x="1693" y="2718"/>
              <a:chExt cx="208" cy="2"/>
            </a:xfrm>
          </p:grpSpPr>
          <p:sp>
            <p:nvSpPr>
              <p:cNvPr id="822" name="Freeform 1056"/>
              <p:cNvSpPr>
                <a:spLocks/>
              </p:cNvSpPr>
              <p:nvPr/>
            </p:nvSpPr>
            <p:spPr bwMode="auto">
              <a:xfrm>
                <a:off x="1693" y="2718"/>
                <a:ext cx="208" cy="2"/>
              </a:xfrm>
              <a:custGeom>
                <a:avLst/>
                <a:gdLst>
                  <a:gd name="T0" fmla="*/ 0 w 208"/>
                  <a:gd name="T1" fmla="*/ 0 h 2"/>
                  <a:gd name="T2" fmla="*/ 208 w 208"/>
                  <a:gd name="T3" fmla="*/ 0 h 2"/>
                  <a:gd name="T4" fmla="*/ 0 60000 65536"/>
                  <a:gd name="T5" fmla="*/ 0 60000 65536"/>
                </a:gdLst>
                <a:ahLst/>
                <a:cxnLst>
                  <a:cxn ang="T4">
                    <a:pos x="T0" y="T1"/>
                  </a:cxn>
                  <a:cxn ang="T5">
                    <a:pos x="T2" y="T3"/>
                  </a:cxn>
                </a:cxnLst>
                <a:rect l="0" t="0" r="r" b="b"/>
                <a:pathLst>
                  <a:path w="208" h="2">
                    <a:moveTo>
                      <a:pt x="0" y="0"/>
                    </a:moveTo>
                    <a:lnTo>
                      <a:pt x="208" y="0"/>
                    </a:lnTo>
                  </a:path>
                </a:pathLst>
              </a:custGeom>
              <a:noFill/>
              <a:ln w="6350">
                <a:solidFill>
                  <a:srgbClr val="939598"/>
                </a:solidFill>
                <a:prstDash val="dash"/>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776" name="Group 1053"/>
            <p:cNvGrpSpPr>
              <a:grpSpLocks/>
            </p:cNvGrpSpPr>
            <p:nvPr/>
          </p:nvGrpSpPr>
          <p:grpSpPr bwMode="auto">
            <a:xfrm>
              <a:off x="1120" y="2718"/>
              <a:ext cx="450" cy="2"/>
              <a:chOff x="1120" y="2718"/>
              <a:chExt cx="450" cy="2"/>
            </a:xfrm>
          </p:grpSpPr>
          <p:sp>
            <p:nvSpPr>
              <p:cNvPr id="821" name="Freeform 1054"/>
              <p:cNvSpPr>
                <a:spLocks/>
              </p:cNvSpPr>
              <p:nvPr/>
            </p:nvSpPr>
            <p:spPr bwMode="auto">
              <a:xfrm>
                <a:off x="1120" y="2718"/>
                <a:ext cx="450" cy="2"/>
              </a:xfrm>
              <a:custGeom>
                <a:avLst/>
                <a:gdLst>
                  <a:gd name="T0" fmla="*/ 0 w 450"/>
                  <a:gd name="T1" fmla="*/ 0 h 2"/>
                  <a:gd name="T2" fmla="*/ 450 w 450"/>
                  <a:gd name="T3" fmla="*/ 0 h 2"/>
                  <a:gd name="T4" fmla="*/ 0 60000 65536"/>
                  <a:gd name="T5" fmla="*/ 0 60000 65536"/>
                </a:gdLst>
                <a:ahLst/>
                <a:cxnLst>
                  <a:cxn ang="T4">
                    <a:pos x="T0" y="T1"/>
                  </a:cxn>
                  <a:cxn ang="T5">
                    <a:pos x="T2" y="T3"/>
                  </a:cxn>
                </a:cxnLst>
                <a:rect l="0" t="0" r="r" b="b"/>
                <a:pathLst>
                  <a:path w="450" h="2">
                    <a:moveTo>
                      <a:pt x="0" y="0"/>
                    </a:moveTo>
                    <a:lnTo>
                      <a:pt x="450" y="0"/>
                    </a:lnTo>
                  </a:path>
                </a:pathLst>
              </a:custGeom>
              <a:noFill/>
              <a:ln w="6350">
                <a:solidFill>
                  <a:srgbClr val="939598"/>
                </a:solidFill>
                <a:prstDash val="dash"/>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777" name="Group 1051"/>
            <p:cNvGrpSpPr>
              <a:grpSpLocks/>
            </p:cNvGrpSpPr>
            <p:nvPr/>
          </p:nvGrpSpPr>
          <p:grpSpPr bwMode="auto">
            <a:xfrm>
              <a:off x="1207" y="162"/>
              <a:ext cx="2" cy="3039"/>
              <a:chOff x="1207" y="162"/>
              <a:chExt cx="2" cy="3039"/>
            </a:xfrm>
          </p:grpSpPr>
          <p:sp>
            <p:nvSpPr>
              <p:cNvPr id="820" name="Freeform 1052"/>
              <p:cNvSpPr>
                <a:spLocks/>
              </p:cNvSpPr>
              <p:nvPr/>
            </p:nvSpPr>
            <p:spPr bwMode="auto">
              <a:xfrm>
                <a:off x="1207" y="162"/>
                <a:ext cx="2" cy="3039"/>
              </a:xfrm>
              <a:custGeom>
                <a:avLst/>
                <a:gdLst>
                  <a:gd name="T0" fmla="*/ 0 w 2"/>
                  <a:gd name="T1" fmla="*/ 162 h 3039"/>
                  <a:gd name="T2" fmla="*/ 0 w 2"/>
                  <a:gd name="T3" fmla="*/ 3201 h 3039"/>
                  <a:gd name="T4" fmla="*/ 0 60000 65536"/>
                  <a:gd name="T5" fmla="*/ 0 60000 65536"/>
                </a:gdLst>
                <a:ahLst/>
                <a:cxnLst>
                  <a:cxn ang="T4">
                    <a:pos x="T0" y="T1"/>
                  </a:cxn>
                  <a:cxn ang="T5">
                    <a:pos x="T2" y="T3"/>
                  </a:cxn>
                </a:cxnLst>
                <a:rect l="0" t="0" r="r" b="b"/>
                <a:pathLst>
                  <a:path w="2" h="3039">
                    <a:moveTo>
                      <a:pt x="0" y="0"/>
                    </a:moveTo>
                    <a:lnTo>
                      <a:pt x="0" y="3039"/>
                    </a:lnTo>
                  </a:path>
                </a:pathLst>
              </a:custGeom>
              <a:noFill/>
              <a:ln w="6350">
                <a:solidFill>
                  <a:srgbClr val="939598"/>
                </a:solidFill>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778" name="Group 1049"/>
            <p:cNvGrpSpPr>
              <a:grpSpLocks/>
            </p:cNvGrpSpPr>
            <p:nvPr/>
          </p:nvGrpSpPr>
          <p:grpSpPr bwMode="auto">
            <a:xfrm>
              <a:off x="2412" y="3158"/>
              <a:ext cx="2" cy="43"/>
              <a:chOff x="2412" y="3158"/>
              <a:chExt cx="2" cy="43"/>
            </a:xfrm>
          </p:grpSpPr>
          <p:sp>
            <p:nvSpPr>
              <p:cNvPr id="819" name="Freeform 1050"/>
              <p:cNvSpPr>
                <a:spLocks/>
              </p:cNvSpPr>
              <p:nvPr/>
            </p:nvSpPr>
            <p:spPr bwMode="auto">
              <a:xfrm>
                <a:off x="2412" y="3158"/>
                <a:ext cx="2" cy="43"/>
              </a:xfrm>
              <a:custGeom>
                <a:avLst/>
                <a:gdLst>
                  <a:gd name="T0" fmla="*/ 0 w 2"/>
                  <a:gd name="T1" fmla="*/ 3158 h 43"/>
                  <a:gd name="T2" fmla="*/ 0 w 2"/>
                  <a:gd name="T3" fmla="*/ 3201 h 43"/>
                  <a:gd name="T4" fmla="*/ 0 60000 65536"/>
                  <a:gd name="T5" fmla="*/ 0 60000 65536"/>
                </a:gdLst>
                <a:ahLst/>
                <a:cxnLst>
                  <a:cxn ang="T4">
                    <a:pos x="T0" y="T1"/>
                  </a:cxn>
                  <a:cxn ang="T5">
                    <a:pos x="T2" y="T3"/>
                  </a:cxn>
                </a:cxnLst>
                <a:rect l="0" t="0" r="r" b="b"/>
                <a:pathLst>
                  <a:path w="2" h="43">
                    <a:moveTo>
                      <a:pt x="0" y="0"/>
                    </a:moveTo>
                    <a:lnTo>
                      <a:pt x="0" y="43"/>
                    </a:lnTo>
                  </a:path>
                </a:pathLst>
              </a:custGeom>
              <a:noFill/>
              <a:ln w="6350">
                <a:solidFill>
                  <a:srgbClr val="939598"/>
                </a:solidFill>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779" name="Group 1047"/>
            <p:cNvGrpSpPr>
              <a:grpSpLocks/>
            </p:cNvGrpSpPr>
            <p:nvPr/>
          </p:nvGrpSpPr>
          <p:grpSpPr bwMode="auto">
            <a:xfrm>
              <a:off x="3634" y="3158"/>
              <a:ext cx="2" cy="43"/>
              <a:chOff x="3634" y="3158"/>
              <a:chExt cx="2" cy="43"/>
            </a:xfrm>
          </p:grpSpPr>
          <p:sp>
            <p:nvSpPr>
              <p:cNvPr id="818" name="Freeform 1048"/>
              <p:cNvSpPr>
                <a:spLocks/>
              </p:cNvSpPr>
              <p:nvPr/>
            </p:nvSpPr>
            <p:spPr bwMode="auto">
              <a:xfrm>
                <a:off x="3634" y="3158"/>
                <a:ext cx="2" cy="43"/>
              </a:xfrm>
              <a:custGeom>
                <a:avLst/>
                <a:gdLst>
                  <a:gd name="T0" fmla="*/ 0 w 2"/>
                  <a:gd name="T1" fmla="*/ 3158 h 43"/>
                  <a:gd name="T2" fmla="*/ 0 w 2"/>
                  <a:gd name="T3" fmla="*/ 3201 h 43"/>
                  <a:gd name="T4" fmla="*/ 0 60000 65536"/>
                  <a:gd name="T5" fmla="*/ 0 60000 65536"/>
                </a:gdLst>
                <a:ahLst/>
                <a:cxnLst>
                  <a:cxn ang="T4">
                    <a:pos x="T0" y="T1"/>
                  </a:cxn>
                  <a:cxn ang="T5">
                    <a:pos x="T2" y="T3"/>
                  </a:cxn>
                </a:cxnLst>
                <a:rect l="0" t="0" r="r" b="b"/>
                <a:pathLst>
                  <a:path w="2" h="43">
                    <a:moveTo>
                      <a:pt x="0" y="0"/>
                    </a:moveTo>
                    <a:lnTo>
                      <a:pt x="0" y="43"/>
                    </a:lnTo>
                  </a:path>
                </a:pathLst>
              </a:custGeom>
              <a:noFill/>
              <a:ln w="6350">
                <a:solidFill>
                  <a:srgbClr val="939598"/>
                </a:solidFill>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780" name="Group 1045"/>
            <p:cNvGrpSpPr>
              <a:grpSpLocks/>
            </p:cNvGrpSpPr>
            <p:nvPr/>
          </p:nvGrpSpPr>
          <p:grpSpPr bwMode="auto">
            <a:xfrm>
              <a:off x="4838" y="3158"/>
              <a:ext cx="2" cy="43"/>
              <a:chOff x="4838" y="3158"/>
              <a:chExt cx="2" cy="43"/>
            </a:xfrm>
          </p:grpSpPr>
          <p:sp>
            <p:nvSpPr>
              <p:cNvPr id="817" name="Freeform 1046"/>
              <p:cNvSpPr>
                <a:spLocks/>
              </p:cNvSpPr>
              <p:nvPr/>
            </p:nvSpPr>
            <p:spPr bwMode="auto">
              <a:xfrm>
                <a:off x="4838" y="3158"/>
                <a:ext cx="2" cy="43"/>
              </a:xfrm>
              <a:custGeom>
                <a:avLst/>
                <a:gdLst>
                  <a:gd name="T0" fmla="*/ 0 w 2"/>
                  <a:gd name="T1" fmla="*/ 3158 h 43"/>
                  <a:gd name="T2" fmla="*/ 0 w 2"/>
                  <a:gd name="T3" fmla="*/ 3201 h 43"/>
                  <a:gd name="T4" fmla="*/ 0 60000 65536"/>
                  <a:gd name="T5" fmla="*/ 0 60000 65536"/>
                </a:gdLst>
                <a:ahLst/>
                <a:cxnLst>
                  <a:cxn ang="T4">
                    <a:pos x="T0" y="T1"/>
                  </a:cxn>
                  <a:cxn ang="T5">
                    <a:pos x="T2" y="T3"/>
                  </a:cxn>
                </a:cxnLst>
                <a:rect l="0" t="0" r="r" b="b"/>
                <a:pathLst>
                  <a:path w="2" h="43">
                    <a:moveTo>
                      <a:pt x="0" y="0"/>
                    </a:moveTo>
                    <a:lnTo>
                      <a:pt x="0" y="43"/>
                    </a:lnTo>
                  </a:path>
                </a:pathLst>
              </a:custGeom>
              <a:noFill/>
              <a:ln w="6350">
                <a:solidFill>
                  <a:srgbClr val="939598"/>
                </a:solidFill>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781" name="Group 1043"/>
            <p:cNvGrpSpPr>
              <a:grpSpLocks/>
            </p:cNvGrpSpPr>
            <p:nvPr/>
          </p:nvGrpSpPr>
          <p:grpSpPr bwMode="auto">
            <a:xfrm>
              <a:off x="6060" y="3158"/>
              <a:ext cx="2" cy="43"/>
              <a:chOff x="6060" y="3158"/>
              <a:chExt cx="2" cy="43"/>
            </a:xfrm>
          </p:grpSpPr>
          <p:sp>
            <p:nvSpPr>
              <p:cNvPr id="816" name="Freeform 1044"/>
              <p:cNvSpPr>
                <a:spLocks/>
              </p:cNvSpPr>
              <p:nvPr/>
            </p:nvSpPr>
            <p:spPr bwMode="auto">
              <a:xfrm>
                <a:off x="6060" y="3158"/>
                <a:ext cx="2" cy="43"/>
              </a:xfrm>
              <a:custGeom>
                <a:avLst/>
                <a:gdLst>
                  <a:gd name="T0" fmla="*/ 0 w 2"/>
                  <a:gd name="T1" fmla="*/ 3158 h 43"/>
                  <a:gd name="T2" fmla="*/ 0 w 2"/>
                  <a:gd name="T3" fmla="*/ 3201 h 43"/>
                  <a:gd name="T4" fmla="*/ 0 60000 65536"/>
                  <a:gd name="T5" fmla="*/ 0 60000 65536"/>
                </a:gdLst>
                <a:ahLst/>
                <a:cxnLst>
                  <a:cxn ang="T4">
                    <a:pos x="T0" y="T1"/>
                  </a:cxn>
                  <a:cxn ang="T5">
                    <a:pos x="T2" y="T3"/>
                  </a:cxn>
                </a:cxnLst>
                <a:rect l="0" t="0" r="r" b="b"/>
                <a:pathLst>
                  <a:path w="2" h="43">
                    <a:moveTo>
                      <a:pt x="0" y="0"/>
                    </a:moveTo>
                    <a:lnTo>
                      <a:pt x="0" y="43"/>
                    </a:lnTo>
                  </a:path>
                </a:pathLst>
              </a:custGeom>
              <a:noFill/>
              <a:ln w="6350">
                <a:solidFill>
                  <a:srgbClr val="939598"/>
                </a:solidFill>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782" name="Group 1041"/>
            <p:cNvGrpSpPr>
              <a:grpSpLocks/>
            </p:cNvGrpSpPr>
            <p:nvPr/>
          </p:nvGrpSpPr>
          <p:grpSpPr bwMode="auto">
            <a:xfrm>
              <a:off x="7258" y="3158"/>
              <a:ext cx="2" cy="43"/>
              <a:chOff x="7258" y="3158"/>
              <a:chExt cx="2" cy="43"/>
            </a:xfrm>
          </p:grpSpPr>
          <p:sp>
            <p:nvSpPr>
              <p:cNvPr id="815" name="Freeform 1042"/>
              <p:cNvSpPr>
                <a:spLocks/>
              </p:cNvSpPr>
              <p:nvPr/>
            </p:nvSpPr>
            <p:spPr bwMode="auto">
              <a:xfrm>
                <a:off x="7258" y="3158"/>
                <a:ext cx="2" cy="43"/>
              </a:xfrm>
              <a:custGeom>
                <a:avLst/>
                <a:gdLst>
                  <a:gd name="T0" fmla="*/ 0 w 2"/>
                  <a:gd name="T1" fmla="*/ 3158 h 43"/>
                  <a:gd name="T2" fmla="*/ 0 w 2"/>
                  <a:gd name="T3" fmla="*/ 3201 h 43"/>
                  <a:gd name="T4" fmla="*/ 0 60000 65536"/>
                  <a:gd name="T5" fmla="*/ 0 60000 65536"/>
                </a:gdLst>
                <a:ahLst/>
                <a:cxnLst>
                  <a:cxn ang="T4">
                    <a:pos x="T0" y="T1"/>
                  </a:cxn>
                  <a:cxn ang="T5">
                    <a:pos x="T2" y="T3"/>
                  </a:cxn>
                </a:cxnLst>
                <a:rect l="0" t="0" r="r" b="b"/>
                <a:pathLst>
                  <a:path w="2" h="43">
                    <a:moveTo>
                      <a:pt x="0" y="0"/>
                    </a:moveTo>
                    <a:lnTo>
                      <a:pt x="0" y="43"/>
                    </a:lnTo>
                  </a:path>
                </a:pathLst>
              </a:custGeom>
              <a:noFill/>
              <a:ln w="6350">
                <a:solidFill>
                  <a:srgbClr val="939598"/>
                </a:solidFill>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783" name="Group 1039"/>
            <p:cNvGrpSpPr>
              <a:grpSpLocks/>
            </p:cNvGrpSpPr>
            <p:nvPr/>
          </p:nvGrpSpPr>
          <p:grpSpPr bwMode="auto">
            <a:xfrm>
              <a:off x="8481" y="3158"/>
              <a:ext cx="2" cy="43"/>
              <a:chOff x="8481" y="3158"/>
              <a:chExt cx="2" cy="43"/>
            </a:xfrm>
          </p:grpSpPr>
          <p:sp>
            <p:nvSpPr>
              <p:cNvPr id="814" name="Freeform 1040"/>
              <p:cNvSpPr>
                <a:spLocks/>
              </p:cNvSpPr>
              <p:nvPr/>
            </p:nvSpPr>
            <p:spPr bwMode="auto">
              <a:xfrm>
                <a:off x="8481" y="3158"/>
                <a:ext cx="2" cy="43"/>
              </a:xfrm>
              <a:custGeom>
                <a:avLst/>
                <a:gdLst>
                  <a:gd name="T0" fmla="*/ 0 w 2"/>
                  <a:gd name="T1" fmla="*/ 3158 h 43"/>
                  <a:gd name="T2" fmla="*/ 0 w 2"/>
                  <a:gd name="T3" fmla="*/ 3201 h 43"/>
                  <a:gd name="T4" fmla="*/ 0 60000 65536"/>
                  <a:gd name="T5" fmla="*/ 0 60000 65536"/>
                </a:gdLst>
                <a:ahLst/>
                <a:cxnLst>
                  <a:cxn ang="T4">
                    <a:pos x="T0" y="T1"/>
                  </a:cxn>
                  <a:cxn ang="T5">
                    <a:pos x="T2" y="T3"/>
                  </a:cxn>
                </a:cxnLst>
                <a:rect l="0" t="0" r="r" b="b"/>
                <a:pathLst>
                  <a:path w="2" h="43">
                    <a:moveTo>
                      <a:pt x="0" y="0"/>
                    </a:moveTo>
                    <a:lnTo>
                      <a:pt x="0" y="43"/>
                    </a:lnTo>
                  </a:path>
                </a:pathLst>
              </a:custGeom>
              <a:noFill/>
              <a:ln w="6350">
                <a:solidFill>
                  <a:srgbClr val="939598"/>
                </a:solidFill>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784" name="Group 1037"/>
            <p:cNvGrpSpPr>
              <a:grpSpLocks/>
            </p:cNvGrpSpPr>
            <p:nvPr/>
          </p:nvGrpSpPr>
          <p:grpSpPr bwMode="auto">
            <a:xfrm>
              <a:off x="9702" y="165"/>
              <a:ext cx="2" cy="3036"/>
              <a:chOff x="9702" y="165"/>
              <a:chExt cx="2" cy="3036"/>
            </a:xfrm>
          </p:grpSpPr>
          <p:sp>
            <p:nvSpPr>
              <p:cNvPr id="813" name="Freeform 1038"/>
              <p:cNvSpPr>
                <a:spLocks/>
              </p:cNvSpPr>
              <p:nvPr/>
            </p:nvSpPr>
            <p:spPr bwMode="auto">
              <a:xfrm>
                <a:off x="9702" y="165"/>
                <a:ext cx="2" cy="3036"/>
              </a:xfrm>
              <a:custGeom>
                <a:avLst/>
                <a:gdLst>
                  <a:gd name="T0" fmla="*/ 0 w 2"/>
                  <a:gd name="T1" fmla="*/ 165 h 3036"/>
                  <a:gd name="T2" fmla="*/ 0 w 2"/>
                  <a:gd name="T3" fmla="*/ 3201 h 3036"/>
                  <a:gd name="T4" fmla="*/ 0 60000 65536"/>
                  <a:gd name="T5" fmla="*/ 0 60000 65536"/>
                </a:gdLst>
                <a:ahLst/>
                <a:cxnLst>
                  <a:cxn ang="T4">
                    <a:pos x="T0" y="T1"/>
                  </a:cxn>
                  <a:cxn ang="T5">
                    <a:pos x="T2" y="T3"/>
                  </a:cxn>
                </a:cxnLst>
                <a:rect l="0" t="0" r="r" b="b"/>
                <a:pathLst>
                  <a:path w="2" h="3036">
                    <a:moveTo>
                      <a:pt x="0" y="0"/>
                    </a:moveTo>
                    <a:lnTo>
                      <a:pt x="0" y="3036"/>
                    </a:lnTo>
                  </a:path>
                </a:pathLst>
              </a:custGeom>
              <a:noFill/>
              <a:ln w="6350">
                <a:solidFill>
                  <a:srgbClr val="939598"/>
                </a:solidFill>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785" name="Group 1035"/>
            <p:cNvGrpSpPr>
              <a:grpSpLocks/>
            </p:cNvGrpSpPr>
            <p:nvPr/>
          </p:nvGrpSpPr>
          <p:grpSpPr bwMode="auto">
            <a:xfrm>
              <a:off x="1570" y="1520"/>
              <a:ext cx="123" cy="1638"/>
              <a:chOff x="1570" y="1520"/>
              <a:chExt cx="123" cy="1638"/>
            </a:xfrm>
          </p:grpSpPr>
          <p:sp>
            <p:nvSpPr>
              <p:cNvPr id="812" name="Freeform 1036"/>
              <p:cNvSpPr>
                <a:spLocks/>
              </p:cNvSpPr>
              <p:nvPr/>
            </p:nvSpPr>
            <p:spPr bwMode="auto">
              <a:xfrm>
                <a:off x="1570" y="1520"/>
                <a:ext cx="123" cy="1638"/>
              </a:xfrm>
              <a:custGeom>
                <a:avLst/>
                <a:gdLst>
                  <a:gd name="T0" fmla="*/ 0 w 123"/>
                  <a:gd name="T1" fmla="*/ 3158 h 1638"/>
                  <a:gd name="T2" fmla="*/ 123 w 123"/>
                  <a:gd name="T3" fmla="*/ 3158 h 1638"/>
                  <a:gd name="T4" fmla="*/ 123 w 123"/>
                  <a:gd name="T5" fmla="*/ 1520 h 1638"/>
                  <a:gd name="T6" fmla="*/ 0 w 123"/>
                  <a:gd name="T7" fmla="*/ 1520 h 1638"/>
                  <a:gd name="T8" fmla="*/ 0 w 123"/>
                  <a:gd name="T9" fmla="*/ 3158 h 163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3" h="1638">
                    <a:moveTo>
                      <a:pt x="0" y="1638"/>
                    </a:moveTo>
                    <a:lnTo>
                      <a:pt x="123" y="1638"/>
                    </a:lnTo>
                    <a:lnTo>
                      <a:pt x="123" y="0"/>
                    </a:lnTo>
                    <a:lnTo>
                      <a:pt x="0" y="0"/>
                    </a:lnTo>
                    <a:lnTo>
                      <a:pt x="0" y="16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786" name="Group 1033"/>
            <p:cNvGrpSpPr>
              <a:grpSpLocks/>
            </p:cNvGrpSpPr>
            <p:nvPr/>
          </p:nvGrpSpPr>
          <p:grpSpPr bwMode="auto">
            <a:xfrm>
              <a:off x="1901" y="1860"/>
              <a:ext cx="123" cy="1298"/>
              <a:chOff x="1901" y="1860"/>
              <a:chExt cx="123" cy="1298"/>
            </a:xfrm>
          </p:grpSpPr>
          <p:sp>
            <p:nvSpPr>
              <p:cNvPr id="811" name="Freeform 1034"/>
              <p:cNvSpPr>
                <a:spLocks/>
              </p:cNvSpPr>
              <p:nvPr/>
            </p:nvSpPr>
            <p:spPr bwMode="auto">
              <a:xfrm>
                <a:off x="1901" y="1860"/>
                <a:ext cx="123" cy="1298"/>
              </a:xfrm>
              <a:custGeom>
                <a:avLst/>
                <a:gdLst>
                  <a:gd name="T0" fmla="*/ 0 w 123"/>
                  <a:gd name="T1" fmla="*/ 3158 h 1298"/>
                  <a:gd name="T2" fmla="*/ 123 w 123"/>
                  <a:gd name="T3" fmla="*/ 3158 h 1298"/>
                  <a:gd name="T4" fmla="*/ 123 w 123"/>
                  <a:gd name="T5" fmla="*/ 1860 h 1298"/>
                  <a:gd name="T6" fmla="*/ 0 w 123"/>
                  <a:gd name="T7" fmla="*/ 1860 h 1298"/>
                  <a:gd name="T8" fmla="*/ 0 w 123"/>
                  <a:gd name="T9" fmla="*/ 3158 h 129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3" h="1298">
                    <a:moveTo>
                      <a:pt x="0" y="1298"/>
                    </a:moveTo>
                    <a:lnTo>
                      <a:pt x="123" y="1298"/>
                    </a:lnTo>
                    <a:lnTo>
                      <a:pt x="123" y="0"/>
                    </a:lnTo>
                    <a:lnTo>
                      <a:pt x="0" y="0"/>
                    </a:lnTo>
                    <a:lnTo>
                      <a:pt x="0" y="1298"/>
                    </a:lnTo>
                    <a:close/>
                  </a:path>
                </a:pathLst>
              </a:custGeom>
              <a:solidFill>
                <a:srgbClr val="00428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787" name="Group 1031"/>
            <p:cNvGrpSpPr>
              <a:grpSpLocks/>
            </p:cNvGrpSpPr>
            <p:nvPr/>
          </p:nvGrpSpPr>
          <p:grpSpPr bwMode="auto">
            <a:xfrm>
              <a:off x="2786" y="2143"/>
              <a:ext cx="123" cy="1015"/>
              <a:chOff x="2786" y="2143"/>
              <a:chExt cx="123" cy="1015"/>
            </a:xfrm>
          </p:grpSpPr>
          <p:sp>
            <p:nvSpPr>
              <p:cNvPr id="810" name="Freeform 1032"/>
              <p:cNvSpPr>
                <a:spLocks/>
              </p:cNvSpPr>
              <p:nvPr/>
            </p:nvSpPr>
            <p:spPr bwMode="auto">
              <a:xfrm>
                <a:off x="2786" y="2143"/>
                <a:ext cx="123" cy="1015"/>
              </a:xfrm>
              <a:custGeom>
                <a:avLst/>
                <a:gdLst>
                  <a:gd name="T0" fmla="*/ 0 w 123"/>
                  <a:gd name="T1" fmla="*/ 3158 h 1015"/>
                  <a:gd name="T2" fmla="*/ 123 w 123"/>
                  <a:gd name="T3" fmla="*/ 3158 h 1015"/>
                  <a:gd name="T4" fmla="*/ 123 w 123"/>
                  <a:gd name="T5" fmla="*/ 2143 h 1015"/>
                  <a:gd name="T6" fmla="*/ 0 w 123"/>
                  <a:gd name="T7" fmla="*/ 2143 h 1015"/>
                  <a:gd name="T8" fmla="*/ 0 w 123"/>
                  <a:gd name="T9" fmla="*/ 3158 h 101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3" h="1015">
                    <a:moveTo>
                      <a:pt x="0" y="1015"/>
                    </a:moveTo>
                    <a:lnTo>
                      <a:pt x="123" y="1015"/>
                    </a:lnTo>
                    <a:lnTo>
                      <a:pt x="123" y="0"/>
                    </a:lnTo>
                    <a:lnTo>
                      <a:pt x="0" y="0"/>
                    </a:lnTo>
                    <a:lnTo>
                      <a:pt x="0" y="101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788" name="Group 1029"/>
            <p:cNvGrpSpPr>
              <a:grpSpLocks/>
            </p:cNvGrpSpPr>
            <p:nvPr/>
          </p:nvGrpSpPr>
          <p:grpSpPr bwMode="auto">
            <a:xfrm>
              <a:off x="3117" y="2789"/>
              <a:ext cx="123" cy="368"/>
              <a:chOff x="3117" y="2789"/>
              <a:chExt cx="123" cy="368"/>
            </a:xfrm>
          </p:grpSpPr>
          <p:sp>
            <p:nvSpPr>
              <p:cNvPr id="809" name="Freeform 1030"/>
              <p:cNvSpPr>
                <a:spLocks/>
              </p:cNvSpPr>
              <p:nvPr/>
            </p:nvSpPr>
            <p:spPr bwMode="auto">
              <a:xfrm>
                <a:off x="3117" y="2789"/>
                <a:ext cx="123" cy="368"/>
              </a:xfrm>
              <a:custGeom>
                <a:avLst/>
                <a:gdLst>
                  <a:gd name="T0" fmla="*/ 0 w 123"/>
                  <a:gd name="T1" fmla="*/ 3158 h 368"/>
                  <a:gd name="T2" fmla="*/ 123 w 123"/>
                  <a:gd name="T3" fmla="*/ 3158 h 368"/>
                  <a:gd name="T4" fmla="*/ 123 w 123"/>
                  <a:gd name="T5" fmla="*/ 2789 h 368"/>
                  <a:gd name="T6" fmla="*/ 0 w 123"/>
                  <a:gd name="T7" fmla="*/ 2789 h 368"/>
                  <a:gd name="T8" fmla="*/ 0 w 123"/>
                  <a:gd name="T9" fmla="*/ 3158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3" h="368">
                    <a:moveTo>
                      <a:pt x="0" y="369"/>
                    </a:moveTo>
                    <a:lnTo>
                      <a:pt x="123" y="369"/>
                    </a:lnTo>
                    <a:lnTo>
                      <a:pt x="123" y="0"/>
                    </a:lnTo>
                    <a:lnTo>
                      <a:pt x="0" y="0"/>
                    </a:lnTo>
                    <a:lnTo>
                      <a:pt x="0" y="369"/>
                    </a:lnTo>
                    <a:close/>
                  </a:path>
                </a:pathLst>
              </a:custGeom>
              <a:solidFill>
                <a:srgbClr val="00428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789" name="Group 1027"/>
            <p:cNvGrpSpPr>
              <a:grpSpLocks/>
            </p:cNvGrpSpPr>
            <p:nvPr/>
          </p:nvGrpSpPr>
          <p:grpSpPr bwMode="auto">
            <a:xfrm>
              <a:off x="3989" y="624"/>
              <a:ext cx="123" cy="2534"/>
              <a:chOff x="3989" y="624"/>
              <a:chExt cx="123" cy="2534"/>
            </a:xfrm>
          </p:grpSpPr>
          <p:sp>
            <p:nvSpPr>
              <p:cNvPr id="808" name="Freeform 1028"/>
              <p:cNvSpPr>
                <a:spLocks/>
              </p:cNvSpPr>
              <p:nvPr/>
            </p:nvSpPr>
            <p:spPr bwMode="auto">
              <a:xfrm>
                <a:off x="3989" y="624"/>
                <a:ext cx="123" cy="2534"/>
              </a:xfrm>
              <a:custGeom>
                <a:avLst/>
                <a:gdLst>
                  <a:gd name="T0" fmla="*/ 0 w 123"/>
                  <a:gd name="T1" fmla="*/ 3158 h 2534"/>
                  <a:gd name="T2" fmla="*/ 123 w 123"/>
                  <a:gd name="T3" fmla="*/ 3158 h 2534"/>
                  <a:gd name="T4" fmla="*/ 123 w 123"/>
                  <a:gd name="T5" fmla="*/ 624 h 2534"/>
                  <a:gd name="T6" fmla="*/ 0 w 123"/>
                  <a:gd name="T7" fmla="*/ 624 h 2534"/>
                  <a:gd name="T8" fmla="*/ 0 w 123"/>
                  <a:gd name="T9" fmla="*/ 3158 h 253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3" h="2534">
                    <a:moveTo>
                      <a:pt x="0" y="2534"/>
                    </a:moveTo>
                    <a:lnTo>
                      <a:pt x="123" y="2534"/>
                    </a:lnTo>
                    <a:lnTo>
                      <a:pt x="123" y="0"/>
                    </a:lnTo>
                    <a:lnTo>
                      <a:pt x="0" y="0"/>
                    </a:lnTo>
                    <a:lnTo>
                      <a:pt x="0" y="253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790" name="Group 1025"/>
            <p:cNvGrpSpPr>
              <a:grpSpLocks/>
            </p:cNvGrpSpPr>
            <p:nvPr/>
          </p:nvGrpSpPr>
          <p:grpSpPr bwMode="auto">
            <a:xfrm>
              <a:off x="4320" y="817"/>
              <a:ext cx="123" cy="2341"/>
              <a:chOff x="4320" y="817"/>
              <a:chExt cx="123" cy="2341"/>
            </a:xfrm>
          </p:grpSpPr>
          <p:sp>
            <p:nvSpPr>
              <p:cNvPr id="807" name="Freeform 1026"/>
              <p:cNvSpPr>
                <a:spLocks/>
              </p:cNvSpPr>
              <p:nvPr/>
            </p:nvSpPr>
            <p:spPr bwMode="auto">
              <a:xfrm>
                <a:off x="4320" y="817"/>
                <a:ext cx="123" cy="2341"/>
              </a:xfrm>
              <a:custGeom>
                <a:avLst/>
                <a:gdLst>
                  <a:gd name="T0" fmla="*/ 0 w 123"/>
                  <a:gd name="T1" fmla="*/ 3158 h 2341"/>
                  <a:gd name="T2" fmla="*/ 123 w 123"/>
                  <a:gd name="T3" fmla="*/ 3158 h 2341"/>
                  <a:gd name="T4" fmla="*/ 123 w 123"/>
                  <a:gd name="T5" fmla="*/ 817 h 2341"/>
                  <a:gd name="T6" fmla="*/ 0 w 123"/>
                  <a:gd name="T7" fmla="*/ 817 h 2341"/>
                  <a:gd name="T8" fmla="*/ 0 w 123"/>
                  <a:gd name="T9" fmla="*/ 3158 h 234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3" h="2341">
                    <a:moveTo>
                      <a:pt x="0" y="2341"/>
                    </a:moveTo>
                    <a:lnTo>
                      <a:pt x="123" y="2341"/>
                    </a:lnTo>
                    <a:lnTo>
                      <a:pt x="123" y="0"/>
                    </a:lnTo>
                    <a:lnTo>
                      <a:pt x="0" y="0"/>
                    </a:lnTo>
                    <a:lnTo>
                      <a:pt x="0" y="2341"/>
                    </a:lnTo>
                    <a:close/>
                  </a:path>
                </a:pathLst>
              </a:custGeom>
              <a:solidFill>
                <a:srgbClr val="00428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791" name="Group 1023"/>
            <p:cNvGrpSpPr>
              <a:grpSpLocks/>
            </p:cNvGrpSpPr>
            <p:nvPr/>
          </p:nvGrpSpPr>
          <p:grpSpPr bwMode="auto">
            <a:xfrm>
              <a:off x="5205" y="2081"/>
              <a:ext cx="123" cy="1077"/>
              <a:chOff x="5205" y="2081"/>
              <a:chExt cx="123" cy="1077"/>
            </a:xfrm>
          </p:grpSpPr>
          <p:sp>
            <p:nvSpPr>
              <p:cNvPr id="806" name="Freeform 1024"/>
              <p:cNvSpPr>
                <a:spLocks/>
              </p:cNvSpPr>
              <p:nvPr/>
            </p:nvSpPr>
            <p:spPr bwMode="auto">
              <a:xfrm>
                <a:off x="5205" y="2081"/>
                <a:ext cx="123" cy="1077"/>
              </a:xfrm>
              <a:custGeom>
                <a:avLst/>
                <a:gdLst>
                  <a:gd name="T0" fmla="*/ 0 w 123"/>
                  <a:gd name="T1" fmla="*/ 3158 h 1077"/>
                  <a:gd name="T2" fmla="*/ 123 w 123"/>
                  <a:gd name="T3" fmla="*/ 3158 h 1077"/>
                  <a:gd name="T4" fmla="*/ 123 w 123"/>
                  <a:gd name="T5" fmla="*/ 2081 h 1077"/>
                  <a:gd name="T6" fmla="*/ 0 w 123"/>
                  <a:gd name="T7" fmla="*/ 2081 h 1077"/>
                  <a:gd name="T8" fmla="*/ 0 w 123"/>
                  <a:gd name="T9" fmla="*/ 3158 h 107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3" h="1077">
                    <a:moveTo>
                      <a:pt x="0" y="1077"/>
                    </a:moveTo>
                    <a:lnTo>
                      <a:pt x="123" y="1077"/>
                    </a:lnTo>
                    <a:lnTo>
                      <a:pt x="123" y="0"/>
                    </a:lnTo>
                    <a:lnTo>
                      <a:pt x="0" y="0"/>
                    </a:lnTo>
                    <a:lnTo>
                      <a:pt x="0" y="107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792" name="Group 1021"/>
            <p:cNvGrpSpPr>
              <a:grpSpLocks/>
            </p:cNvGrpSpPr>
            <p:nvPr/>
          </p:nvGrpSpPr>
          <p:grpSpPr bwMode="auto">
            <a:xfrm>
              <a:off x="5536" y="2523"/>
              <a:ext cx="123" cy="635"/>
              <a:chOff x="5536" y="2523"/>
              <a:chExt cx="123" cy="635"/>
            </a:xfrm>
          </p:grpSpPr>
          <p:sp>
            <p:nvSpPr>
              <p:cNvPr id="805" name="Freeform 1022"/>
              <p:cNvSpPr>
                <a:spLocks/>
              </p:cNvSpPr>
              <p:nvPr/>
            </p:nvSpPr>
            <p:spPr bwMode="auto">
              <a:xfrm>
                <a:off x="5536" y="2523"/>
                <a:ext cx="123" cy="635"/>
              </a:xfrm>
              <a:custGeom>
                <a:avLst/>
                <a:gdLst>
                  <a:gd name="T0" fmla="*/ 0 w 123"/>
                  <a:gd name="T1" fmla="*/ 3158 h 635"/>
                  <a:gd name="T2" fmla="*/ 123 w 123"/>
                  <a:gd name="T3" fmla="*/ 3158 h 635"/>
                  <a:gd name="T4" fmla="*/ 123 w 123"/>
                  <a:gd name="T5" fmla="*/ 2523 h 635"/>
                  <a:gd name="T6" fmla="*/ 0 w 123"/>
                  <a:gd name="T7" fmla="*/ 2523 h 635"/>
                  <a:gd name="T8" fmla="*/ 0 w 123"/>
                  <a:gd name="T9" fmla="*/ 3158 h 6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3" h="635">
                    <a:moveTo>
                      <a:pt x="0" y="635"/>
                    </a:moveTo>
                    <a:lnTo>
                      <a:pt x="123" y="635"/>
                    </a:lnTo>
                    <a:lnTo>
                      <a:pt x="123" y="0"/>
                    </a:lnTo>
                    <a:lnTo>
                      <a:pt x="0" y="0"/>
                    </a:lnTo>
                    <a:lnTo>
                      <a:pt x="0" y="635"/>
                    </a:lnTo>
                    <a:close/>
                  </a:path>
                </a:pathLst>
              </a:custGeom>
              <a:solidFill>
                <a:srgbClr val="00428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793" name="Group 1019"/>
            <p:cNvGrpSpPr>
              <a:grpSpLocks/>
            </p:cNvGrpSpPr>
            <p:nvPr/>
          </p:nvGrpSpPr>
          <p:grpSpPr bwMode="auto">
            <a:xfrm>
              <a:off x="6415" y="2274"/>
              <a:ext cx="123" cy="884"/>
              <a:chOff x="6415" y="2274"/>
              <a:chExt cx="123" cy="884"/>
            </a:xfrm>
          </p:grpSpPr>
          <p:sp>
            <p:nvSpPr>
              <p:cNvPr id="804" name="Freeform 1020"/>
              <p:cNvSpPr>
                <a:spLocks/>
              </p:cNvSpPr>
              <p:nvPr/>
            </p:nvSpPr>
            <p:spPr bwMode="auto">
              <a:xfrm>
                <a:off x="6415" y="2274"/>
                <a:ext cx="123" cy="884"/>
              </a:xfrm>
              <a:custGeom>
                <a:avLst/>
                <a:gdLst>
                  <a:gd name="T0" fmla="*/ 0 w 123"/>
                  <a:gd name="T1" fmla="*/ 3158 h 884"/>
                  <a:gd name="T2" fmla="*/ 122 w 123"/>
                  <a:gd name="T3" fmla="*/ 3158 h 884"/>
                  <a:gd name="T4" fmla="*/ 122 w 123"/>
                  <a:gd name="T5" fmla="*/ 2274 h 884"/>
                  <a:gd name="T6" fmla="*/ 0 w 123"/>
                  <a:gd name="T7" fmla="*/ 2274 h 884"/>
                  <a:gd name="T8" fmla="*/ 0 w 123"/>
                  <a:gd name="T9" fmla="*/ 3158 h 88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3" h="884">
                    <a:moveTo>
                      <a:pt x="0" y="884"/>
                    </a:moveTo>
                    <a:lnTo>
                      <a:pt x="122" y="884"/>
                    </a:lnTo>
                    <a:lnTo>
                      <a:pt x="122" y="0"/>
                    </a:lnTo>
                    <a:lnTo>
                      <a:pt x="0" y="0"/>
                    </a:lnTo>
                    <a:lnTo>
                      <a:pt x="0" y="88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794" name="Group 1017"/>
            <p:cNvGrpSpPr>
              <a:grpSpLocks/>
            </p:cNvGrpSpPr>
            <p:nvPr/>
          </p:nvGrpSpPr>
          <p:grpSpPr bwMode="auto">
            <a:xfrm>
              <a:off x="6746" y="2721"/>
              <a:ext cx="123" cy="436"/>
              <a:chOff x="6746" y="2721"/>
              <a:chExt cx="123" cy="436"/>
            </a:xfrm>
          </p:grpSpPr>
          <p:sp>
            <p:nvSpPr>
              <p:cNvPr id="803" name="Freeform 1018"/>
              <p:cNvSpPr>
                <a:spLocks/>
              </p:cNvSpPr>
              <p:nvPr/>
            </p:nvSpPr>
            <p:spPr bwMode="auto">
              <a:xfrm>
                <a:off x="6746" y="2721"/>
                <a:ext cx="123" cy="436"/>
              </a:xfrm>
              <a:custGeom>
                <a:avLst/>
                <a:gdLst>
                  <a:gd name="T0" fmla="*/ 0 w 123"/>
                  <a:gd name="T1" fmla="*/ 3158 h 436"/>
                  <a:gd name="T2" fmla="*/ 122 w 123"/>
                  <a:gd name="T3" fmla="*/ 3158 h 436"/>
                  <a:gd name="T4" fmla="*/ 122 w 123"/>
                  <a:gd name="T5" fmla="*/ 2721 h 436"/>
                  <a:gd name="T6" fmla="*/ 0 w 123"/>
                  <a:gd name="T7" fmla="*/ 2721 h 436"/>
                  <a:gd name="T8" fmla="*/ 0 w 123"/>
                  <a:gd name="T9" fmla="*/ 3158 h 43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3" h="436">
                    <a:moveTo>
                      <a:pt x="0" y="437"/>
                    </a:moveTo>
                    <a:lnTo>
                      <a:pt x="122" y="437"/>
                    </a:lnTo>
                    <a:lnTo>
                      <a:pt x="122" y="0"/>
                    </a:lnTo>
                    <a:lnTo>
                      <a:pt x="0" y="0"/>
                    </a:lnTo>
                    <a:lnTo>
                      <a:pt x="0" y="437"/>
                    </a:lnTo>
                    <a:close/>
                  </a:path>
                </a:pathLst>
              </a:custGeom>
              <a:solidFill>
                <a:srgbClr val="00428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795" name="Group 1015"/>
            <p:cNvGrpSpPr>
              <a:grpSpLocks/>
            </p:cNvGrpSpPr>
            <p:nvPr/>
          </p:nvGrpSpPr>
          <p:grpSpPr bwMode="auto">
            <a:xfrm>
              <a:off x="7637" y="1729"/>
              <a:ext cx="123" cy="1428"/>
              <a:chOff x="7637" y="1729"/>
              <a:chExt cx="123" cy="1428"/>
            </a:xfrm>
          </p:grpSpPr>
          <p:sp>
            <p:nvSpPr>
              <p:cNvPr id="802" name="Freeform 1016"/>
              <p:cNvSpPr>
                <a:spLocks/>
              </p:cNvSpPr>
              <p:nvPr/>
            </p:nvSpPr>
            <p:spPr bwMode="auto">
              <a:xfrm>
                <a:off x="7637" y="1729"/>
                <a:ext cx="123" cy="1428"/>
              </a:xfrm>
              <a:custGeom>
                <a:avLst/>
                <a:gdLst>
                  <a:gd name="T0" fmla="*/ 0 w 123"/>
                  <a:gd name="T1" fmla="*/ 3158 h 1428"/>
                  <a:gd name="T2" fmla="*/ 123 w 123"/>
                  <a:gd name="T3" fmla="*/ 3158 h 1428"/>
                  <a:gd name="T4" fmla="*/ 123 w 123"/>
                  <a:gd name="T5" fmla="*/ 1729 h 1428"/>
                  <a:gd name="T6" fmla="*/ 0 w 123"/>
                  <a:gd name="T7" fmla="*/ 1729 h 1428"/>
                  <a:gd name="T8" fmla="*/ 0 w 123"/>
                  <a:gd name="T9" fmla="*/ 3158 h 142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3" h="1428">
                    <a:moveTo>
                      <a:pt x="0" y="1429"/>
                    </a:moveTo>
                    <a:lnTo>
                      <a:pt x="123" y="1429"/>
                    </a:lnTo>
                    <a:lnTo>
                      <a:pt x="123" y="0"/>
                    </a:lnTo>
                    <a:lnTo>
                      <a:pt x="0" y="0"/>
                    </a:lnTo>
                    <a:lnTo>
                      <a:pt x="0" y="14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796" name="Group 1013"/>
            <p:cNvGrpSpPr>
              <a:grpSpLocks/>
            </p:cNvGrpSpPr>
            <p:nvPr/>
          </p:nvGrpSpPr>
          <p:grpSpPr bwMode="auto">
            <a:xfrm>
              <a:off x="7968" y="2143"/>
              <a:ext cx="123" cy="1015"/>
              <a:chOff x="7968" y="2143"/>
              <a:chExt cx="123" cy="1015"/>
            </a:xfrm>
          </p:grpSpPr>
          <p:sp>
            <p:nvSpPr>
              <p:cNvPr id="801" name="Freeform 1014"/>
              <p:cNvSpPr>
                <a:spLocks/>
              </p:cNvSpPr>
              <p:nvPr/>
            </p:nvSpPr>
            <p:spPr bwMode="auto">
              <a:xfrm>
                <a:off x="7968" y="2143"/>
                <a:ext cx="123" cy="1015"/>
              </a:xfrm>
              <a:custGeom>
                <a:avLst/>
                <a:gdLst>
                  <a:gd name="T0" fmla="*/ 0 w 123"/>
                  <a:gd name="T1" fmla="*/ 3158 h 1015"/>
                  <a:gd name="T2" fmla="*/ 123 w 123"/>
                  <a:gd name="T3" fmla="*/ 3158 h 1015"/>
                  <a:gd name="T4" fmla="*/ 123 w 123"/>
                  <a:gd name="T5" fmla="*/ 2143 h 1015"/>
                  <a:gd name="T6" fmla="*/ 0 w 123"/>
                  <a:gd name="T7" fmla="*/ 2143 h 1015"/>
                  <a:gd name="T8" fmla="*/ 0 w 123"/>
                  <a:gd name="T9" fmla="*/ 3158 h 101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3" h="1015">
                    <a:moveTo>
                      <a:pt x="0" y="1015"/>
                    </a:moveTo>
                    <a:lnTo>
                      <a:pt x="123" y="1015"/>
                    </a:lnTo>
                    <a:lnTo>
                      <a:pt x="123" y="0"/>
                    </a:lnTo>
                    <a:lnTo>
                      <a:pt x="0" y="0"/>
                    </a:lnTo>
                    <a:lnTo>
                      <a:pt x="0" y="1015"/>
                    </a:lnTo>
                    <a:close/>
                  </a:path>
                </a:pathLst>
              </a:custGeom>
              <a:solidFill>
                <a:srgbClr val="00428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797" name="Group 1011"/>
            <p:cNvGrpSpPr>
              <a:grpSpLocks/>
            </p:cNvGrpSpPr>
            <p:nvPr/>
          </p:nvGrpSpPr>
          <p:grpSpPr bwMode="auto">
            <a:xfrm>
              <a:off x="8847" y="1854"/>
              <a:ext cx="123" cy="1304"/>
              <a:chOff x="8847" y="1854"/>
              <a:chExt cx="123" cy="1304"/>
            </a:xfrm>
          </p:grpSpPr>
          <p:sp>
            <p:nvSpPr>
              <p:cNvPr id="800" name="Freeform 1012"/>
              <p:cNvSpPr>
                <a:spLocks/>
              </p:cNvSpPr>
              <p:nvPr/>
            </p:nvSpPr>
            <p:spPr bwMode="auto">
              <a:xfrm>
                <a:off x="8847" y="1854"/>
                <a:ext cx="123" cy="1304"/>
              </a:xfrm>
              <a:custGeom>
                <a:avLst/>
                <a:gdLst>
                  <a:gd name="T0" fmla="*/ 0 w 123"/>
                  <a:gd name="T1" fmla="*/ 3158 h 1304"/>
                  <a:gd name="T2" fmla="*/ 122 w 123"/>
                  <a:gd name="T3" fmla="*/ 3158 h 1304"/>
                  <a:gd name="T4" fmla="*/ 122 w 123"/>
                  <a:gd name="T5" fmla="*/ 1854 h 1304"/>
                  <a:gd name="T6" fmla="*/ 0 w 123"/>
                  <a:gd name="T7" fmla="*/ 1854 h 1304"/>
                  <a:gd name="T8" fmla="*/ 0 w 123"/>
                  <a:gd name="T9" fmla="*/ 3158 h 130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3" h="1304">
                    <a:moveTo>
                      <a:pt x="0" y="1304"/>
                    </a:moveTo>
                    <a:lnTo>
                      <a:pt x="122" y="1304"/>
                    </a:lnTo>
                    <a:lnTo>
                      <a:pt x="122" y="0"/>
                    </a:lnTo>
                    <a:lnTo>
                      <a:pt x="0" y="0"/>
                    </a:lnTo>
                    <a:lnTo>
                      <a:pt x="0" y="130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798" name="Group 1009"/>
            <p:cNvGrpSpPr>
              <a:grpSpLocks/>
            </p:cNvGrpSpPr>
            <p:nvPr/>
          </p:nvGrpSpPr>
          <p:grpSpPr bwMode="auto">
            <a:xfrm>
              <a:off x="9178" y="2262"/>
              <a:ext cx="123" cy="895"/>
              <a:chOff x="9178" y="2262"/>
              <a:chExt cx="123" cy="895"/>
            </a:xfrm>
          </p:grpSpPr>
          <p:sp>
            <p:nvSpPr>
              <p:cNvPr id="799" name="Freeform 1010"/>
              <p:cNvSpPr>
                <a:spLocks/>
              </p:cNvSpPr>
              <p:nvPr/>
            </p:nvSpPr>
            <p:spPr bwMode="auto">
              <a:xfrm>
                <a:off x="9178" y="2262"/>
                <a:ext cx="123" cy="895"/>
              </a:xfrm>
              <a:custGeom>
                <a:avLst/>
                <a:gdLst>
                  <a:gd name="T0" fmla="*/ 0 w 123"/>
                  <a:gd name="T1" fmla="*/ 3158 h 895"/>
                  <a:gd name="T2" fmla="*/ 122 w 123"/>
                  <a:gd name="T3" fmla="*/ 3158 h 895"/>
                  <a:gd name="T4" fmla="*/ 122 w 123"/>
                  <a:gd name="T5" fmla="*/ 2262 h 895"/>
                  <a:gd name="T6" fmla="*/ 0 w 123"/>
                  <a:gd name="T7" fmla="*/ 2262 h 895"/>
                  <a:gd name="T8" fmla="*/ 0 w 123"/>
                  <a:gd name="T9" fmla="*/ 3158 h 89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3" h="895">
                    <a:moveTo>
                      <a:pt x="0" y="896"/>
                    </a:moveTo>
                    <a:lnTo>
                      <a:pt x="122" y="896"/>
                    </a:lnTo>
                    <a:lnTo>
                      <a:pt x="122" y="0"/>
                    </a:lnTo>
                    <a:lnTo>
                      <a:pt x="0" y="0"/>
                    </a:lnTo>
                    <a:lnTo>
                      <a:pt x="0" y="896"/>
                    </a:lnTo>
                    <a:close/>
                  </a:path>
                </a:pathLst>
              </a:custGeom>
              <a:solidFill>
                <a:srgbClr val="00428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grpSp>
        <p:nvGrpSpPr>
          <p:cNvPr id="861" name="Group 1006"/>
          <p:cNvGrpSpPr>
            <a:grpSpLocks/>
          </p:cNvGrpSpPr>
          <p:nvPr/>
        </p:nvGrpSpPr>
        <p:grpSpPr bwMode="auto">
          <a:xfrm>
            <a:off x="7593154" y="3896452"/>
            <a:ext cx="71437" cy="71438"/>
            <a:chOff x="9822" y="31"/>
            <a:chExt cx="113" cy="113"/>
          </a:xfrm>
        </p:grpSpPr>
        <p:sp>
          <p:nvSpPr>
            <p:cNvPr id="862" name="Freeform 1007"/>
            <p:cNvSpPr>
              <a:spLocks/>
            </p:cNvSpPr>
            <p:nvPr/>
          </p:nvSpPr>
          <p:spPr bwMode="auto">
            <a:xfrm>
              <a:off x="9822" y="31"/>
              <a:ext cx="113" cy="113"/>
            </a:xfrm>
            <a:custGeom>
              <a:avLst/>
              <a:gdLst>
                <a:gd name="T0" fmla="*/ 0 w 113"/>
                <a:gd name="T1" fmla="*/ 144 h 113"/>
                <a:gd name="T2" fmla="*/ 113 w 113"/>
                <a:gd name="T3" fmla="*/ 144 h 113"/>
                <a:gd name="T4" fmla="*/ 113 w 113"/>
                <a:gd name="T5" fmla="*/ 31 h 113"/>
                <a:gd name="T6" fmla="*/ 0 w 113"/>
                <a:gd name="T7" fmla="*/ 31 h 113"/>
                <a:gd name="T8" fmla="*/ 0 w 113"/>
                <a:gd name="T9" fmla="*/ 144 h 11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13" h="113">
                  <a:moveTo>
                    <a:pt x="0" y="113"/>
                  </a:moveTo>
                  <a:lnTo>
                    <a:pt x="113" y="113"/>
                  </a:lnTo>
                  <a:lnTo>
                    <a:pt x="113" y="0"/>
                  </a:lnTo>
                  <a:lnTo>
                    <a:pt x="0" y="0"/>
                  </a:lnTo>
                  <a:lnTo>
                    <a:pt x="0" y="11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863" name="Group 1004"/>
          <p:cNvGrpSpPr>
            <a:grpSpLocks/>
          </p:cNvGrpSpPr>
          <p:nvPr/>
        </p:nvGrpSpPr>
        <p:grpSpPr bwMode="auto">
          <a:xfrm>
            <a:off x="7593154" y="4114800"/>
            <a:ext cx="71437" cy="71437"/>
            <a:chOff x="9822" y="343"/>
            <a:chExt cx="113" cy="113"/>
          </a:xfrm>
        </p:grpSpPr>
        <p:sp>
          <p:nvSpPr>
            <p:cNvPr id="864" name="Freeform 1005"/>
            <p:cNvSpPr>
              <a:spLocks/>
            </p:cNvSpPr>
            <p:nvPr/>
          </p:nvSpPr>
          <p:spPr bwMode="auto">
            <a:xfrm>
              <a:off x="9822" y="343"/>
              <a:ext cx="113" cy="113"/>
            </a:xfrm>
            <a:custGeom>
              <a:avLst/>
              <a:gdLst>
                <a:gd name="T0" fmla="*/ 0 w 113"/>
                <a:gd name="T1" fmla="*/ 456 h 113"/>
                <a:gd name="T2" fmla="*/ 113 w 113"/>
                <a:gd name="T3" fmla="*/ 456 h 113"/>
                <a:gd name="T4" fmla="*/ 113 w 113"/>
                <a:gd name="T5" fmla="*/ 343 h 113"/>
                <a:gd name="T6" fmla="*/ 0 w 113"/>
                <a:gd name="T7" fmla="*/ 343 h 113"/>
                <a:gd name="T8" fmla="*/ 0 w 113"/>
                <a:gd name="T9" fmla="*/ 456 h 11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13" h="113">
                  <a:moveTo>
                    <a:pt x="0" y="113"/>
                  </a:moveTo>
                  <a:lnTo>
                    <a:pt x="113" y="113"/>
                  </a:lnTo>
                  <a:lnTo>
                    <a:pt x="113" y="0"/>
                  </a:lnTo>
                  <a:lnTo>
                    <a:pt x="0" y="0"/>
                  </a:lnTo>
                  <a:lnTo>
                    <a:pt x="0" y="113"/>
                  </a:lnTo>
                  <a:close/>
                </a:path>
              </a:pathLst>
            </a:custGeom>
            <a:solidFill>
              <a:srgbClr val="00428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866" name="Rectangle 132"/>
          <p:cNvSpPr>
            <a:spLocks noChangeArrowheads="1"/>
          </p:cNvSpPr>
          <p:nvPr/>
        </p:nvSpPr>
        <p:spPr bwMode="auto">
          <a:xfrm>
            <a:off x="7613081" y="3818942"/>
            <a:ext cx="915635" cy="8617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800" b="0" i="0" u="none" strike="noStrike" cap="none" normalizeH="0" baseline="0" dirty="0" smtClean="0">
                <a:ln>
                  <a:noFill/>
                </a:ln>
                <a:solidFill>
                  <a:schemeClr val="tx1"/>
                </a:solidFill>
                <a:effectLst/>
                <a:latin typeface="Arial" pitchFamily="34" charset="0"/>
                <a:ea typeface="Arial" pitchFamily="34" charset="0"/>
                <a:cs typeface="Arial" pitchFamily="34" charset="0"/>
              </a:rPr>
              <a:t>Male (%TEA) </a:t>
            </a:r>
          </a:p>
          <a:p>
            <a:pPr marL="0" marR="0" lvl="0" indent="0" algn="l" defTabSz="914400" rtl="0" eaLnBrk="1" fontAlgn="base" latinLnBrk="0" hangingPunct="1">
              <a:lnSpc>
                <a:spcPct val="100000"/>
              </a:lnSpc>
              <a:spcBef>
                <a:spcPct val="0"/>
              </a:spcBef>
              <a:spcAft>
                <a:spcPct val="0"/>
              </a:spcAft>
              <a:buClrTx/>
              <a:buSzTx/>
              <a:buFontTx/>
              <a:buNone/>
              <a:tabLst/>
            </a:pPr>
            <a:endParaRPr kumimoji="0" lang="en-US" altLang="en-US" sz="800" b="0" i="0" u="none" strike="noStrike" cap="none" normalizeH="0" baseline="0" dirty="0" smtClean="0">
              <a:ln>
                <a:noFill/>
              </a:ln>
              <a:solidFill>
                <a:schemeClr val="tx1"/>
              </a:solidFill>
              <a:effectLst/>
              <a:latin typeface="Arial" pitchFamily="34" charset="0"/>
              <a:ea typeface="Arial" pitchFamily="34" charset="0"/>
              <a:cs typeface="Arial" pitchFamily="34" charset="0"/>
            </a:endParaRPr>
          </a:p>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800" b="0" i="0" u="none" strike="noStrike" cap="none" normalizeH="0" baseline="0" dirty="0" smtClean="0">
                <a:ln>
                  <a:noFill/>
                </a:ln>
                <a:solidFill>
                  <a:schemeClr val="tx1"/>
                </a:solidFill>
                <a:effectLst/>
                <a:latin typeface="Arial" pitchFamily="34" charset="0"/>
                <a:ea typeface="Arial" pitchFamily="34" charset="0"/>
                <a:cs typeface="Arial" pitchFamily="34" charset="0"/>
              </a:rPr>
              <a:t>Female (%TEA)</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0" i="0" u="none" strike="noStrike" cap="none" normalizeH="0" baseline="0" dirty="0" smtClean="0">
                <a:ln>
                  <a:noFill/>
                </a:ln>
                <a:solidFill>
                  <a:schemeClr val="tx1"/>
                </a:solidFill>
                <a:effectLst/>
                <a:latin typeface="Arial" pitchFamily="34" charset="0"/>
                <a:ea typeface="Arial" pitchFamily="34" charset="0"/>
                <a:cs typeface="Arial" pitchFamily="34" charset="0"/>
              </a:rPr>
              <a:t/>
            </a:r>
            <a:br>
              <a:rPr kumimoji="0" lang="en-US" altLang="en-US" sz="800" b="0" i="0" u="none" strike="noStrike" cap="none" normalizeH="0" baseline="0" dirty="0" smtClean="0">
                <a:ln>
                  <a:noFill/>
                </a:ln>
                <a:solidFill>
                  <a:schemeClr val="tx1"/>
                </a:solidFill>
                <a:effectLst/>
                <a:latin typeface="Arial" pitchFamily="34" charset="0"/>
                <a:ea typeface="Arial" pitchFamily="34" charset="0"/>
                <a:cs typeface="Arial" pitchFamily="34" charset="0"/>
              </a:rPr>
            </a:br>
            <a:endParaRPr kumimoji="0" lang="en-US" altLang="en-US" sz="1800" b="0" i="0" u="none" strike="noStrike" cap="none" normalizeH="0" baseline="0" dirty="0" smtClean="0">
              <a:ln>
                <a:noFill/>
              </a:ln>
              <a:solidFill>
                <a:schemeClr val="tx1"/>
              </a:solidFill>
              <a:effectLst/>
              <a:latin typeface="Arial" pitchFamily="34" charset="0"/>
              <a:cs typeface="Arial" pitchFamily="34" charset="0"/>
            </a:endParaRPr>
          </a:p>
        </p:txBody>
      </p:sp>
      <p:sp>
        <p:nvSpPr>
          <p:cNvPr id="2" name="Footer Placeholder 1"/>
          <p:cNvSpPr>
            <a:spLocks noGrp="1"/>
          </p:cNvSpPr>
          <p:nvPr>
            <p:ph type="ftr" sz="quarter" idx="11"/>
          </p:nvPr>
        </p:nvSpPr>
        <p:spPr/>
        <p:txBody>
          <a:bodyPr/>
          <a:lstStyle/>
          <a:p>
            <a:r>
              <a:rPr lang="en-US" smtClean="0"/>
              <a:t>Copyright © 2014 John Wiley &amp; Sons, Inc.</a:t>
            </a:r>
            <a:endParaRPr lang="en-US"/>
          </a:p>
        </p:txBody>
      </p:sp>
    </p:spTree>
    <p:extLst>
      <p:ext uri="{BB962C8B-B14F-4D97-AF65-F5344CB8AC3E}">
        <p14:creationId xmlns:p14="http://schemas.microsoft.com/office/powerpoint/2010/main" val="38237432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63" name="Rectangle 2"/>
          <p:cNvSpPr txBox="1">
            <a:spLocks noChangeArrowheads="1"/>
          </p:cNvSpPr>
          <p:nvPr/>
        </p:nvSpPr>
        <p:spPr>
          <a:xfrm>
            <a:off x="152400" y="152400"/>
            <a:ext cx="8991600" cy="1143000"/>
          </a:xfrm>
          <a:prstGeom prst="rect">
            <a:avLst/>
          </a:prstGeom>
        </p:spPr>
        <p:txBody>
          <a:bodyPr vert="horz" lIns="91440" tIns="45720" rIns="91440" bIns="45720" rtlCol="0" anchor="ctr">
            <a:noAutofit/>
          </a:bodyPr>
          <a:lstStyle>
            <a:lvl1pPr marL="0" marR="0" indent="0" algn="l" defTabSz="914400" rtl="0" eaLnBrk="1" fontAlgn="auto" latinLnBrk="0" hangingPunct="1">
              <a:lnSpc>
                <a:spcPct val="100000"/>
              </a:lnSpc>
              <a:spcBef>
                <a:spcPct val="0"/>
              </a:spcBef>
              <a:spcAft>
                <a:spcPts val="0"/>
              </a:spcAft>
              <a:buClrTx/>
              <a:buSzTx/>
              <a:buFontTx/>
              <a:buNone/>
              <a:tabLst/>
              <a:defRPr sz="4400" kern="1200">
                <a:solidFill>
                  <a:schemeClr val="tx1"/>
                </a:solidFill>
                <a:latin typeface="+mj-lt"/>
                <a:ea typeface="+mj-ea"/>
                <a:cs typeface="+mj-cs"/>
              </a:defRPr>
            </a:lvl1pPr>
          </a:lstStyle>
          <a:p>
            <a:pPr algn="ctr"/>
            <a:r>
              <a:rPr lang="en-US" b="1" dirty="0" smtClean="0">
                <a:latin typeface="Arial" panose="020B0604020202020204" pitchFamily="34" charset="0"/>
                <a:cs typeface="Arial" panose="020B0604020202020204" pitchFamily="34" charset="0"/>
              </a:rPr>
              <a:t>21</a:t>
            </a:r>
            <a:r>
              <a:rPr lang="en-US" b="1" baseline="30000" dirty="0" smtClean="0">
                <a:latin typeface="Arial" panose="020B0604020202020204" pitchFamily="34" charset="0"/>
                <a:cs typeface="Arial" panose="020B0604020202020204" pitchFamily="34" charset="0"/>
              </a:rPr>
              <a:t>st</a:t>
            </a:r>
            <a:r>
              <a:rPr lang="en-US" b="1" dirty="0" smtClean="0">
                <a:latin typeface="Arial" panose="020B0604020202020204" pitchFamily="34" charset="0"/>
                <a:cs typeface="Arial" panose="020B0604020202020204" pitchFamily="34" charset="0"/>
              </a:rPr>
              <a:t> CENTURY ECONOMIES</a:t>
            </a:r>
            <a:endParaRPr lang="en-US" dirty="0">
              <a:latin typeface="Arial" panose="020B0604020202020204" pitchFamily="34" charset="0"/>
              <a:cs typeface="Arial" panose="020B0604020202020204" pitchFamily="34" charset="0"/>
            </a:endParaRPr>
          </a:p>
        </p:txBody>
      </p:sp>
      <p:sp>
        <p:nvSpPr>
          <p:cNvPr id="412" name="Rectangle 537"/>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469752" tIns="1002984" rIns="469752" bIns="0" numCol="1" anchor="ctr" anchorCtr="0" compatLnSpc="1">
            <a:prstTxWarp prst="textNoShape">
              <a:avLst/>
            </a:prstTxWarp>
            <a:spAutoFit/>
          </a:bodyPr>
          <a:lstStyle/>
          <a:p>
            <a:endParaRPr lang="en-US"/>
          </a:p>
        </p:txBody>
      </p:sp>
      <p:pic>
        <p:nvPicPr>
          <p:cNvPr id="152" name="Picture 2"/>
          <p:cNvPicPr>
            <a:picLocks noChangeAspect="1" noChangeArrowheads="1"/>
          </p:cNvPicPr>
          <p:nvPr/>
        </p:nvPicPr>
        <p:blipFill>
          <a:blip r:embed="rId2"/>
          <a:srcRect/>
          <a:stretch>
            <a:fillRect/>
          </a:stretch>
        </p:blipFill>
        <p:spPr bwMode="auto">
          <a:xfrm>
            <a:off x="1085851" y="1358724"/>
            <a:ext cx="6210300" cy="4126226"/>
          </a:xfrm>
          <a:prstGeom prst="rect">
            <a:avLst/>
          </a:prstGeom>
          <a:noFill/>
          <a:ln w="9525">
            <a:noFill/>
            <a:miter lim="800000"/>
            <a:headEnd/>
            <a:tailEnd/>
          </a:ln>
          <a:effectLst/>
        </p:spPr>
      </p:pic>
      <p:sp>
        <p:nvSpPr>
          <p:cNvPr id="153" name="Rectangle 4"/>
          <p:cNvSpPr>
            <a:spLocks noChangeArrowheads="1"/>
          </p:cNvSpPr>
          <p:nvPr/>
        </p:nvSpPr>
        <p:spPr bwMode="auto">
          <a:xfrm>
            <a:off x="7296151" y="2743200"/>
            <a:ext cx="1066800" cy="1219200"/>
          </a:xfrm>
          <a:prstGeom prst="rect">
            <a:avLst/>
          </a:prstGeom>
          <a:solidFill>
            <a:schemeClr val="bg1"/>
          </a:solidFill>
          <a:ln w="9525">
            <a:solidFill>
              <a:schemeClr val="tx1"/>
            </a:solidFill>
            <a:miter lim="800000"/>
            <a:headEnd/>
            <a:tailEnd/>
          </a:ln>
          <a:effectLst/>
        </p:spPr>
        <p:txBody>
          <a:bodyPr wrap="none" anchor="ctr">
            <a:prstTxWarp prst="textNoShape">
              <a:avLst/>
            </a:prstTxWarp>
          </a:bodyPr>
          <a:lstStyle/>
          <a:p>
            <a:pPr algn="ctr"/>
            <a:r>
              <a:rPr lang="en-US" dirty="0">
                <a:solidFill>
                  <a:schemeClr val="tx1"/>
                </a:solidFill>
              </a:rPr>
              <a:t>  </a:t>
            </a:r>
            <a:r>
              <a:rPr lang="en-US" sz="1600" dirty="0">
                <a:solidFill>
                  <a:schemeClr val="tx1"/>
                </a:solidFill>
                <a:latin typeface="Adobe Heiti Std R" pitchFamily="34" charset="-128"/>
                <a:ea typeface="Adobe Heiti Std R" pitchFamily="34" charset="-128"/>
              </a:rPr>
              <a:t>Anglo-</a:t>
            </a:r>
          </a:p>
          <a:p>
            <a:pPr algn="ctr"/>
            <a:r>
              <a:rPr lang="en-US" sz="1600" dirty="0">
                <a:solidFill>
                  <a:schemeClr val="tx1"/>
                </a:solidFill>
                <a:latin typeface="Adobe Heiti Std R" pitchFamily="34" charset="-128"/>
                <a:ea typeface="Adobe Heiti Std R" pitchFamily="34" charset="-128"/>
              </a:rPr>
              <a:t>Saxon</a:t>
            </a:r>
          </a:p>
          <a:p>
            <a:pPr algn="ctr"/>
            <a:r>
              <a:rPr lang="en-US" sz="1600" dirty="0">
                <a:solidFill>
                  <a:schemeClr val="tx1"/>
                </a:solidFill>
                <a:latin typeface="Adobe Heiti Std R" pitchFamily="34" charset="-128"/>
                <a:ea typeface="Adobe Heiti Std R" pitchFamily="34" charset="-128"/>
              </a:rPr>
              <a:t>Economic</a:t>
            </a:r>
          </a:p>
          <a:p>
            <a:pPr algn="ctr"/>
            <a:r>
              <a:rPr lang="en-US" sz="1600" dirty="0">
                <a:solidFill>
                  <a:schemeClr val="tx1"/>
                </a:solidFill>
                <a:latin typeface="Adobe Heiti Std R" pitchFamily="34" charset="-128"/>
                <a:ea typeface="Adobe Heiti Std R" pitchFamily="34" charset="-128"/>
              </a:rPr>
              <a:t>Systems</a:t>
            </a:r>
          </a:p>
        </p:txBody>
      </p:sp>
      <p:sp>
        <p:nvSpPr>
          <p:cNvPr id="154" name="TextBox 153"/>
          <p:cNvSpPr txBox="1"/>
          <p:nvPr/>
        </p:nvSpPr>
        <p:spPr>
          <a:xfrm>
            <a:off x="1295400" y="1358724"/>
            <a:ext cx="6096000" cy="461665"/>
          </a:xfrm>
          <a:prstGeom prst="rect">
            <a:avLst/>
          </a:prstGeom>
          <a:noFill/>
        </p:spPr>
        <p:txBody>
          <a:bodyPr wrap="square" rtlCol="0">
            <a:spAutoFit/>
          </a:bodyPr>
          <a:lstStyle/>
          <a:p>
            <a:pPr algn="ctr"/>
            <a:r>
              <a:rPr lang="en-US" sz="2400" dirty="0" smtClean="0">
                <a:solidFill>
                  <a:schemeClr val="tx1"/>
                </a:solidFill>
                <a:latin typeface="Adobe Heiti Std R" pitchFamily="34" charset="-128"/>
                <a:ea typeface="Adobe Heiti Std R" pitchFamily="34" charset="-128"/>
              </a:rPr>
              <a:t>ANGLO-SAXON OR SOCIAL MODELS? </a:t>
            </a:r>
            <a:endParaRPr lang="en-US" sz="2400" dirty="0">
              <a:solidFill>
                <a:schemeClr val="tx1"/>
              </a:solidFill>
              <a:latin typeface="Adobe Heiti Std R" pitchFamily="34" charset="-128"/>
              <a:ea typeface="Adobe Heiti Std R" pitchFamily="34" charset="-128"/>
            </a:endParaRPr>
          </a:p>
        </p:txBody>
      </p:sp>
      <p:sp>
        <p:nvSpPr>
          <p:cNvPr id="155" name="Rectangle 5"/>
          <p:cNvSpPr>
            <a:spLocks noChangeArrowheads="1"/>
          </p:cNvSpPr>
          <p:nvPr/>
        </p:nvSpPr>
        <p:spPr bwMode="auto">
          <a:xfrm>
            <a:off x="7391400" y="2895600"/>
            <a:ext cx="152400" cy="152400"/>
          </a:xfrm>
          <a:prstGeom prst="rect">
            <a:avLst/>
          </a:prstGeom>
          <a:solidFill>
            <a:srgbClr val="33CC33"/>
          </a:solidFill>
          <a:ln w="9525">
            <a:solidFill>
              <a:schemeClr val="tx1"/>
            </a:solidFill>
            <a:miter lim="800000"/>
            <a:headEnd/>
            <a:tailEnd/>
          </a:ln>
          <a:effectLst/>
        </p:spPr>
        <p:txBody>
          <a:bodyPr wrap="none" anchor="ctr">
            <a:prstTxWarp prst="textNoShape">
              <a:avLst/>
            </a:prstTxWarp>
          </a:bodyPr>
          <a:lstStyle/>
          <a:p>
            <a:endParaRPr lang="en-US"/>
          </a:p>
        </p:txBody>
      </p:sp>
      <p:sp>
        <p:nvSpPr>
          <p:cNvPr id="156" name="Text Box 6"/>
          <p:cNvSpPr txBox="1">
            <a:spLocks noChangeArrowheads="1"/>
          </p:cNvSpPr>
          <p:nvPr/>
        </p:nvSpPr>
        <p:spPr bwMode="auto">
          <a:xfrm>
            <a:off x="838201" y="5181600"/>
            <a:ext cx="7467599" cy="707886"/>
          </a:xfrm>
          <a:prstGeom prst="rect">
            <a:avLst/>
          </a:prstGeom>
          <a:noFill/>
          <a:ln w="9525">
            <a:noFill/>
            <a:miter lim="800000"/>
            <a:headEnd/>
            <a:tailEnd/>
          </a:ln>
          <a:effectLst/>
        </p:spPr>
        <p:txBody>
          <a:bodyPr wrap="square">
            <a:prstTxWarp prst="textNoShape">
              <a:avLst/>
            </a:prstTxWarp>
            <a:spAutoFit/>
          </a:bodyPr>
          <a:lstStyle/>
          <a:p>
            <a:r>
              <a:rPr lang="en-US" sz="2000" dirty="0">
                <a:solidFill>
                  <a:schemeClr val="tx1"/>
                </a:solidFill>
                <a:latin typeface="Adobe Heiti Std R" pitchFamily="34" charset="-128"/>
                <a:ea typeface="Adobe Heiti Std R" pitchFamily="34" charset="-128"/>
              </a:rPr>
              <a:t>Anglo-Saxon economic systems have a high prevalence rate of high-</a:t>
            </a:r>
            <a:r>
              <a:rPr lang="en-US" sz="2000" dirty="0" smtClean="0">
                <a:solidFill>
                  <a:schemeClr val="tx1"/>
                </a:solidFill>
                <a:latin typeface="Adobe Heiti Std R" pitchFamily="34" charset="-128"/>
                <a:ea typeface="Adobe Heiti Std R" pitchFamily="34" charset="-128"/>
              </a:rPr>
              <a:t>expectation entrepreneurial </a:t>
            </a:r>
            <a:r>
              <a:rPr lang="en-US" sz="2000" dirty="0">
                <a:solidFill>
                  <a:schemeClr val="tx1"/>
                </a:solidFill>
                <a:latin typeface="Adobe Heiti Std R" pitchFamily="34" charset="-128"/>
                <a:ea typeface="Adobe Heiti Std R" pitchFamily="34" charset="-128"/>
              </a:rPr>
              <a:t>activity </a:t>
            </a:r>
          </a:p>
        </p:txBody>
      </p:sp>
      <p:sp>
        <p:nvSpPr>
          <p:cNvPr id="2" name="Footer Placeholder 1"/>
          <p:cNvSpPr>
            <a:spLocks noGrp="1"/>
          </p:cNvSpPr>
          <p:nvPr>
            <p:ph type="ftr" sz="quarter" idx="11"/>
          </p:nvPr>
        </p:nvSpPr>
        <p:spPr/>
        <p:txBody>
          <a:bodyPr/>
          <a:lstStyle/>
          <a:p>
            <a:r>
              <a:rPr lang="en-US" smtClean="0"/>
              <a:t>Copyright © 2014 John Wiley &amp; Sons, Inc.</a:t>
            </a:r>
            <a:endParaRPr lang="en-US"/>
          </a:p>
        </p:txBody>
      </p:sp>
    </p:spTree>
    <p:extLst>
      <p:ext uri="{BB962C8B-B14F-4D97-AF65-F5344CB8AC3E}">
        <p14:creationId xmlns:p14="http://schemas.microsoft.com/office/powerpoint/2010/main" val="357753456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2795</TotalTime>
  <Words>1106</Words>
  <Application>Microsoft Office PowerPoint</Application>
  <PresentationFormat>On-screen Show (4:3)</PresentationFormat>
  <Paragraphs>519</Paragraphs>
  <Slides>14</Slides>
  <Notes>1</Notes>
  <HiddenSlides>0</HiddenSlides>
  <MMClips>0</MMClips>
  <ScaleCrop>false</ScaleCrop>
  <HeadingPairs>
    <vt:vector size="4" baseType="variant">
      <vt:variant>
        <vt:lpstr>Theme</vt:lpstr>
      </vt:variant>
      <vt:variant>
        <vt:i4>1</vt:i4>
      </vt:variant>
      <vt:variant>
        <vt:lpstr>Slide Titles</vt:lpstr>
      </vt:variant>
      <vt:variant>
        <vt:i4>14</vt:i4>
      </vt:variant>
    </vt:vector>
  </HeadingPairs>
  <TitlesOfParts>
    <vt:vector size="15"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SHIFTING INFLUENCES ON ENTREPRENEURSHIP</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Lauren</dc:creator>
  <cp:lastModifiedBy>Dallas, Amanda - Hoboken</cp:lastModifiedBy>
  <cp:revision>60</cp:revision>
  <dcterms:created xsi:type="dcterms:W3CDTF">2013-10-12T04:14:45Z</dcterms:created>
  <dcterms:modified xsi:type="dcterms:W3CDTF">2015-03-04T18:57:37Z</dcterms:modified>
</cp:coreProperties>
</file>