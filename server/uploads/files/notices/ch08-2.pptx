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pn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66" r:id="rId4"/>
    <p:sldId id="289" r:id="rId5"/>
    <p:sldId id="287" r:id="rId6"/>
    <p:sldId id="288" r:id="rId7"/>
    <p:sldId id="290" r:id="rId8"/>
    <p:sldId id="291" r:id="rId9"/>
    <p:sldId id="292" r:id="rId10"/>
    <p:sldId id="293" r:id="rId11"/>
    <p:sldId id="294" r:id="rId12"/>
    <p:sldId id="263" r:id="rId13"/>
    <p:sldId id="295" r:id="rId14"/>
    <p:sldId id="269" r:id="rId15"/>
    <p:sldId id="296" r:id="rId16"/>
    <p:sldId id="297" r:id="rId17"/>
    <p:sldId id="273" r:id="rId18"/>
    <p:sldId id="298" r:id="rId19"/>
    <p:sldId id="28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nry" initials="HM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C8A7"/>
    <a:srgbClr val="006643"/>
    <a:srgbClr val="4C9265"/>
    <a:srgbClr val="23732D"/>
    <a:srgbClr val="D1E7D9"/>
    <a:srgbClr val="B0D6BE"/>
    <a:srgbClr val="6AB284"/>
    <a:srgbClr val="75D58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2" autoAdjust="0"/>
    <p:restoredTop sz="94660"/>
  </p:normalViewPr>
  <p:slideViewPr>
    <p:cSldViewPr>
      <p:cViewPr>
        <p:scale>
          <a:sx n="75" d="100"/>
          <a:sy n="75" d="100"/>
        </p:scale>
        <p:origin x="-12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26DA5F-5072-47DD-AEC1-EC4A852EA49F}" type="doc">
      <dgm:prSet loTypeId="urn:microsoft.com/office/officeart/2005/8/layout/process1" loCatId="process" qsTypeId="urn:microsoft.com/office/officeart/2005/8/quickstyle/simple4" qsCatId="simple" csTypeId="urn:microsoft.com/office/officeart/2005/8/colors/colorful2" csCatId="colorful" phldr="1"/>
      <dgm:spPr/>
    </dgm:pt>
    <dgm:pt modelId="{BE2FF260-F47A-4505-BAD7-A5875535CBC6}">
      <dgm:prSet phldrT="[Text]"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b="1" dirty="0" smtClean="0">
              <a:latin typeface="+mj-lt"/>
              <a:ea typeface="Adobe Fan Heiti Std B" pitchFamily="34" charset="-128"/>
            </a:rPr>
            <a:t>Build-up method</a:t>
          </a:r>
          <a:endParaRPr lang="en-US" sz="2000" b="1" dirty="0">
            <a:latin typeface="+mj-lt"/>
            <a:ea typeface="Adobe Fan Heiti Std B" pitchFamily="34" charset="-128"/>
          </a:endParaRPr>
        </a:p>
      </dgm:t>
    </dgm:pt>
    <dgm:pt modelId="{BDBE4CDF-674F-40C6-A516-058963093DCF}" type="parTrans" cxnId="{B2A344B1-54F2-4F18-B629-5441143687F7}">
      <dgm:prSet/>
      <dgm:spPr/>
      <dgm:t>
        <a:bodyPr/>
        <a:lstStyle/>
        <a:p>
          <a:endParaRPr lang="en-US" sz="1800" b="1">
            <a:latin typeface="+mj-lt"/>
            <a:ea typeface="Adobe Fan Heiti Std B" pitchFamily="34" charset="-128"/>
          </a:endParaRPr>
        </a:p>
      </dgm:t>
    </dgm:pt>
    <dgm:pt modelId="{C9BB6800-B167-4AE2-A899-F629A8FA2D24}" type="sibTrans" cxnId="{B2A344B1-54F2-4F18-B629-5441143687F7}">
      <dgm:prSet custT="1"/>
      <dgm:spPr/>
      <dgm:t>
        <a:bodyPr/>
        <a:lstStyle/>
        <a:p>
          <a:endParaRPr lang="en-US" sz="1800" b="1">
            <a:latin typeface="+mj-lt"/>
            <a:ea typeface="Adobe Fan Heiti Std B" pitchFamily="34" charset="-128"/>
          </a:endParaRPr>
        </a:p>
      </dgm:t>
    </dgm:pt>
    <dgm:pt modelId="{3734B39C-0E8D-4A84-AD0F-3F60D5C37AE7}">
      <dgm:prSet phldrT="[Text]"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b="1" dirty="0" smtClean="0">
              <a:latin typeface="+mj-lt"/>
              <a:ea typeface="Adobe Fan Heiti Std B" pitchFamily="34" charset="-128"/>
            </a:rPr>
            <a:t>Comparable method</a:t>
          </a:r>
          <a:endParaRPr lang="en-US" sz="2000" b="1" dirty="0">
            <a:latin typeface="+mj-lt"/>
            <a:ea typeface="Adobe Fan Heiti Std B" pitchFamily="34" charset="-128"/>
          </a:endParaRPr>
        </a:p>
      </dgm:t>
    </dgm:pt>
    <dgm:pt modelId="{05478ED1-838E-4E74-9C7B-8F1E945AF5E9}" type="parTrans" cxnId="{A46141F3-E792-497F-BAB0-731BF102C6D4}">
      <dgm:prSet/>
      <dgm:spPr/>
      <dgm:t>
        <a:bodyPr/>
        <a:lstStyle/>
        <a:p>
          <a:endParaRPr lang="en-US" sz="1800" b="1">
            <a:latin typeface="+mj-lt"/>
            <a:ea typeface="Adobe Fan Heiti Std B" pitchFamily="34" charset="-128"/>
          </a:endParaRPr>
        </a:p>
      </dgm:t>
    </dgm:pt>
    <dgm:pt modelId="{F0ADE058-A155-40D2-8662-AB6152271580}" type="sibTrans" cxnId="{A46141F3-E792-497F-BAB0-731BF102C6D4}">
      <dgm:prSet custT="1"/>
      <dgm:spPr/>
      <dgm:t>
        <a:bodyPr/>
        <a:lstStyle/>
        <a:p>
          <a:endParaRPr lang="en-US" sz="1800" b="1">
            <a:latin typeface="+mj-lt"/>
            <a:ea typeface="Adobe Fan Heiti Std B" pitchFamily="34" charset="-128"/>
          </a:endParaRPr>
        </a:p>
      </dgm:t>
    </dgm:pt>
    <dgm:pt modelId="{2DCE54E3-644B-4FE4-9879-187E804780AD}">
      <dgm:prSet phldrT="[Text]"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b="1" smtClean="0">
              <a:latin typeface="+mj-lt"/>
              <a:ea typeface="Adobe Fan Heiti Std B" pitchFamily="34" charset="-128"/>
            </a:rPr>
            <a:t>Integrated financial statements</a:t>
          </a:r>
          <a:endParaRPr lang="en-US" sz="2000" b="1" dirty="0">
            <a:latin typeface="+mj-lt"/>
            <a:ea typeface="Adobe Fan Heiti Std B" pitchFamily="34" charset="-128"/>
          </a:endParaRPr>
        </a:p>
      </dgm:t>
    </dgm:pt>
    <dgm:pt modelId="{536BC39E-7B67-441A-A881-B39543AB0816}" type="parTrans" cxnId="{5ABFA0E1-DA7B-4129-92F4-88F5A289D8E9}">
      <dgm:prSet/>
      <dgm:spPr/>
      <dgm:t>
        <a:bodyPr/>
        <a:lstStyle/>
        <a:p>
          <a:endParaRPr lang="en-US" sz="1800" b="1">
            <a:latin typeface="+mj-lt"/>
            <a:ea typeface="Adobe Fan Heiti Std B" pitchFamily="34" charset="-128"/>
          </a:endParaRPr>
        </a:p>
      </dgm:t>
    </dgm:pt>
    <dgm:pt modelId="{6DBD97CE-78EA-4F17-9782-BB0C5CE2F70A}" type="sibTrans" cxnId="{5ABFA0E1-DA7B-4129-92F4-88F5A289D8E9}">
      <dgm:prSet/>
      <dgm:spPr/>
      <dgm:t>
        <a:bodyPr/>
        <a:lstStyle/>
        <a:p>
          <a:endParaRPr lang="en-US" sz="1800" b="1">
            <a:latin typeface="+mj-lt"/>
            <a:ea typeface="Adobe Fan Heiti Std B" pitchFamily="34" charset="-128"/>
          </a:endParaRPr>
        </a:p>
      </dgm:t>
    </dgm:pt>
    <dgm:pt modelId="{22529714-0B9A-4A98-9C35-7E6EFC424469}">
      <dgm:prSet custT="1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2000" b="1" dirty="0" smtClean="0"/>
            <a:t>Final Steps</a:t>
          </a:r>
          <a:endParaRPr lang="en-US" sz="2000" b="1" dirty="0"/>
        </a:p>
      </dgm:t>
    </dgm:pt>
    <dgm:pt modelId="{98C7AD70-2C3D-46F8-9D2B-A5E2FBBD7957}" type="parTrans" cxnId="{4D18CE41-C55A-4C46-B52E-6E382B3B1105}">
      <dgm:prSet/>
      <dgm:spPr/>
      <dgm:t>
        <a:bodyPr/>
        <a:lstStyle/>
        <a:p>
          <a:endParaRPr lang="en-US" b="1"/>
        </a:p>
      </dgm:t>
    </dgm:pt>
    <dgm:pt modelId="{4715F574-4817-429D-BB28-F667B00B2787}" type="sibTrans" cxnId="{4D18CE41-C55A-4C46-B52E-6E382B3B1105}">
      <dgm:prSet/>
      <dgm:spPr/>
      <dgm:t>
        <a:bodyPr/>
        <a:lstStyle/>
        <a:p>
          <a:endParaRPr lang="en-US" b="1"/>
        </a:p>
      </dgm:t>
    </dgm:pt>
    <dgm:pt modelId="{F635A5DB-6CAF-4E00-934D-8948B212CD23}" type="pres">
      <dgm:prSet presAssocID="{7B26DA5F-5072-47DD-AEC1-EC4A852EA49F}" presName="Name0" presStyleCnt="0">
        <dgm:presLayoutVars>
          <dgm:dir/>
          <dgm:resizeHandles val="exact"/>
        </dgm:presLayoutVars>
      </dgm:prSet>
      <dgm:spPr/>
    </dgm:pt>
    <dgm:pt modelId="{0DE88A7B-5D18-4823-937A-34BB9A1C21B3}" type="pres">
      <dgm:prSet presAssocID="{BE2FF260-F47A-4505-BAD7-A5875535CBC6}" presName="node" presStyleLbl="node1" presStyleIdx="0" presStyleCnt="4" custScaleX="103599" custScaleY="1056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8F0E24-85BE-4C92-84B4-CD53A92B71B7}" type="pres">
      <dgm:prSet presAssocID="{C9BB6800-B167-4AE2-A899-F629A8FA2D24}" presName="sibTrans" presStyleLbl="sibTrans2D1" presStyleIdx="0" presStyleCnt="3"/>
      <dgm:spPr/>
      <dgm:t>
        <a:bodyPr/>
        <a:lstStyle/>
        <a:p>
          <a:endParaRPr lang="en-US"/>
        </a:p>
      </dgm:t>
    </dgm:pt>
    <dgm:pt modelId="{64157A8B-C52C-4E15-B401-E88AC30B674A}" type="pres">
      <dgm:prSet presAssocID="{C9BB6800-B167-4AE2-A899-F629A8FA2D24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C0327EEA-C2DD-432B-9D04-565C4B9FF262}" type="pres">
      <dgm:prSet presAssocID="{3734B39C-0E8D-4A84-AD0F-3F60D5C37AE7}" presName="node" presStyleLbl="node1" presStyleIdx="1" presStyleCnt="4" custScaleX="103599" custScaleY="1056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F216D6-2B59-469A-9984-F17B68666562}" type="pres">
      <dgm:prSet presAssocID="{F0ADE058-A155-40D2-8662-AB6152271580}" presName="sibTrans" presStyleLbl="sibTrans2D1" presStyleIdx="1" presStyleCnt="3"/>
      <dgm:spPr/>
      <dgm:t>
        <a:bodyPr/>
        <a:lstStyle/>
        <a:p>
          <a:endParaRPr lang="en-US"/>
        </a:p>
      </dgm:t>
    </dgm:pt>
    <dgm:pt modelId="{A51A00D2-38CE-4029-BB0C-72EAEC0AF078}" type="pres">
      <dgm:prSet presAssocID="{F0ADE058-A155-40D2-8662-AB6152271580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0A0760BE-254B-4C14-A1A5-C5524D2299B4}" type="pres">
      <dgm:prSet presAssocID="{2DCE54E3-644B-4FE4-9879-187E804780AD}" presName="node" presStyleLbl="node1" presStyleIdx="2" presStyleCnt="4" custScaleX="103599" custScaleY="1056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BC9D97-65D7-45B2-8DC2-357CD4699AD9}" type="pres">
      <dgm:prSet presAssocID="{6DBD97CE-78EA-4F17-9782-BB0C5CE2F70A}" presName="sibTrans" presStyleLbl="sibTrans2D1" presStyleIdx="2" presStyleCnt="3"/>
      <dgm:spPr/>
      <dgm:t>
        <a:bodyPr/>
        <a:lstStyle/>
        <a:p>
          <a:endParaRPr lang="en-US"/>
        </a:p>
      </dgm:t>
    </dgm:pt>
    <dgm:pt modelId="{B36F60BF-0EED-4428-8C84-53473AEA4C9E}" type="pres">
      <dgm:prSet presAssocID="{6DBD97CE-78EA-4F17-9782-BB0C5CE2F70A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40E641DB-B3E9-48D9-A379-E96BEABE629D}" type="pres">
      <dgm:prSet presAssocID="{22529714-0B9A-4A98-9C35-7E6EFC424469}" presName="node" presStyleLbl="node1" presStyleIdx="3" presStyleCnt="4" custScaleX="103599" custScaleY="10560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9ADE4E-733D-4CBD-8BB4-D4F177D16DFA}" type="presOf" srcId="{C9BB6800-B167-4AE2-A899-F629A8FA2D24}" destId="{64157A8B-C52C-4E15-B401-E88AC30B674A}" srcOrd="1" destOrd="0" presId="urn:microsoft.com/office/officeart/2005/8/layout/process1"/>
    <dgm:cxn modelId="{A46141F3-E792-497F-BAB0-731BF102C6D4}" srcId="{7B26DA5F-5072-47DD-AEC1-EC4A852EA49F}" destId="{3734B39C-0E8D-4A84-AD0F-3F60D5C37AE7}" srcOrd="1" destOrd="0" parTransId="{05478ED1-838E-4E74-9C7B-8F1E945AF5E9}" sibTransId="{F0ADE058-A155-40D2-8662-AB6152271580}"/>
    <dgm:cxn modelId="{5ABFA0E1-DA7B-4129-92F4-88F5A289D8E9}" srcId="{7B26DA5F-5072-47DD-AEC1-EC4A852EA49F}" destId="{2DCE54E3-644B-4FE4-9879-187E804780AD}" srcOrd="2" destOrd="0" parTransId="{536BC39E-7B67-441A-A881-B39543AB0816}" sibTransId="{6DBD97CE-78EA-4F17-9782-BB0C5CE2F70A}"/>
    <dgm:cxn modelId="{19BAAA8E-647E-4C96-9D92-CC495225A3FF}" type="presOf" srcId="{F0ADE058-A155-40D2-8662-AB6152271580}" destId="{CAF216D6-2B59-469A-9984-F17B68666562}" srcOrd="0" destOrd="0" presId="urn:microsoft.com/office/officeart/2005/8/layout/process1"/>
    <dgm:cxn modelId="{A4F015FF-7986-4BCB-A3BA-8279C91DF480}" type="presOf" srcId="{C9BB6800-B167-4AE2-A899-F629A8FA2D24}" destId="{518F0E24-85BE-4C92-84B4-CD53A92B71B7}" srcOrd="0" destOrd="0" presId="urn:microsoft.com/office/officeart/2005/8/layout/process1"/>
    <dgm:cxn modelId="{BA8D8980-FF31-4EB7-9EAF-4768C8E6C301}" type="presOf" srcId="{3734B39C-0E8D-4A84-AD0F-3F60D5C37AE7}" destId="{C0327EEA-C2DD-432B-9D04-565C4B9FF262}" srcOrd="0" destOrd="0" presId="urn:microsoft.com/office/officeart/2005/8/layout/process1"/>
    <dgm:cxn modelId="{C13B0F83-10ED-4CB1-AB57-2C613BA3A9C4}" type="presOf" srcId="{2DCE54E3-644B-4FE4-9879-187E804780AD}" destId="{0A0760BE-254B-4C14-A1A5-C5524D2299B4}" srcOrd="0" destOrd="0" presId="urn:microsoft.com/office/officeart/2005/8/layout/process1"/>
    <dgm:cxn modelId="{B9BFFF1C-90F4-49B6-8FE8-BD950E4195CE}" type="presOf" srcId="{6DBD97CE-78EA-4F17-9782-BB0C5CE2F70A}" destId="{FBBC9D97-65D7-45B2-8DC2-357CD4699AD9}" srcOrd="0" destOrd="0" presId="urn:microsoft.com/office/officeart/2005/8/layout/process1"/>
    <dgm:cxn modelId="{B2A344B1-54F2-4F18-B629-5441143687F7}" srcId="{7B26DA5F-5072-47DD-AEC1-EC4A852EA49F}" destId="{BE2FF260-F47A-4505-BAD7-A5875535CBC6}" srcOrd="0" destOrd="0" parTransId="{BDBE4CDF-674F-40C6-A516-058963093DCF}" sibTransId="{C9BB6800-B167-4AE2-A899-F629A8FA2D24}"/>
    <dgm:cxn modelId="{43A8C81D-283C-4A85-B0AB-7A8A134F883F}" type="presOf" srcId="{F0ADE058-A155-40D2-8662-AB6152271580}" destId="{A51A00D2-38CE-4029-BB0C-72EAEC0AF078}" srcOrd="1" destOrd="0" presId="urn:microsoft.com/office/officeart/2005/8/layout/process1"/>
    <dgm:cxn modelId="{4D18CE41-C55A-4C46-B52E-6E382B3B1105}" srcId="{7B26DA5F-5072-47DD-AEC1-EC4A852EA49F}" destId="{22529714-0B9A-4A98-9C35-7E6EFC424469}" srcOrd="3" destOrd="0" parTransId="{98C7AD70-2C3D-46F8-9D2B-A5E2FBBD7957}" sibTransId="{4715F574-4817-429D-BB28-F667B00B2787}"/>
    <dgm:cxn modelId="{EB3682C6-769C-4B73-9411-ABB997FB10CE}" type="presOf" srcId="{6DBD97CE-78EA-4F17-9782-BB0C5CE2F70A}" destId="{B36F60BF-0EED-4428-8C84-53473AEA4C9E}" srcOrd="1" destOrd="0" presId="urn:microsoft.com/office/officeart/2005/8/layout/process1"/>
    <dgm:cxn modelId="{4288603D-0FDD-454F-AAFF-8F8FB57BFF3C}" type="presOf" srcId="{BE2FF260-F47A-4505-BAD7-A5875535CBC6}" destId="{0DE88A7B-5D18-4823-937A-34BB9A1C21B3}" srcOrd="0" destOrd="0" presId="urn:microsoft.com/office/officeart/2005/8/layout/process1"/>
    <dgm:cxn modelId="{9F5A725B-3275-46D0-B927-8CA7E3DAF8A7}" type="presOf" srcId="{7B26DA5F-5072-47DD-AEC1-EC4A852EA49F}" destId="{F635A5DB-6CAF-4E00-934D-8948B212CD23}" srcOrd="0" destOrd="0" presId="urn:microsoft.com/office/officeart/2005/8/layout/process1"/>
    <dgm:cxn modelId="{8501E8DE-EDAC-4828-9B74-6F4E8B307E42}" type="presOf" srcId="{22529714-0B9A-4A98-9C35-7E6EFC424469}" destId="{40E641DB-B3E9-48D9-A379-E96BEABE629D}" srcOrd="0" destOrd="0" presId="urn:microsoft.com/office/officeart/2005/8/layout/process1"/>
    <dgm:cxn modelId="{D22595E4-F7E1-415A-8D02-291F40269A1A}" type="presParOf" srcId="{F635A5DB-6CAF-4E00-934D-8948B212CD23}" destId="{0DE88A7B-5D18-4823-937A-34BB9A1C21B3}" srcOrd="0" destOrd="0" presId="urn:microsoft.com/office/officeart/2005/8/layout/process1"/>
    <dgm:cxn modelId="{0A67AB4A-017E-470D-8BEB-816D07862DD7}" type="presParOf" srcId="{F635A5DB-6CAF-4E00-934D-8948B212CD23}" destId="{518F0E24-85BE-4C92-84B4-CD53A92B71B7}" srcOrd="1" destOrd="0" presId="urn:microsoft.com/office/officeart/2005/8/layout/process1"/>
    <dgm:cxn modelId="{21C427A3-197A-4E2C-955F-4B4C93C6FA90}" type="presParOf" srcId="{518F0E24-85BE-4C92-84B4-CD53A92B71B7}" destId="{64157A8B-C52C-4E15-B401-E88AC30B674A}" srcOrd="0" destOrd="0" presId="urn:microsoft.com/office/officeart/2005/8/layout/process1"/>
    <dgm:cxn modelId="{74DB421F-59CA-4FB3-B520-E8E161294C54}" type="presParOf" srcId="{F635A5DB-6CAF-4E00-934D-8948B212CD23}" destId="{C0327EEA-C2DD-432B-9D04-565C4B9FF262}" srcOrd="2" destOrd="0" presId="urn:microsoft.com/office/officeart/2005/8/layout/process1"/>
    <dgm:cxn modelId="{AFDE208A-9FF2-4816-9AD8-83EF073A090A}" type="presParOf" srcId="{F635A5DB-6CAF-4E00-934D-8948B212CD23}" destId="{CAF216D6-2B59-469A-9984-F17B68666562}" srcOrd="3" destOrd="0" presId="urn:microsoft.com/office/officeart/2005/8/layout/process1"/>
    <dgm:cxn modelId="{7BE9F9D6-5BEE-40BA-8D68-D6269436578E}" type="presParOf" srcId="{CAF216D6-2B59-469A-9984-F17B68666562}" destId="{A51A00D2-38CE-4029-BB0C-72EAEC0AF078}" srcOrd="0" destOrd="0" presId="urn:microsoft.com/office/officeart/2005/8/layout/process1"/>
    <dgm:cxn modelId="{6F30E0C4-ACD5-42DA-883C-1E47BCAF0687}" type="presParOf" srcId="{F635A5DB-6CAF-4E00-934D-8948B212CD23}" destId="{0A0760BE-254B-4C14-A1A5-C5524D2299B4}" srcOrd="4" destOrd="0" presId="urn:microsoft.com/office/officeart/2005/8/layout/process1"/>
    <dgm:cxn modelId="{C28EBD2A-07E6-42F6-9F78-A2BE8D72AA0E}" type="presParOf" srcId="{F635A5DB-6CAF-4E00-934D-8948B212CD23}" destId="{FBBC9D97-65D7-45B2-8DC2-357CD4699AD9}" srcOrd="5" destOrd="0" presId="urn:microsoft.com/office/officeart/2005/8/layout/process1"/>
    <dgm:cxn modelId="{7713164E-B101-460A-972C-6B52CEDF347B}" type="presParOf" srcId="{FBBC9D97-65D7-45B2-8DC2-357CD4699AD9}" destId="{B36F60BF-0EED-4428-8C84-53473AEA4C9E}" srcOrd="0" destOrd="0" presId="urn:microsoft.com/office/officeart/2005/8/layout/process1"/>
    <dgm:cxn modelId="{E1A3D13C-6647-4AE5-B812-8FB049BBF1EA}" type="presParOf" srcId="{F635A5DB-6CAF-4E00-934D-8948B212CD23}" destId="{40E641DB-B3E9-48D9-A379-E96BEABE629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9B76DA-EFD2-8E40-A3D0-BB9E41D585CA}" type="doc">
      <dgm:prSet loTypeId="urn:microsoft.com/office/officeart/2005/8/layout/hierarchy2" loCatId="hierarchy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31DF0569-E856-E842-A415-28DFB8742654}">
      <dgm:prSet phldrT="[Text]" custT="1"/>
      <dgm:spPr/>
      <dgm:t>
        <a:bodyPr/>
        <a:lstStyle/>
        <a:p>
          <a:r>
            <a:rPr lang="en-US" sz="2000" b="1" dirty="0" smtClean="0"/>
            <a:t>Revenue drivers</a:t>
          </a:r>
          <a:endParaRPr lang="en-US" sz="2000" b="1" dirty="0"/>
        </a:p>
      </dgm:t>
    </dgm:pt>
    <dgm:pt modelId="{E65AE2F4-DC33-0B4C-9688-5233E78A4B99}" type="parTrans" cxnId="{E4AC325D-2A26-764A-8E84-D3A9642928BA}">
      <dgm:prSet/>
      <dgm:spPr/>
      <dgm:t>
        <a:bodyPr/>
        <a:lstStyle/>
        <a:p>
          <a:endParaRPr lang="en-US" sz="1400" b="1"/>
        </a:p>
      </dgm:t>
    </dgm:pt>
    <dgm:pt modelId="{AC80D19A-4F71-AA4B-AE2E-4C95CD9FF86E}" type="sibTrans" cxnId="{E4AC325D-2A26-764A-8E84-D3A9642928BA}">
      <dgm:prSet/>
      <dgm:spPr/>
      <dgm:t>
        <a:bodyPr/>
        <a:lstStyle/>
        <a:p>
          <a:endParaRPr lang="en-US" sz="1400" b="1"/>
        </a:p>
      </dgm:t>
    </dgm:pt>
    <dgm:pt modelId="{EABBB810-7677-D74A-B119-EF8AABF19F61}">
      <dgm:prSet phldrT="[Text]" custT="1"/>
      <dgm:spPr/>
      <dgm:t>
        <a:bodyPr/>
        <a:lstStyle/>
        <a:p>
          <a:r>
            <a:rPr lang="en-US" sz="2000" b="1" smtClean="0"/>
            <a:t>Customer visits</a:t>
          </a:r>
          <a:endParaRPr lang="en-US" sz="2000" b="1" dirty="0"/>
        </a:p>
      </dgm:t>
    </dgm:pt>
    <dgm:pt modelId="{244706CD-3476-0847-9134-43BA0BB1FC41}" type="parTrans" cxnId="{CEDBC15F-C2E4-384D-A495-390EA5B08EFD}">
      <dgm:prSet custT="1"/>
      <dgm:spPr/>
      <dgm:t>
        <a:bodyPr/>
        <a:lstStyle/>
        <a:p>
          <a:endParaRPr lang="en-US" sz="300" b="1"/>
        </a:p>
      </dgm:t>
    </dgm:pt>
    <dgm:pt modelId="{8E7E9386-A770-BF42-A386-96D26ABD5BA8}" type="sibTrans" cxnId="{CEDBC15F-C2E4-384D-A495-390EA5B08EFD}">
      <dgm:prSet/>
      <dgm:spPr/>
      <dgm:t>
        <a:bodyPr/>
        <a:lstStyle/>
        <a:p>
          <a:endParaRPr lang="en-US" sz="1400" b="1"/>
        </a:p>
      </dgm:t>
    </dgm:pt>
    <dgm:pt modelId="{9830EA75-F225-C64A-93FD-3A7FD9C8D4A4}">
      <dgm:prSet phldrT="[Text]" custT="1"/>
      <dgm:spPr/>
      <dgm:t>
        <a:bodyPr/>
        <a:lstStyle/>
        <a:p>
          <a:r>
            <a:rPr lang="en-US" sz="2000" b="1" smtClean="0"/>
            <a:t>Advertising</a:t>
          </a:r>
          <a:endParaRPr lang="en-US" sz="2000" b="1" dirty="0"/>
        </a:p>
      </dgm:t>
    </dgm:pt>
    <dgm:pt modelId="{F1BC9B77-5136-434C-A26E-0D6614383079}" type="parTrans" cxnId="{E3C4E765-5A90-D442-A045-6961CC83389F}">
      <dgm:prSet custT="1"/>
      <dgm:spPr/>
      <dgm:t>
        <a:bodyPr/>
        <a:lstStyle/>
        <a:p>
          <a:endParaRPr lang="en-US" sz="300" b="1"/>
        </a:p>
      </dgm:t>
    </dgm:pt>
    <dgm:pt modelId="{C7A9264B-4D7A-2945-8AFE-BE8E53280885}" type="sibTrans" cxnId="{E3C4E765-5A90-D442-A045-6961CC83389F}">
      <dgm:prSet/>
      <dgm:spPr/>
      <dgm:t>
        <a:bodyPr/>
        <a:lstStyle/>
        <a:p>
          <a:endParaRPr lang="en-US" sz="1400" b="1"/>
        </a:p>
      </dgm:t>
    </dgm:pt>
    <dgm:pt modelId="{067F0622-6076-5442-8B23-CC8A261F3A05}">
      <dgm:prSet phldrT="[Text]" custT="1"/>
      <dgm:spPr/>
      <dgm:t>
        <a:bodyPr/>
        <a:lstStyle/>
        <a:p>
          <a:r>
            <a:rPr lang="en-US" sz="2000" b="1" smtClean="0"/>
            <a:t>Store location</a:t>
          </a:r>
          <a:endParaRPr lang="en-US" sz="2000" b="1" dirty="0"/>
        </a:p>
      </dgm:t>
    </dgm:pt>
    <dgm:pt modelId="{B9BFB452-7218-E54D-8D08-F3AC25AFDEF2}" type="parTrans" cxnId="{C292AFC3-E996-AB4C-82F9-D40527F40466}">
      <dgm:prSet custT="1"/>
      <dgm:spPr/>
      <dgm:t>
        <a:bodyPr/>
        <a:lstStyle/>
        <a:p>
          <a:endParaRPr lang="en-US" sz="300" b="1"/>
        </a:p>
      </dgm:t>
    </dgm:pt>
    <dgm:pt modelId="{CE0ABCC8-379C-2D48-BDC0-D92CCF847D57}" type="sibTrans" cxnId="{C292AFC3-E996-AB4C-82F9-D40527F40466}">
      <dgm:prSet/>
      <dgm:spPr/>
      <dgm:t>
        <a:bodyPr/>
        <a:lstStyle/>
        <a:p>
          <a:endParaRPr lang="en-US" sz="1400" b="1"/>
        </a:p>
      </dgm:t>
    </dgm:pt>
    <dgm:pt modelId="{7808C8EA-B8AB-204E-B685-9223EA566DDC}">
      <dgm:prSet phldrT="[Text]" custT="1"/>
      <dgm:spPr/>
      <dgm:t>
        <a:bodyPr/>
        <a:lstStyle/>
        <a:p>
          <a:r>
            <a:rPr lang="en-US" sz="2000" b="1" smtClean="0"/>
            <a:t>Up-selling</a:t>
          </a:r>
          <a:endParaRPr lang="en-US" sz="2000" b="1" dirty="0"/>
        </a:p>
      </dgm:t>
    </dgm:pt>
    <dgm:pt modelId="{8E14AEAA-281E-8B4C-94FB-383B98EF995D}" type="parTrans" cxnId="{520151A8-3C46-724C-AB31-839415F0E87B}">
      <dgm:prSet custT="1"/>
      <dgm:spPr/>
      <dgm:t>
        <a:bodyPr/>
        <a:lstStyle/>
        <a:p>
          <a:endParaRPr lang="en-US" sz="300" b="1"/>
        </a:p>
      </dgm:t>
    </dgm:pt>
    <dgm:pt modelId="{38A6B6A8-B238-344D-9E4B-5DCC185ED3C8}" type="sibTrans" cxnId="{520151A8-3C46-724C-AB31-839415F0E87B}">
      <dgm:prSet/>
      <dgm:spPr/>
      <dgm:t>
        <a:bodyPr/>
        <a:lstStyle/>
        <a:p>
          <a:endParaRPr lang="en-US" sz="1400" b="1"/>
        </a:p>
      </dgm:t>
    </dgm:pt>
    <dgm:pt modelId="{3F4E2651-6A71-3C42-85E1-B09B52B230C1}">
      <dgm:prSet phldrT="[Text]" custT="1"/>
      <dgm:spPr/>
      <dgm:t>
        <a:bodyPr/>
        <a:lstStyle/>
        <a:p>
          <a:r>
            <a:rPr lang="en-US" sz="2000" b="1" smtClean="0"/>
            <a:t>Sales associates</a:t>
          </a:r>
          <a:endParaRPr lang="en-US" sz="2000" b="1" dirty="0"/>
        </a:p>
      </dgm:t>
    </dgm:pt>
    <dgm:pt modelId="{30B4D055-BA9B-CB4E-80E9-7DD2475EE338}" type="parTrans" cxnId="{490BE737-0819-E84B-8503-471523EC994A}">
      <dgm:prSet custT="1"/>
      <dgm:spPr/>
      <dgm:t>
        <a:bodyPr/>
        <a:lstStyle/>
        <a:p>
          <a:endParaRPr lang="en-US" sz="300" b="1"/>
        </a:p>
      </dgm:t>
    </dgm:pt>
    <dgm:pt modelId="{68016BA9-48F6-B942-ADF0-C0D55B5C3A71}" type="sibTrans" cxnId="{490BE737-0819-E84B-8503-471523EC994A}">
      <dgm:prSet/>
      <dgm:spPr/>
      <dgm:t>
        <a:bodyPr/>
        <a:lstStyle/>
        <a:p>
          <a:endParaRPr lang="en-US" sz="1400" b="1"/>
        </a:p>
      </dgm:t>
    </dgm:pt>
    <dgm:pt modelId="{927B3481-6F47-C644-A6C2-88B0D1FB1461}" type="pres">
      <dgm:prSet presAssocID="{B99B76DA-EFD2-8E40-A3D0-BB9E41D585C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70856EA-F4A6-FB42-B30D-891B44F06120}" type="pres">
      <dgm:prSet presAssocID="{31DF0569-E856-E842-A415-28DFB8742654}" presName="root1" presStyleCnt="0"/>
      <dgm:spPr/>
      <dgm:t>
        <a:bodyPr/>
        <a:lstStyle/>
        <a:p>
          <a:endParaRPr lang="en-US"/>
        </a:p>
      </dgm:t>
    </dgm:pt>
    <dgm:pt modelId="{F204B980-B86C-AD44-BBE3-0F1F205B4008}" type="pres">
      <dgm:prSet presAssocID="{31DF0569-E856-E842-A415-28DFB8742654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108260-ED8B-3D48-9744-62373CDE1190}" type="pres">
      <dgm:prSet presAssocID="{31DF0569-E856-E842-A415-28DFB8742654}" presName="level2hierChild" presStyleCnt="0"/>
      <dgm:spPr/>
      <dgm:t>
        <a:bodyPr/>
        <a:lstStyle/>
        <a:p>
          <a:endParaRPr lang="en-US"/>
        </a:p>
      </dgm:t>
    </dgm:pt>
    <dgm:pt modelId="{6022BEDE-1123-1D4E-9F6C-0CC90EAEFC58}" type="pres">
      <dgm:prSet presAssocID="{244706CD-3476-0847-9134-43BA0BB1FC41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9D487E93-979A-0B4B-98CA-9EC54D1F3821}" type="pres">
      <dgm:prSet presAssocID="{244706CD-3476-0847-9134-43BA0BB1FC41}" presName="connTx" presStyleLbl="parChTrans1D2" presStyleIdx="0" presStyleCnt="2"/>
      <dgm:spPr/>
      <dgm:t>
        <a:bodyPr/>
        <a:lstStyle/>
        <a:p>
          <a:endParaRPr lang="en-US"/>
        </a:p>
      </dgm:t>
    </dgm:pt>
    <dgm:pt modelId="{F0E08951-0A5E-254E-8392-6E2E38E94B9D}" type="pres">
      <dgm:prSet presAssocID="{EABBB810-7677-D74A-B119-EF8AABF19F61}" presName="root2" presStyleCnt="0"/>
      <dgm:spPr/>
      <dgm:t>
        <a:bodyPr/>
        <a:lstStyle/>
        <a:p>
          <a:endParaRPr lang="en-US"/>
        </a:p>
      </dgm:t>
    </dgm:pt>
    <dgm:pt modelId="{4B5A1676-9A02-104B-80F3-3A8679B7613E}" type="pres">
      <dgm:prSet presAssocID="{EABBB810-7677-D74A-B119-EF8AABF19F61}" presName="LevelTwoTextNode" presStyleLbl="node2" presStyleIdx="0" presStyleCnt="2" custLinFactY="66941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BD8DCF-E86B-FA4E-95B8-B0B5D0B2A5FD}" type="pres">
      <dgm:prSet presAssocID="{EABBB810-7677-D74A-B119-EF8AABF19F61}" presName="level3hierChild" presStyleCnt="0"/>
      <dgm:spPr/>
      <dgm:t>
        <a:bodyPr/>
        <a:lstStyle/>
        <a:p>
          <a:endParaRPr lang="en-US"/>
        </a:p>
      </dgm:t>
    </dgm:pt>
    <dgm:pt modelId="{FFA28A68-4E2F-234D-9F00-512CA0155943}" type="pres">
      <dgm:prSet presAssocID="{F1BC9B77-5136-434C-A26E-0D6614383079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29517203-50C2-984E-A99A-C2F942F07160}" type="pres">
      <dgm:prSet presAssocID="{F1BC9B77-5136-434C-A26E-0D6614383079}" presName="connTx" presStyleLbl="parChTrans1D3" presStyleIdx="0" presStyleCnt="3"/>
      <dgm:spPr/>
      <dgm:t>
        <a:bodyPr/>
        <a:lstStyle/>
        <a:p>
          <a:endParaRPr lang="en-US"/>
        </a:p>
      </dgm:t>
    </dgm:pt>
    <dgm:pt modelId="{5A395BF3-1F96-9D4E-8845-8E6595E74154}" type="pres">
      <dgm:prSet presAssocID="{9830EA75-F225-C64A-93FD-3A7FD9C8D4A4}" presName="root2" presStyleCnt="0"/>
      <dgm:spPr/>
      <dgm:t>
        <a:bodyPr/>
        <a:lstStyle/>
        <a:p>
          <a:endParaRPr lang="en-US"/>
        </a:p>
      </dgm:t>
    </dgm:pt>
    <dgm:pt modelId="{27DADB35-86E0-C542-A6A8-80CF96D15E93}" type="pres">
      <dgm:prSet presAssocID="{9830EA75-F225-C64A-93FD-3A7FD9C8D4A4}" presName="LevelTwoTextNode" presStyleLbl="node3" presStyleIdx="0" presStyleCnt="3" custLinFactY="64338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7805E0F-8257-E549-A950-382B533BF77D}" type="pres">
      <dgm:prSet presAssocID="{9830EA75-F225-C64A-93FD-3A7FD9C8D4A4}" presName="level3hierChild" presStyleCnt="0"/>
      <dgm:spPr/>
      <dgm:t>
        <a:bodyPr/>
        <a:lstStyle/>
        <a:p>
          <a:endParaRPr lang="en-US"/>
        </a:p>
      </dgm:t>
    </dgm:pt>
    <dgm:pt modelId="{B9DECE35-AE4F-8346-B5D8-2189D1E01EE4}" type="pres">
      <dgm:prSet presAssocID="{B9BFB452-7218-E54D-8D08-F3AC25AFDEF2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D798C1D8-3428-A944-A713-72BD99C9DF05}" type="pres">
      <dgm:prSet presAssocID="{B9BFB452-7218-E54D-8D08-F3AC25AFDEF2}" presName="connTx" presStyleLbl="parChTrans1D3" presStyleIdx="1" presStyleCnt="3"/>
      <dgm:spPr/>
      <dgm:t>
        <a:bodyPr/>
        <a:lstStyle/>
        <a:p>
          <a:endParaRPr lang="en-US"/>
        </a:p>
      </dgm:t>
    </dgm:pt>
    <dgm:pt modelId="{BDB14572-6348-9F42-9436-FFABDB8EE747}" type="pres">
      <dgm:prSet presAssocID="{067F0622-6076-5442-8B23-CC8A261F3A05}" presName="root2" presStyleCnt="0"/>
      <dgm:spPr/>
      <dgm:t>
        <a:bodyPr/>
        <a:lstStyle/>
        <a:p>
          <a:endParaRPr lang="en-US"/>
        </a:p>
      </dgm:t>
    </dgm:pt>
    <dgm:pt modelId="{FEAD0FFB-DA8B-0B4B-AACF-AE7ED662D27B}" type="pres">
      <dgm:prSet presAssocID="{067F0622-6076-5442-8B23-CC8A261F3A05}" presName="LevelTwoTextNode" presStyleLbl="node3" presStyleIdx="1" presStyleCnt="3" custLinFactY="65450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70A30E-547C-5646-B420-418D626B5828}" type="pres">
      <dgm:prSet presAssocID="{067F0622-6076-5442-8B23-CC8A261F3A05}" presName="level3hierChild" presStyleCnt="0"/>
      <dgm:spPr/>
      <dgm:t>
        <a:bodyPr/>
        <a:lstStyle/>
        <a:p>
          <a:endParaRPr lang="en-US"/>
        </a:p>
      </dgm:t>
    </dgm:pt>
    <dgm:pt modelId="{2E112D10-16C4-F548-832A-2273979C2558}" type="pres">
      <dgm:prSet presAssocID="{8E14AEAA-281E-8B4C-94FB-383B98EF995D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3D69501F-C0B8-274F-885C-94B80958C846}" type="pres">
      <dgm:prSet presAssocID="{8E14AEAA-281E-8B4C-94FB-383B98EF995D}" presName="connTx" presStyleLbl="parChTrans1D2" presStyleIdx="1" presStyleCnt="2"/>
      <dgm:spPr/>
      <dgm:t>
        <a:bodyPr/>
        <a:lstStyle/>
        <a:p>
          <a:endParaRPr lang="en-US"/>
        </a:p>
      </dgm:t>
    </dgm:pt>
    <dgm:pt modelId="{51E1BE7D-35BB-4D48-A479-7DAF09E51932}" type="pres">
      <dgm:prSet presAssocID="{7808C8EA-B8AB-204E-B685-9223EA566DDC}" presName="root2" presStyleCnt="0"/>
      <dgm:spPr/>
      <dgm:t>
        <a:bodyPr/>
        <a:lstStyle/>
        <a:p>
          <a:endParaRPr lang="en-US"/>
        </a:p>
      </dgm:t>
    </dgm:pt>
    <dgm:pt modelId="{3878B572-FC4C-EA43-B7DF-00A5D706B1E3}" type="pres">
      <dgm:prSet presAssocID="{7808C8EA-B8AB-204E-B685-9223EA566DDC}" presName="LevelTwoTextNode" presStyleLbl="node2" presStyleIdx="1" presStyleCnt="2" custLinFactY="-92011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2D41C3-A878-9547-88BA-5BB8010370DE}" type="pres">
      <dgm:prSet presAssocID="{7808C8EA-B8AB-204E-B685-9223EA566DDC}" presName="level3hierChild" presStyleCnt="0"/>
      <dgm:spPr/>
      <dgm:t>
        <a:bodyPr/>
        <a:lstStyle/>
        <a:p>
          <a:endParaRPr lang="en-US"/>
        </a:p>
      </dgm:t>
    </dgm:pt>
    <dgm:pt modelId="{CC7880E0-507E-0945-9912-AA6D33BF82DA}" type="pres">
      <dgm:prSet presAssocID="{30B4D055-BA9B-CB4E-80E9-7DD2475EE338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9312708A-8E15-6A46-A307-52C0245EBB9A}" type="pres">
      <dgm:prSet presAssocID="{30B4D055-BA9B-CB4E-80E9-7DD2475EE338}" presName="connTx" presStyleLbl="parChTrans1D3" presStyleIdx="2" presStyleCnt="3"/>
      <dgm:spPr/>
      <dgm:t>
        <a:bodyPr/>
        <a:lstStyle/>
        <a:p>
          <a:endParaRPr lang="en-US"/>
        </a:p>
      </dgm:t>
    </dgm:pt>
    <dgm:pt modelId="{70773460-87AA-1144-8AE2-A0261C6B29C3}" type="pres">
      <dgm:prSet presAssocID="{3F4E2651-6A71-3C42-85E1-B09B52B230C1}" presName="root2" presStyleCnt="0"/>
      <dgm:spPr/>
      <dgm:t>
        <a:bodyPr/>
        <a:lstStyle/>
        <a:p>
          <a:endParaRPr lang="en-US"/>
        </a:p>
      </dgm:t>
    </dgm:pt>
    <dgm:pt modelId="{187EB755-483C-E94F-B3F3-7C564EEE04F0}" type="pres">
      <dgm:prSet presAssocID="{3F4E2651-6A71-3C42-85E1-B09B52B230C1}" presName="LevelTwoTextNode" presStyleLbl="node3" presStyleIdx="2" presStyleCnt="3" custLinFactY="-92011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EA97C0-52AB-A443-A742-3293B88CC082}" type="pres">
      <dgm:prSet presAssocID="{3F4E2651-6A71-3C42-85E1-B09B52B230C1}" presName="level3hierChild" presStyleCnt="0"/>
      <dgm:spPr/>
      <dgm:t>
        <a:bodyPr/>
        <a:lstStyle/>
        <a:p>
          <a:endParaRPr lang="en-US"/>
        </a:p>
      </dgm:t>
    </dgm:pt>
  </dgm:ptLst>
  <dgm:cxnLst>
    <dgm:cxn modelId="{E3C4E765-5A90-D442-A045-6961CC83389F}" srcId="{EABBB810-7677-D74A-B119-EF8AABF19F61}" destId="{9830EA75-F225-C64A-93FD-3A7FD9C8D4A4}" srcOrd="0" destOrd="0" parTransId="{F1BC9B77-5136-434C-A26E-0D6614383079}" sibTransId="{C7A9264B-4D7A-2945-8AFE-BE8E53280885}"/>
    <dgm:cxn modelId="{3AFA36AA-D732-48A4-A2BB-3ED7EC4599FB}" type="presOf" srcId="{30B4D055-BA9B-CB4E-80E9-7DD2475EE338}" destId="{CC7880E0-507E-0945-9912-AA6D33BF82DA}" srcOrd="0" destOrd="0" presId="urn:microsoft.com/office/officeart/2005/8/layout/hierarchy2"/>
    <dgm:cxn modelId="{0D6D3651-44A3-4BF7-8007-6DFE8CAA79BC}" type="presOf" srcId="{7808C8EA-B8AB-204E-B685-9223EA566DDC}" destId="{3878B572-FC4C-EA43-B7DF-00A5D706B1E3}" srcOrd="0" destOrd="0" presId="urn:microsoft.com/office/officeart/2005/8/layout/hierarchy2"/>
    <dgm:cxn modelId="{E4AC325D-2A26-764A-8E84-D3A9642928BA}" srcId="{B99B76DA-EFD2-8E40-A3D0-BB9E41D585CA}" destId="{31DF0569-E856-E842-A415-28DFB8742654}" srcOrd="0" destOrd="0" parTransId="{E65AE2F4-DC33-0B4C-9688-5233E78A4B99}" sibTransId="{AC80D19A-4F71-AA4B-AE2E-4C95CD9FF86E}"/>
    <dgm:cxn modelId="{4A3F27F0-B107-4B23-BE42-6E7DD80B076F}" type="presOf" srcId="{F1BC9B77-5136-434C-A26E-0D6614383079}" destId="{29517203-50C2-984E-A99A-C2F942F07160}" srcOrd="1" destOrd="0" presId="urn:microsoft.com/office/officeart/2005/8/layout/hierarchy2"/>
    <dgm:cxn modelId="{57EC0503-46A9-4DEB-8FF3-98A66C771C6D}" type="presOf" srcId="{EABBB810-7677-D74A-B119-EF8AABF19F61}" destId="{4B5A1676-9A02-104B-80F3-3A8679B7613E}" srcOrd="0" destOrd="0" presId="urn:microsoft.com/office/officeart/2005/8/layout/hierarchy2"/>
    <dgm:cxn modelId="{3F79ED02-95D2-4A4E-A780-D5E579197395}" type="presOf" srcId="{31DF0569-E856-E842-A415-28DFB8742654}" destId="{F204B980-B86C-AD44-BBE3-0F1F205B4008}" srcOrd="0" destOrd="0" presId="urn:microsoft.com/office/officeart/2005/8/layout/hierarchy2"/>
    <dgm:cxn modelId="{C6058B95-8220-4709-958C-1CCDAA159EA0}" type="presOf" srcId="{3F4E2651-6A71-3C42-85E1-B09B52B230C1}" destId="{187EB755-483C-E94F-B3F3-7C564EEE04F0}" srcOrd="0" destOrd="0" presId="urn:microsoft.com/office/officeart/2005/8/layout/hierarchy2"/>
    <dgm:cxn modelId="{D8AF5D53-2C0B-4C07-97F5-6FF73F44CCF3}" type="presOf" srcId="{9830EA75-F225-C64A-93FD-3A7FD9C8D4A4}" destId="{27DADB35-86E0-C542-A6A8-80CF96D15E93}" srcOrd="0" destOrd="0" presId="urn:microsoft.com/office/officeart/2005/8/layout/hierarchy2"/>
    <dgm:cxn modelId="{3ED9EA82-DE62-4CF3-88DB-E343ECC8FB6A}" type="presOf" srcId="{B99B76DA-EFD2-8E40-A3D0-BB9E41D585CA}" destId="{927B3481-6F47-C644-A6C2-88B0D1FB1461}" srcOrd="0" destOrd="0" presId="urn:microsoft.com/office/officeart/2005/8/layout/hierarchy2"/>
    <dgm:cxn modelId="{C292AFC3-E996-AB4C-82F9-D40527F40466}" srcId="{EABBB810-7677-D74A-B119-EF8AABF19F61}" destId="{067F0622-6076-5442-8B23-CC8A261F3A05}" srcOrd="1" destOrd="0" parTransId="{B9BFB452-7218-E54D-8D08-F3AC25AFDEF2}" sibTransId="{CE0ABCC8-379C-2D48-BDC0-D92CCF847D57}"/>
    <dgm:cxn modelId="{BACC4285-8F2C-4B7E-9396-9C0747DFEAE3}" type="presOf" srcId="{067F0622-6076-5442-8B23-CC8A261F3A05}" destId="{FEAD0FFB-DA8B-0B4B-AACF-AE7ED662D27B}" srcOrd="0" destOrd="0" presId="urn:microsoft.com/office/officeart/2005/8/layout/hierarchy2"/>
    <dgm:cxn modelId="{014D79D9-DC08-4BF6-8823-8A5EB0B70278}" type="presOf" srcId="{F1BC9B77-5136-434C-A26E-0D6614383079}" destId="{FFA28A68-4E2F-234D-9F00-512CA0155943}" srcOrd="0" destOrd="0" presId="urn:microsoft.com/office/officeart/2005/8/layout/hierarchy2"/>
    <dgm:cxn modelId="{E8AF1348-B474-4636-8BEC-892B80D61445}" type="presOf" srcId="{B9BFB452-7218-E54D-8D08-F3AC25AFDEF2}" destId="{D798C1D8-3428-A944-A713-72BD99C9DF05}" srcOrd="1" destOrd="0" presId="urn:microsoft.com/office/officeart/2005/8/layout/hierarchy2"/>
    <dgm:cxn modelId="{520151A8-3C46-724C-AB31-839415F0E87B}" srcId="{31DF0569-E856-E842-A415-28DFB8742654}" destId="{7808C8EA-B8AB-204E-B685-9223EA566DDC}" srcOrd="1" destOrd="0" parTransId="{8E14AEAA-281E-8B4C-94FB-383B98EF995D}" sibTransId="{38A6B6A8-B238-344D-9E4B-5DCC185ED3C8}"/>
    <dgm:cxn modelId="{9D8DF9B0-72A0-4F82-9DFD-41B8E5BD8708}" type="presOf" srcId="{8E14AEAA-281E-8B4C-94FB-383B98EF995D}" destId="{3D69501F-C0B8-274F-885C-94B80958C846}" srcOrd="1" destOrd="0" presId="urn:microsoft.com/office/officeart/2005/8/layout/hierarchy2"/>
    <dgm:cxn modelId="{D460FDE8-A3C6-4546-9432-7B1A4EFABA09}" type="presOf" srcId="{8E14AEAA-281E-8B4C-94FB-383B98EF995D}" destId="{2E112D10-16C4-F548-832A-2273979C2558}" srcOrd="0" destOrd="0" presId="urn:microsoft.com/office/officeart/2005/8/layout/hierarchy2"/>
    <dgm:cxn modelId="{CEDBC15F-C2E4-384D-A495-390EA5B08EFD}" srcId="{31DF0569-E856-E842-A415-28DFB8742654}" destId="{EABBB810-7677-D74A-B119-EF8AABF19F61}" srcOrd="0" destOrd="0" parTransId="{244706CD-3476-0847-9134-43BA0BB1FC41}" sibTransId="{8E7E9386-A770-BF42-A386-96D26ABD5BA8}"/>
    <dgm:cxn modelId="{85EEFF74-1DFA-4A33-931D-52FFEC8C241C}" type="presOf" srcId="{244706CD-3476-0847-9134-43BA0BB1FC41}" destId="{9D487E93-979A-0B4B-98CA-9EC54D1F3821}" srcOrd="1" destOrd="0" presId="urn:microsoft.com/office/officeart/2005/8/layout/hierarchy2"/>
    <dgm:cxn modelId="{490BE737-0819-E84B-8503-471523EC994A}" srcId="{7808C8EA-B8AB-204E-B685-9223EA566DDC}" destId="{3F4E2651-6A71-3C42-85E1-B09B52B230C1}" srcOrd="0" destOrd="0" parTransId="{30B4D055-BA9B-CB4E-80E9-7DD2475EE338}" sibTransId="{68016BA9-48F6-B942-ADF0-C0D55B5C3A71}"/>
    <dgm:cxn modelId="{C096E471-C7D3-44E1-AC61-CD7F8E7032B1}" type="presOf" srcId="{30B4D055-BA9B-CB4E-80E9-7DD2475EE338}" destId="{9312708A-8E15-6A46-A307-52C0245EBB9A}" srcOrd="1" destOrd="0" presId="urn:microsoft.com/office/officeart/2005/8/layout/hierarchy2"/>
    <dgm:cxn modelId="{8FD8E5A2-5424-46CF-84B0-77AD9C641387}" type="presOf" srcId="{B9BFB452-7218-E54D-8D08-F3AC25AFDEF2}" destId="{B9DECE35-AE4F-8346-B5D8-2189D1E01EE4}" srcOrd="0" destOrd="0" presId="urn:microsoft.com/office/officeart/2005/8/layout/hierarchy2"/>
    <dgm:cxn modelId="{4499E514-4B94-4427-BD55-44D178D01E21}" type="presOf" srcId="{244706CD-3476-0847-9134-43BA0BB1FC41}" destId="{6022BEDE-1123-1D4E-9F6C-0CC90EAEFC58}" srcOrd="0" destOrd="0" presId="urn:microsoft.com/office/officeart/2005/8/layout/hierarchy2"/>
    <dgm:cxn modelId="{2C6AF639-99E7-4C46-826C-B051C3B58896}" type="presParOf" srcId="{927B3481-6F47-C644-A6C2-88B0D1FB1461}" destId="{970856EA-F4A6-FB42-B30D-891B44F06120}" srcOrd="0" destOrd="0" presId="urn:microsoft.com/office/officeart/2005/8/layout/hierarchy2"/>
    <dgm:cxn modelId="{B799E648-BECF-4207-A533-9B4EFB7090D2}" type="presParOf" srcId="{970856EA-F4A6-FB42-B30D-891B44F06120}" destId="{F204B980-B86C-AD44-BBE3-0F1F205B4008}" srcOrd="0" destOrd="0" presId="urn:microsoft.com/office/officeart/2005/8/layout/hierarchy2"/>
    <dgm:cxn modelId="{89169195-047F-422D-9627-CE3A8625864C}" type="presParOf" srcId="{970856EA-F4A6-FB42-B30D-891B44F06120}" destId="{7F108260-ED8B-3D48-9744-62373CDE1190}" srcOrd="1" destOrd="0" presId="urn:microsoft.com/office/officeart/2005/8/layout/hierarchy2"/>
    <dgm:cxn modelId="{E7A37AB6-3AF3-4F9D-9973-9EEE06B38781}" type="presParOf" srcId="{7F108260-ED8B-3D48-9744-62373CDE1190}" destId="{6022BEDE-1123-1D4E-9F6C-0CC90EAEFC58}" srcOrd="0" destOrd="0" presId="urn:microsoft.com/office/officeart/2005/8/layout/hierarchy2"/>
    <dgm:cxn modelId="{AFE12792-A7B9-425B-843B-887929F99966}" type="presParOf" srcId="{6022BEDE-1123-1D4E-9F6C-0CC90EAEFC58}" destId="{9D487E93-979A-0B4B-98CA-9EC54D1F3821}" srcOrd="0" destOrd="0" presId="urn:microsoft.com/office/officeart/2005/8/layout/hierarchy2"/>
    <dgm:cxn modelId="{2619CCA5-1773-40B6-AC4D-EA72201A0F85}" type="presParOf" srcId="{7F108260-ED8B-3D48-9744-62373CDE1190}" destId="{F0E08951-0A5E-254E-8392-6E2E38E94B9D}" srcOrd="1" destOrd="0" presId="urn:microsoft.com/office/officeart/2005/8/layout/hierarchy2"/>
    <dgm:cxn modelId="{BB3276B2-3B49-4E2C-A325-AEADD683CB24}" type="presParOf" srcId="{F0E08951-0A5E-254E-8392-6E2E38E94B9D}" destId="{4B5A1676-9A02-104B-80F3-3A8679B7613E}" srcOrd="0" destOrd="0" presId="urn:microsoft.com/office/officeart/2005/8/layout/hierarchy2"/>
    <dgm:cxn modelId="{F42F2780-C870-4240-B94C-394F1DF6B5E1}" type="presParOf" srcId="{F0E08951-0A5E-254E-8392-6E2E38E94B9D}" destId="{AEBD8DCF-E86B-FA4E-95B8-B0B5D0B2A5FD}" srcOrd="1" destOrd="0" presId="urn:microsoft.com/office/officeart/2005/8/layout/hierarchy2"/>
    <dgm:cxn modelId="{69BFDC8A-E66D-4701-9DEC-170054458808}" type="presParOf" srcId="{AEBD8DCF-E86B-FA4E-95B8-B0B5D0B2A5FD}" destId="{FFA28A68-4E2F-234D-9F00-512CA0155943}" srcOrd="0" destOrd="0" presId="urn:microsoft.com/office/officeart/2005/8/layout/hierarchy2"/>
    <dgm:cxn modelId="{6482989B-09C9-4B34-8029-E44432D58904}" type="presParOf" srcId="{FFA28A68-4E2F-234D-9F00-512CA0155943}" destId="{29517203-50C2-984E-A99A-C2F942F07160}" srcOrd="0" destOrd="0" presId="urn:microsoft.com/office/officeart/2005/8/layout/hierarchy2"/>
    <dgm:cxn modelId="{575E645F-CD9F-452B-AFBC-D85BEB3E6509}" type="presParOf" srcId="{AEBD8DCF-E86B-FA4E-95B8-B0B5D0B2A5FD}" destId="{5A395BF3-1F96-9D4E-8845-8E6595E74154}" srcOrd="1" destOrd="0" presId="urn:microsoft.com/office/officeart/2005/8/layout/hierarchy2"/>
    <dgm:cxn modelId="{E69BCD62-FC11-472A-9B5F-9E2EB3895F2C}" type="presParOf" srcId="{5A395BF3-1F96-9D4E-8845-8E6595E74154}" destId="{27DADB35-86E0-C542-A6A8-80CF96D15E93}" srcOrd="0" destOrd="0" presId="urn:microsoft.com/office/officeart/2005/8/layout/hierarchy2"/>
    <dgm:cxn modelId="{502B1CF3-C671-49D8-83E4-58C1F7E17CBF}" type="presParOf" srcId="{5A395BF3-1F96-9D4E-8845-8E6595E74154}" destId="{D7805E0F-8257-E549-A950-382B533BF77D}" srcOrd="1" destOrd="0" presId="urn:microsoft.com/office/officeart/2005/8/layout/hierarchy2"/>
    <dgm:cxn modelId="{F6C6FC56-0255-4778-8D1C-06BEC9D281B8}" type="presParOf" srcId="{AEBD8DCF-E86B-FA4E-95B8-B0B5D0B2A5FD}" destId="{B9DECE35-AE4F-8346-B5D8-2189D1E01EE4}" srcOrd="2" destOrd="0" presId="urn:microsoft.com/office/officeart/2005/8/layout/hierarchy2"/>
    <dgm:cxn modelId="{7BBA8F39-7F09-4379-B96A-48D73234A7E9}" type="presParOf" srcId="{B9DECE35-AE4F-8346-B5D8-2189D1E01EE4}" destId="{D798C1D8-3428-A944-A713-72BD99C9DF05}" srcOrd="0" destOrd="0" presId="urn:microsoft.com/office/officeart/2005/8/layout/hierarchy2"/>
    <dgm:cxn modelId="{8D26997F-9EF9-440E-8749-F793CFEC828B}" type="presParOf" srcId="{AEBD8DCF-E86B-FA4E-95B8-B0B5D0B2A5FD}" destId="{BDB14572-6348-9F42-9436-FFABDB8EE747}" srcOrd="3" destOrd="0" presId="urn:microsoft.com/office/officeart/2005/8/layout/hierarchy2"/>
    <dgm:cxn modelId="{95D319D6-68DD-4DDD-9570-FFB695916A07}" type="presParOf" srcId="{BDB14572-6348-9F42-9436-FFABDB8EE747}" destId="{FEAD0FFB-DA8B-0B4B-AACF-AE7ED662D27B}" srcOrd="0" destOrd="0" presId="urn:microsoft.com/office/officeart/2005/8/layout/hierarchy2"/>
    <dgm:cxn modelId="{B96E95A8-1D39-4C4A-BCEB-2870A0854794}" type="presParOf" srcId="{BDB14572-6348-9F42-9436-FFABDB8EE747}" destId="{F870A30E-547C-5646-B420-418D626B5828}" srcOrd="1" destOrd="0" presId="urn:microsoft.com/office/officeart/2005/8/layout/hierarchy2"/>
    <dgm:cxn modelId="{3419B604-841E-495D-8467-A1DBC3FC1745}" type="presParOf" srcId="{7F108260-ED8B-3D48-9744-62373CDE1190}" destId="{2E112D10-16C4-F548-832A-2273979C2558}" srcOrd="2" destOrd="0" presId="urn:microsoft.com/office/officeart/2005/8/layout/hierarchy2"/>
    <dgm:cxn modelId="{A9F23D29-8CEA-4691-A54B-A69A9D1EBA15}" type="presParOf" srcId="{2E112D10-16C4-F548-832A-2273979C2558}" destId="{3D69501F-C0B8-274F-885C-94B80958C846}" srcOrd="0" destOrd="0" presId="urn:microsoft.com/office/officeart/2005/8/layout/hierarchy2"/>
    <dgm:cxn modelId="{DF118AF6-803E-4553-99EF-F5E1B0281864}" type="presParOf" srcId="{7F108260-ED8B-3D48-9744-62373CDE1190}" destId="{51E1BE7D-35BB-4D48-A479-7DAF09E51932}" srcOrd="3" destOrd="0" presId="urn:microsoft.com/office/officeart/2005/8/layout/hierarchy2"/>
    <dgm:cxn modelId="{01545B28-248C-4268-AB97-060183872E73}" type="presParOf" srcId="{51E1BE7D-35BB-4D48-A479-7DAF09E51932}" destId="{3878B572-FC4C-EA43-B7DF-00A5D706B1E3}" srcOrd="0" destOrd="0" presId="urn:microsoft.com/office/officeart/2005/8/layout/hierarchy2"/>
    <dgm:cxn modelId="{0D270FBC-EFA1-43D4-9F16-42847839019C}" type="presParOf" srcId="{51E1BE7D-35BB-4D48-A479-7DAF09E51932}" destId="{EF2D41C3-A878-9547-88BA-5BB8010370DE}" srcOrd="1" destOrd="0" presId="urn:microsoft.com/office/officeart/2005/8/layout/hierarchy2"/>
    <dgm:cxn modelId="{95CDD98B-BBCE-4024-ADF5-2A50DC63A65C}" type="presParOf" srcId="{EF2D41C3-A878-9547-88BA-5BB8010370DE}" destId="{CC7880E0-507E-0945-9912-AA6D33BF82DA}" srcOrd="0" destOrd="0" presId="urn:microsoft.com/office/officeart/2005/8/layout/hierarchy2"/>
    <dgm:cxn modelId="{6D5022F4-45DE-41A5-A441-11DF0E9B70EE}" type="presParOf" srcId="{CC7880E0-507E-0945-9912-AA6D33BF82DA}" destId="{9312708A-8E15-6A46-A307-52C0245EBB9A}" srcOrd="0" destOrd="0" presId="urn:microsoft.com/office/officeart/2005/8/layout/hierarchy2"/>
    <dgm:cxn modelId="{2A2CA5D0-D02D-43E0-B231-83F6BACCC1F3}" type="presParOf" srcId="{EF2D41C3-A878-9547-88BA-5BB8010370DE}" destId="{70773460-87AA-1144-8AE2-A0261C6B29C3}" srcOrd="1" destOrd="0" presId="urn:microsoft.com/office/officeart/2005/8/layout/hierarchy2"/>
    <dgm:cxn modelId="{680DA148-F56F-4BA1-92CB-ED12A12ABAFD}" type="presParOf" srcId="{70773460-87AA-1144-8AE2-A0261C6B29C3}" destId="{187EB755-483C-E94F-B3F3-7C564EEE04F0}" srcOrd="0" destOrd="0" presId="urn:microsoft.com/office/officeart/2005/8/layout/hierarchy2"/>
    <dgm:cxn modelId="{9EC9FF7F-C915-4D7A-9B8E-6EE371273B9B}" type="presParOf" srcId="{70773460-87AA-1144-8AE2-A0261C6B29C3}" destId="{55EA97C0-52AB-A443-A742-3293B88CC08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D8E7E1-C372-CF48-B733-9C8CCFD0FACB}" type="doc">
      <dgm:prSet loTypeId="urn:microsoft.com/office/officeart/2005/8/layout/vProcess5" loCatId="process" qsTypeId="urn:microsoft.com/office/officeart/2005/8/quickstyle/simple4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57332F46-0A24-8741-9C48-987737F61395}">
      <dgm:prSet phldrT="[Text]" custT="1"/>
      <dgm:spPr>
        <a:solidFill>
          <a:srgbClr val="006643"/>
        </a:solidFill>
      </dgm:spPr>
      <dgm:t>
        <a:bodyPr/>
        <a:lstStyle/>
        <a:p>
          <a:pPr algn="ctr"/>
          <a:r>
            <a:rPr lang="en-US" sz="2600" b="1" dirty="0" smtClean="0"/>
            <a:t>Choose industry metrics</a:t>
          </a:r>
          <a:endParaRPr lang="en-US" sz="2600" b="1" dirty="0"/>
        </a:p>
      </dgm:t>
    </dgm:pt>
    <dgm:pt modelId="{3BA03863-E6BE-C14C-87EA-5B4B1D9D1335}" type="parTrans" cxnId="{76DC07DE-1071-FE49-AFC0-BB4BAFA0ABA1}">
      <dgm:prSet/>
      <dgm:spPr/>
      <dgm:t>
        <a:bodyPr/>
        <a:lstStyle/>
        <a:p>
          <a:pPr algn="ctr"/>
          <a:endParaRPr lang="en-US" b="1"/>
        </a:p>
      </dgm:t>
    </dgm:pt>
    <dgm:pt modelId="{C11DF006-6304-5844-91B0-EA66FF8A39BB}" type="sibTrans" cxnId="{76DC07DE-1071-FE49-AFC0-BB4BAFA0ABA1}">
      <dgm:prSet/>
      <dgm:spPr/>
      <dgm:t>
        <a:bodyPr/>
        <a:lstStyle/>
        <a:p>
          <a:pPr algn="ctr"/>
          <a:endParaRPr lang="en-US" b="1"/>
        </a:p>
      </dgm:t>
    </dgm:pt>
    <dgm:pt modelId="{A2CE4D48-F787-1541-AD53-310E574C6C96}">
      <dgm:prSet phldrT="[Text]" custT="1"/>
      <dgm:spPr>
        <a:gradFill flip="none" rotWithShape="0">
          <a:gsLst>
            <a:gs pos="0">
              <a:srgbClr val="4C9265">
                <a:shade val="30000"/>
                <a:satMod val="115000"/>
                <a:lumMod val="100000"/>
              </a:srgbClr>
            </a:gs>
            <a:gs pos="50000">
              <a:srgbClr val="4C9265">
                <a:shade val="67500"/>
                <a:satMod val="115000"/>
              </a:srgbClr>
            </a:gs>
            <a:gs pos="100000">
              <a:srgbClr val="6AB284"/>
            </a:gs>
          </a:gsLst>
          <a:lin ang="5400000" scaled="1"/>
          <a:tileRect/>
        </a:gradFill>
      </dgm:spPr>
      <dgm:t>
        <a:bodyPr/>
        <a:lstStyle/>
        <a:p>
          <a:pPr algn="ctr"/>
          <a:r>
            <a:rPr lang="en-US" sz="2600" b="1" dirty="0" smtClean="0"/>
            <a:t>Benchmark similar companies in industry</a:t>
          </a:r>
          <a:endParaRPr lang="en-US" sz="2600" b="1" dirty="0"/>
        </a:p>
      </dgm:t>
    </dgm:pt>
    <dgm:pt modelId="{799B29F0-16AB-CA45-91C5-A4A21B1C8698}" type="parTrans" cxnId="{BE595D14-F444-F041-8255-9C712AC8A32A}">
      <dgm:prSet/>
      <dgm:spPr/>
      <dgm:t>
        <a:bodyPr/>
        <a:lstStyle/>
        <a:p>
          <a:pPr algn="ctr"/>
          <a:endParaRPr lang="en-US" b="1"/>
        </a:p>
      </dgm:t>
    </dgm:pt>
    <dgm:pt modelId="{CDCCD493-61DB-F348-85BD-6CE9C524DF94}" type="sibTrans" cxnId="{BE595D14-F444-F041-8255-9C712AC8A32A}">
      <dgm:prSet/>
      <dgm:spPr/>
      <dgm:t>
        <a:bodyPr/>
        <a:lstStyle/>
        <a:p>
          <a:pPr algn="ctr"/>
          <a:endParaRPr lang="en-US" b="1"/>
        </a:p>
      </dgm:t>
    </dgm:pt>
    <dgm:pt modelId="{4D5E54C9-1EF0-414D-BB0A-3378E8DAEDBD}">
      <dgm:prSet phldrT="[Text]" custT="1"/>
      <dgm:spPr>
        <a:solidFill>
          <a:srgbClr val="6AB284"/>
        </a:solidFill>
      </dgm:spPr>
      <dgm:t>
        <a:bodyPr/>
        <a:lstStyle/>
        <a:p>
          <a:pPr algn="ctr"/>
          <a:r>
            <a:rPr lang="en-US" sz="2600" b="1" dirty="0" smtClean="0"/>
            <a:t>Compare your company to industry average and other companies</a:t>
          </a:r>
          <a:endParaRPr lang="en-US" sz="2600" b="1" dirty="0"/>
        </a:p>
      </dgm:t>
    </dgm:pt>
    <dgm:pt modelId="{AE7A43A6-6F5C-ED49-B17C-2830ED2E57FC}" type="parTrans" cxnId="{656D5689-488C-6E41-8B6A-76FF14F051F1}">
      <dgm:prSet/>
      <dgm:spPr/>
      <dgm:t>
        <a:bodyPr/>
        <a:lstStyle/>
        <a:p>
          <a:pPr algn="ctr"/>
          <a:endParaRPr lang="en-US" b="1"/>
        </a:p>
      </dgm:t>
    </dgm:pt>
    <dgm:pt modelId="{C1BE068D-CCE3-AD49-8F23-D04AC15F50E6}" type="sibTrans" cxnId="{656D5689-488C-6E41-8B6A-76FF14F051F1}">
      <dgm:prSet/>
      <dgm:spPr/>
      <dgm:t>
        <a:bodyPr/>
        <a:lstStyle/>
        <a:p>
          <a:pPr algn="ctr"/>
          <a:endParaRPr lang="en-US" b="1"/>
        </a:p>
      </dgm:t>
    </dgm:pt>
    <dgm:pt modelId="{7819BFB2-2DF2-CA44-BD58-97A9C70CD82B}" type="pres">
      <dgm:prSet presAssocID="{70D8E7E1-C372-CF48-B733-9C8CCFD0FACB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85994F8-826B-E743-BF26-216E623493AD}" type="pres">
      <dgm:prSet presAssocID="{70D8E7E1-C372-CF48-B733-9C8CCFD0FACB}" presName="dummyMaxCanvas" presStyleCnt="0">
        <dgm:presLayoutVars/>
      </dgm:prSet>
      <dgm:spPr/>
      <dgm:t>
        <a:bodyPr/>
        <a:lstStyle/>
        <a:p>
          <a:endParaRPr lang="en-US"/>
        </a:p>
      </dgm:t>
    </dgm:pt>
    <dgm:pt modelId="{5E847BE6-FD6A-824C-875D-22EA5797D7DC}" type="pres">
      <dgm:prSet presAssocID="{70D8E7E1-C372-CF48-B733-9C8CCFD0FACB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1AC3FF-06D3-1047-B8C1-DBE72DB8F6CA}" type="pres">
      <dgm:prSet presAssocID="{70D8E7E1-C372-CF48-B733-9C8CCFD0FACB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8828A5-013B-4D46-BA38-42BA8D74A3C9}" type="pres">
      <dgm:prSet presAssocID="{70D8E7E1-C372-CF48-B733-9C8CCFD0FACB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D66DD1-0319-8B45-92BF-0F255C0F3079}" type="pres">
      <dgm:prSet presAssocID="{70D8E7E1-C372-CF48-B733-9C8CCFD0FACB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9E5005-7C02-EE42-8611-BFEB8F5522CE}" type="pres">
      <dgm:prSet presAssocID="{70D8E7E1-C372-CF48-B733-9C8CCFD0FACB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40292C-3392-004A-BA0C-8AF34878342E}" type="pres">
      <dgm:prSet presAssocID="{70D8E7E1-C372-CF48-B733-9C8CCFD0FACB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9F0C37-829F-C44F-B1A5-647EFF74EF27}" type="pres">
      <dgm:prSet presAssocID="{70D8E7E1-C372-CF48-B733-9C8CCFD0FACB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41B914-905A-D040-8A41-4A5A51B8CF21}" type="pres">
      <dgm:prSet presAssocID="{70D8E7E1-C372-CF48-B733-9C8CCFD0FACB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76F2134-599A-4E9B-BF2F-20E55795E9AB}" type="presOf" srcId="{4D5E54C9-1EF0-414D-BB0A-3378E8DAEDBD}" destId="{8441B914-905A-D040-8A41-4A5A51B8CF21}" srcOrd="1" destOrd="0" presId="urn:microsoft.com/office/officeart/2005/8/layout/vProcess5"/>
    <dgm:cxn modelId="{046912A6-7FCD-42AA-9561-BF7D8598A598}" type="presOf" srcId="{70D8E7E1-C372-CF48-B733-9C8CCFD0FACB}" destId="{7819BFB2-2DF2-CA44-BD58-97A9C70CD82B}" srcOrd="0" destOrd="0" presId="urn:microsoft.com/office/officeart/2005/8/layout/vProcess5"/>
    <dgm:cxn modelId="{BE595D14-F444-F041-8255-9C712AC8A32A}" srcId="{70D8E7E1-C372-CF48-B733-9C8CCFD0FACB}" destId="{A2CE4D48-F787-1541-AD53-310E574C6C96}" srcOrd="1" destOrd="0" parTransId="{799B29F0-16AB-CA45-91C5-A4A21B1C8698}" sibTransId="{CDCCD493-61DB-F348-85BD-6CE9C524DF94}"/>
    <dgm:cxn modelId="{EB2B22C5-C04D-4151-A60A-4F4A0AD7B410}" type="presOf" srcId="{C11DF006-6304-5844-91B0-EA66FF8A39BB}" destId="{0ED66DD1-0319-8B45-92BF-0F255C0F3079}" srcOrd="0" destOrd="0" presId="urn:microsoft.com/office/officeart/2005/8/layout/vProcess5"/>
    <dgm:cxn modelId="{7888812A-A065-4441-B156-66AA9D7FC319}" type="presOf" srcId="{4D5E54C9-1EF0-414D-BB0A-3378E8DAEDBD}" destId="{DC8828A5-013B-4D46-BA38-42BA8D74A3C9}" srcOrd="0" destOrd="0" presId="urn:microsoft.com/office/officeart/2005/8/layout/vProcess5"/>
    <dgm:cxn modelId="{76DC07DE-1071-FE49-AFC0-BB4BAFA0ABA1}" srcId="{70D8E7E1-C372-CF48-B733-9C8CCFD0FACB}" destId="{57332F46-0A24-8741-9C48-987737F61395}" srcOrd="0" destOrd="0" parTransId="{3BA03863-E6BE-C14C-87EA-5B4B1D9D1335}" sibTransId="{C11DF006-6304-5844-91B0-EA66FF8A39BB}"/>
    <dgm:cxn modelId="{66B1BC1D-BC29-4EF9-9973-15D82E1D0277}" type="presOf" srcId="{CDCCD493-61DB-F348-85BD-6CE9C524DF94}" destId="{529E5005-7C02-EE42-8611-BFEB8F5522CE}" srcOrd="0" destOrd="0" presId="urn:microsoft.com/office/officeart/2005/8/layout/vProcess5"/>
    <dgm:cxn modelId="{C691BDC4-2A6D-4A5D-AD2E-71FE6ED2EE2B}" type="presOf" srcId="{A2CE4D48-F787-1541-AD53-310E574C6C96}" destId="{821AC3FF-06D3-1047-B8C1-DBE72DB8F6CA}" srcOrd="0" destOrd="0" presId="urn:microsoft.com/office/officeart/2005/8/layout/vProcess5"/>
    <dgm:cxn modelId="{656D5689-488C-6E41-8B6A-76FF14F051F1}" srcId="{70D8E7E1-C372-CF48-B733-9C8CCFD0FACB}" destId="{4D5E54C9-1EF0-414D-BB0A-3378E8DAEDBD}" srcOrd="2" destOrd="0" parTransId="{AE7A43A6-6F5C-ED49-B17C-2830ED2E57FC}" sibTransId="{C1BE068D-CCE3-AD49-8F23-D04AC15F50E6}"/>
    <dgm:cxn modelId="{40B7ABF1-E60A-4A5E-8D75-78A3314DA05E}" type="presOf" srcId="{57332F46-0A24-8741-9C48-987737F61395}" destId="{2840292C-3392-004A-BA0C-8AF34878342E}" srcOrd="1" destOrd="0" presId="urn:microsoft.com/office/officeart/2005/8/layout/vProcess5"/>
    <dgm:cxn modelId="{3E98FD54-53A7-47C3-AF9A-CC1E013684BB}" type="presOf" srcId="{57332F46-0A24-8741-9C48-987737F61395}" destId="{5E847BE6-FD6A-824C-875D-22EA5797D7DC}" srcOrd="0" destOrd="0" presId="urn:microsoft.com/office/officeart/2005/8/layout/vProcess5"/>
    <dgm:cxn modelId="{0D2AD73F-72C8-4BF6-8B93-075C613C1074}" type="presOf" srcId="{A2CE4D48-F787-1541-AD53-310E574C6C96}" destId="{5F9F0C37-829F-C44F-B1A5-647EFF74EF27}" srcOrd="1" destOrd="0" presId="urn:microsoft.com/office/officeart/2005/8/layout/vProcess5"/>
    <dgm:cxn modelId="{2DDABAF9-3480-4357-A366-27F0C7DEE720}" type="presParOf" srcId="{7819BFB2-2DF2-CA44-BD58-97A9C70CD82B}" destId="{785994F8-826B-E743-BF26-216E623493AD}" srcOrd="0" destOrd="0" presId="urn:microsoft.com/office/officeart/2005/8/layout/vProcess5"/>
    <dgm:cxn modelId="{E9628246-C2F9-42A8-B725-40EA46EB864D}" type="presParOf" srcId="{7819BFB2-2DF2-CA44-BD58-97A9C70CD82B}" destId="{5E847BE6-FD6A-824C-875D-22EA5797D7DC}" srcOrd="1" destOrd="0" presId="urn:microsoft.com/office/officeart/2005/8/layout/vProcess5"/>
    <dgm:cxn modelId="{5A1336D9-6088-4304-8124-77C8A88CBD17}" type="presParOf" srcId="{7819BFB2-2DF2-CA44-BD58-97A9C70CD82B}" destId="{821AC3FF-06D3-1047-B8C1-DBE72DB8F6CA}" srcOrd="2" destOrd="0" presId="urn:microsoft.com/office/officeart/2005/8/layout/vProcess5"/>
    <dgm:cxn modelId="{6A963746-CB68-4917-8EFB-47EA703FB77F}" type="presParOf" srcId="{7819BFB2-2DF2-CA44-BD58-97A9C70CD82B}" destId="{DC8828A5-013B-4D46-BA38-42BA8D74A3C9}" srcOrd="3" destOrd="0" presId="urn:microsoft.com/office/officeart/2005/8/layout/vProcess5"/>
    <dgm:cxn modelId="{07FF6D40-761A-4B34-B120-A2B28584AA1B}" type="presParOf" srcId="{7819BFB2-2DF2-CA44-BD58-97A9C70CD82B}" destId="{0ED66DD1-0319-8B45-92BF-0F255C0F3079}" srcOrd="4" destOrd="0" presId="urn:microsoft.com/office/officeart/2005/8/layout/vProcess5"/>
    <dgm:cxn modelId="{D8FE0B2F-7504-489B-B902-AA3A291E4E91}" type="presParOf" srcId="{7819BFB2-2DF2-CA44-BD58-97A9C70CD82B}" destId="{529E5005-7C02-EE42-8611-BFEB8F5522CE}" srcOrd="5" destOrd="0" presId="urn:microsoft.com/office/officeart/2005/8/layout/vProcess5"/>
    <dgm:cxn modelId="{B75A4CEF-9EAE-4346-BECC-166C48229757}" type="presParOf" srcId="{7819BFB2-2DF2-CA44-BD58-97A9C70CD82B}" destId="{2840292C-3392-004A-BA0C-8AF34878342E}" srcOrd="6" destOrd="0" presId="urn:microsoft.com/office/officeart/2005/8/layout/vProcess5"/>
    <dgm:cxn modelId="{CBE93B5B-A0E2-4F65-A4AA-7FA00A6EB1D4}" type="presParOf" srcId="{7819BFB2-2DF2-CA44-BD58-97A9C70CD82B}" destId="{5F9F0C37-829F-C44F-B1A5-647EFF74EF27}" srcOrd="7" destOrd="0" presId="urn:microsoft.com/office/officeart/2005/8/layout/vProcess5"/>
    <dgm:cxn modelId="{D12EAED6-8E08-4E1D-B697-75BDBB4DD284}" type="presParOf" srcId="{7819BFB2-2DF2-CA44-BD58-97A9C70CD82B}" destId="{8441B914-905A-D040-8A41-4A5A51B8CF2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42F0F2-3FDC-F94F-BB80-1325343DA26D}" type="doc">
      <dgm:prSet loTypeId="urn:microsoft.com/office/officeart/2005/8/layout/hierarchy2" loCatId="hierarchy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C8B3BD8-843A-C645-B81D-368026E952E5}">
      <dgm:prSet phldrT="[Text]" custT="1"/>
      <dgm:spPr/>
      <dgm:t>
        <a:bodyPr/>
        <a:lstStyle/>
        <a:p>
          <a:r>
            <a:rPr lang="en-US" sz="2000" b="1" dirty="0" smtClean="0"/>
            <a:t>Explanation of spreadsheets (2-3 pages)</a:t>
          </a:r>
          <a:endParaRPr lang="en-US" sz="2000" b="1" dirty="0"/>
        </a:p>
      </dgm:t>
    </dgm:pt>
    <dgm:pt modelId="{4CAEA5AE-B514-844E-BF67-B5CE7B8E04AB}" type="parTrans" cxnId="{F4FDE01E-6703-DF4F-B9A0-4A733518E119}">
      <dgm:prSet/>
      <dgm:spPr/>
      <dgm:t>
        <a:bodyPr/>
        <a:lstStyle/>
        <a:p>
          <a:endParaRPr lang="en-US" sz="2000" b="1"/>
        </a:p>
      </dgm:t>
    </dgm:pt>
    <dgm:pt modelId="{A04D2CA7-47E9-3743-AC5E-2A41DDB23A29}" type="sibTrans" cxnId="{F4FDE01E-6703-DF4F-B9A0-4A733518E119}">
      <dgm:prSet/>
      <dgm:spPr/>
      <dgm:t>
        <a:bodyPr/>
        <a:lstStyle/>
        <a:p>
          <a:endParaRPr lang="en-US" sz="2000" b="1"/>
        </a:p>
      </dgm:t>
    </dgm:pt>
    <dgm:pt modelId="{C1B8902D-4999-1D42-827E-63FFCEE5E5E3}">
      <dgm:prSet phldrT="[Text]" custT="1"/>
      <dgm:spPr/>
      <dgm:t>
        <a:bodyPr/>
        <a:lstStyle/>
        <a:p>
          <a:r>
            <a:rPr lang="en-US" sz="2000" b="1" dirty="0" smtClean="0"/>
            <a:t>Details of income statement</a:t>
          </a:r>
          <a:endParaRPr lang="en-US" sz="2000" b="1" dirty="0"/>
        </a:p>
      </dgm:t>
    </dgm:pt>
    <dgm:pt modelId="{BF6334B3-4D40-0A4D-AB53-F1AC15C51857}" type="parTrans" cxnId="{20457480-B260-5049-BDB9-1581A5D63A04}">
      <dgm:prSet custT="1"/>
      <dgm:spPr>
        <a:ln w="19050"/>
      </dgm:spPr>
      <dgm:t>
        <a:bodyPr/>
        <a:lstStyle/>
        <a:p>
          <a:endParaRPr lang="en-US" sz="2000" b="1"/>
        </a:p>
      </dgm:t>
    </dgm:pt>
    <dgm:pt modelId="{A7BC4E4C-A540-7947-B134-0871EADC52DE}" type="sibTrans" cxnId="{20457480-B260-5049-BDB9-1581A5D63A04}">
      <dgm:prSet/>
      <dgm:spPr/>
      <dgm:t>
        <a:bodyPr/>
        <a:lstStyle/>
        <a:p>
          <a:endParaRPr lang="en-US" sz="2000" b="1"/>
        </a:p>
      </dgm:t>
    </dgm:pt>
    <dgm:pt modelId="{5237EC7D-EF76-6C49-8ED0-612BCDD7EEFF}">
      <dgm:prSet phldrT="[Text]" custT="1"/>
      <dgm:spPr/>
      <dgm:t>
        <a:bodyPr/>
        <a:lstStyle/>
        <a:p>
          <a:r>
            <a:rPr lang="en-US" sz="2000" b="1" dirty="0" smtClean="0"/>
            <a:t>Revenue drivers and seasonality</a:t>
          </a:r>
          <a:endParaRPr lang="en-US" sz="2000" b="1" dirty="0"/>
        </a:p>
      </dgm:t>
    </dgm:pt>
    <dgm:pt modelId="{9BF76213-6639-494D-BFE8-06A2214631B9}" type="parTrans" cxnId="{35754FC1-5099-C946-9DA2-4D11B33D8576}">
      <dgm:prSet custT="1"/>
      <dgm:spPr>
        <a:ln w="19050"/>
      </dgm:spPr>
      <dgm:t>
        <a:bodyPr/>
        <a:lstStyle/>
        <a:p>
          <a:endParaRPr lang="en-US" sz="2000" b="1"/>
        </a:p>
      </dgm:t>
    </dgm:pt>
    <dgm:pt modelId="{7F5410A5-C775-E64B-8A9E-4FBE354DDEE3}" type="sibTrans" cxnId="{35754FC1-5099-C946-9DA2-4D11B33D8576}">
      <dgm:prSet/>
      <dgm:spPr/>
      <dgm:t>
        <a:bodyPr/>
        <a:lstStyle/>
        <a:p>
          <a:endParaRPr lang="en-US" sz="2000" b="1"/>
        </a:p>
      </dgm:t>
    </dgm:pt>
    <dgm:pt modelId="{F911B883-F800-4942-B135-29EA8218FDE2}">
      <dgm:prSet phldrT="[Text]" custT="1"/>
      <dgm:spPr/>
      <dgm:t>
        <a:bodyPr/>
        <a:lstStyle/>
        <a:p>
          <a:r>
            <a:rPr lang="en-US" sz="2000" b="1" dirty="0" smtClean="0"/>
            <a:t>Details of cash flows</a:t>
          </a:r>
          <a:endParaRPr lang="en-US" sz="2000" b="1" dirty="0"/>
        </a:p>
      </dgm:t>
    </dgm:pt>
    <dgm:pt modelId="{6A5F0F6B-E36C-D344-9942-B52DB67357B3}" type="parTrans" cxnId="{0FBA8DC0-25EC-104B-9067-918AA1156B58}">
      <dgm:prSet custT="1"/>
      <dgm:spPr>
        <a:ln w="19050"/>
      </dgm:spPr>
      <dgm:t>
        <a:bodyPr/>
        <a:lstStyle/>
        <a:p>
          <a:endParaRPr lang="en-US" sz="2000" b="1"/>
        </a:p>
      </dgm:t>
    </dgm:pt>
    <dgm:pt modelId="{A880B049-87DD-5448-A1F1-E39117366023}" type="sibTrans" cxnId="{0FBA8DC0-25EC-104B-9067-918AA1156B58}">
      <dgm:prSet/>
      <dgm:spPr/>
      <dgm:t>
        <a:bodyPr/>
        <a:lstStyle/>
        <a:p>
          <a:endParaRPr lang="en-US" sz="2000" b="1"/>
        </a:p>
      </dgm:t>
    </dgm:pt>
    <dgm:pt modelId="{E4F749A3-C80F-C645-8A62-38BED15782AD}">
      <dgm:prSet phldrT="[Text]" custT="1"/>
      <dgm:spPr/>
      <dgm:t>
        <a:bodyPr/>
        <a:lstStyle/>
        <a:p>
          <a:r>
            <a:rPr lang="en-US" sz="2000" b="1" dirty="0" smtClean="0"/>
            <a:t>Major cash infusions, A/R,  PP&amp;E, A/P</a:t>
          </a:r>
          <a:endParaRPr lang="en-US" sz="2000" b="1" dirty="0"/>
        </a:p>
      </dgm:t>
    </dgm:pt>
    <dgm:pt modelId="{F5820A23-229D-EB40-90D8-74DA9241497F}" type="parTrans" cxnId="{8D0A3C2D-DEE0-7D4B-BB6A-A7140129C659}">
      <dgm:prSet custT="1"/>
      <dgm:spPr>
        <a:ln w="19050"/>
      </dgm:spPr>
      <dgm:t>
        <a:bodyPr/>
        <a:lstStyle/>
        <a:p>
          <a:endParaRPr lang="en-US" sz="2000" b="1"/>
        </a:p>
      </dgm:t>
    </dgm:pt>
    <dgm:pt modelId="{5805766F-CFE1-0F4F-A509-410849A9FFEF}" type="sibTrans" cxnId="{8D0A3C2D-DEE0-7D4B-BB6A-A7140129C659}">
      <dgm:prSet/>
      <dgm:spPr/>
      <dgm:t>
        <a:bodyPr/>
        <a:lstStyle/>
        <a:p>
          <a:endParaRPr lang="en-US" sz="2000" b="1"/>
        </a:p>
      </dgm:t>
    </dgm:pt>
    <dgm:pt modelId="{661CE42E-660A-6C42-8781-701F56FE12A3}">
      <dgm:prSet phldrT="[Text]" custT="1"/>
      <dgm:spPr/>
      <dgm:t>
        <a:bodyPr/>
        <a:lstStyle/>
        <a:p>
          <a:r>
            <a:rPr lang="en-US" sz="2000" b="1" dirty="0" smtClean="0"/>
            <a:t>Details of balance sheet</a:t>
          </a:r>
          <a:endParaRPr lang="en-US" sz="2000" b="1" dirty="0"/>
        </a:p>
      </dgm:t>
    </dgm:pt>
    <dgm:pt modelId="{156942C9-0DCB-2C4F-8683-C177150A0646}" type="parTrans" cxnId="{DF2E934A-8536-4142-A28A-E0126435F44E}">
      <dgm:prSet custT="1"/>
      <dgm:spPr>
        <a:ln w="19050"/>
      </dgm:spPr>
      <dgm:t>
        <a:bodyPr/>
        <a:lstStyle/>
        <a:p>
          <a:endParaRPr lang="en-US" sz="2000" b="1"/>
        </a:p>
      </dgm:t>
    </dgm:pt>
    <dgm:pt modelId="{5EF3717E-E044-C740-A3C3-3F7E41286F28}" type="sibTrans" cxnId="{DF2E934A-8536-4142-A28A-E0126435F44E}">
      <dgm:prSet/>
      <dgm:spPr/>
      <dgm:t>
        <a:bodyPr/>
        <a:lstStyle/>
        <a:p>
          <a:endParaRPr lang="en-US" sz="2000" b="1"/>
        </a:p>
      </dgm:t>
    </dgm:pt>
    <dgm:pt modelId="{4CCAEE57-C9E5-3040-B28B-284836B45250}">
      <dgm:prSet phldrT="[Text]" custT="1"/>
      <dgm:spPr/>
      <dgm:t>
        <a:bodyPr/>
        <a:lstStyle/>
        <a:p>
          <a:r>
            <a:rPr lang="en-US" sz="2000" b="1" dirty="0" smtClean="0"/>
            <a:t>Major assets and liabilities</a:t>
          </a:r>
          <a:endParaRPr lang="en-US" sz="2000" b="1" dirty="0"/>
        </a:p>
      </dgm:t>
    </dgm:pt>
    <dgm:pt modelId="{5D373650-9504-EF48-A69D-3A325F18A8FF}" type="parTrans" cxnId="{2609502E-7FBC-6548-BB13-9A19F058055D}">
      <dgm:prSet custT="1"/>
      <dgm:spPr>
        <a:ln w="19050"/>
      </dgm:spPr>
      <dgm:t>
        <a:bodyPr/>
        <a:lstStyle/>
        <a:p>
          <a:endParaRPr lang="en-US" sz="2000" b="1"/>
        </a:p>
      </dgm:t>
    </dgm:pt>
    <dgm:pt modelId="{BD5A1AD4-79D0-0A45-ACC1-5668B519EE00}" type="sibTrans" cxnId="{2609502E-7FBC-6548-BB13-9A19F058055D}">
      <dgm:prSet/>
      <dgm:spPr/>
      <dgm:t>
        <a:bodyPr/>
        <a:lstStyle/>
        <a:p>
          <a:endParaRPr lang="en-US" sz="2000" b="1"/>
        </a:p>
      </dgm:t>
    </dgm:pt>
    <dgm:pt modelId="{CBFAD76E-2DB7-1847-86CF-BBA32895FE18}" type="pres">
      <dgm:prSet presAssocID="{1242F0F2-3FDC-F94F-BB80-1325343DA26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4B345FB-0ED0-3F42-878E-27534954C439}" type="pres">
      <dgm:prSet presAssocID="{CC8B3BD8-843A-C645-B81D-368026E952E5}" presName="root1" presStyleCnt="0"/>
      <dgm:spPr/>
      <dgm:t>
        <a:bodyPr/>
        <a:lstStyle/>
        <a:p>
          <a:endParaRPr lang="en-US"/>
        </a:p>
      </dgm:t>
    </dgm:pt>
    <dgm:pt modelId="{F48E272A-3A67-A240-8DC7-3D7F4AA7EA70}" type="pres">
      <dgm:prSet presAssocID="{CC8B3BD8-843A-C645-B81D-368026E952E5}" presName="LevelOneTextNode" presStyleLbl="node0" presStyleIdx="0" presStyleCnt="1" custScaleX="170603" custScaleY="1254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DEDAD2-8803-CE42-A12A-0A3E8ED7A414}" type="pres">
      <dgm:prSet presAssocID="{CC8B3BD8-843A-C645-B81D-368026E952E5}" presName="level2hierChild" presStyleCnt="0"/>
      <dgm:spPr/>
      <dgm:t>
        <a:bodyPr/>
        <a:lstStyle/>
        <a:p>
          <a:endParaRPr lang="en-US"/>
        </a:p>
      </dgm:t>
    </dgm:pt>
    <dgm:pt modelId="{4A021013-D278-F14F-A19C-71F3B78B7040}" type="pres">
      <dgm:prSet presAssocID="{BF6334B3-4D40-0A4D-AB53-F1AC15C51857}" presName="conn2-1" presStyleLbl="parChTrans1D2" presStyleIdx="0" presStyleCnt="3"/>
      <dgm:spPr/>
      <dgm:t>
        <a:bodyPr/>
        <a:lstStyle/>
        <a:p>
          <a:endParaRPr lang="en-US"/>
        </a:p>
      </dgm:t>
    </dgm:pt>
    <dgm:pt modelId="{7790D76F-9583-A741-8739-0C951E98E416}" type="pres">
      <dgm:prSet presAssocID="{BF6334B3-4D40-0A4D-AB53-F1AC15C51857}" presName="connTx" presStyleLbl="parChTrans1D2" presStyleIdx="0" presStyleCnt="3"/>
      <dgm:spPr/>
      <dgm:t>
        <a:bodyPr/>
        <a:lstStyle/>
        <a:p>
          <a:endParaRPr lang="en-US"/>
        </a:p>
      </dgm:t>
    </dgm:pt>
    <dgm:pt modelId="{9CDDC1BC-CE34-3541-A2A2-A484153FC51E}" type="pres">
      <dgm:prSet presAssocID="{C1B8902D-4999-1D42-827E-63FFCEE5E5E3}" presName="root2" presStyleCnt="0"/>
      <dgm:spPr/>
      <dgm:t>
        <a:bodyPr/>
        <a:lstStyle/>
        <a:p>
          <a:endParaRPr lang="en-US"/>
        </a:p>
      </dgm:t>
    </dgm:pt>
    <dgm:pt modelId="{8F70C594-42C4-4348-9E67-BC5AF842889E}" type="pres">
      <dgm:prSet presAssocID="{C1B8902D-4999-1D42-827E-63FFCEE5E5E3}" presName="LevelTwoTextNode" presStyleLbl="node2" presStyleIdx="0" presStyleCnt="3" custScaleX="170603" custScaleY="1254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1C6531F-F877-384B-BEB1-BFFBC6C894F4}" type="pres">
      <dgm:prSet presAssocID="{C1B8902D-4999-1D42-827E-63FFCEE5E5E3}" presName="level3hierChild" presStyleCnt="0"/>
      <dgm:spPr/>
      <dgm:t>
        <a:bodyPr/>
        <a:lstStyle/>
        <a:p>
          <a:endParaRPr lang="en-US"/>
        </a:p>
      </dgm:t>
    </dgm:pt>
    <dgm:pt modelId="{1A0431AC-3C98-104F-BCA0-39C3BE7A61A4}" type="pres">
      <dgm:prSet presAssocID="{9BF76213-6639-494D-BFE8-06A2214631B9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9F043769-A0AC-444A-B575-FC9729BB5733}" type="pres">
      <dgm:prSet presAssocID="{9BF76213-6639-494D-BFE8-06A2214631B9}" presName="connTx" presStyleLbl="parChTrans1D3" presStyleIdx="0" presStyleCnt="3"/>
      <dgm:spPr/>
      <dgm:t>
        <a:bodyPr/>
        <a:lstStyle/>
        <a:p>
          <a:endParaRPr lang="en-US"/>
        </a:p>
      </dgm:t>
    </dgm:pt>
    <dgm:pt modelId="{A4BF5D03-ADC5-A44E-A794-271CF8EA8AB0}" type="pres">
      <dgm:prSet presAssocID="{5237EC7D-EF76-6C49-8ED0-612BCDD7EEFF}" presName="root2" presStyleCnt="0"/>
      <dgm:spPr/>
      <dgm:t>
        <a:bodyPr/>
        <a:lstStyle/>
        <a:p>
          <a:endParaRPr lang="en-US"/>
        </a:p>
      </dgm:t>
    </dgm:pt>
    <dgm:pt modelId="{54612173-505F-5D4B-85BD-8F111C86D381}" type="pres">
      <dgm:prSet presAssocID="{5237EC7D-EF76-6C49-8ED0-612BCDD7EEFF}" presName="LevelTwoTextNode" presStyleLbl="node3" presStyleIdx="0" presStyleCnt="3" custScaleX="170603" custScaleY="1254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3EE8FC7-877D-FA44-A03B-429E1B9A686D}" type="pres">
      <dgm:prSet presAssocID="{5237EC7D-EF76-6C49-8ED0-612BCDD7EEFF}" presName="level3hierChild" presStyleCnt="0"/>
      <dgm:spPr/>
      <dgm:t>
        <a:bodyPr/>
        <a:lstStyle/>
        <a:p>
          <a:endParaRPr lang="en-US"/>
        </a:p>
      </dgm:t>
    </dgm:pt>
    <dgm:pt modelId="{9D7CBA8E-AA4C-BF48-8BBA-039B4858C612}" type="pres">
      <dgm:prSet presAssocID="{6A5F0F6B-E36C-D344-9942-B52DB67357B3}" presName="conn2-1" presStyleLbl="parChTrans1D2" presStyleIdx="1" presStyleCnt="3"/>
      <dgm:spPr/>
      <dgm:t>
        <a:bodyPr/>
        <a:lstStyle/>
        <a:p>
          <a:endParaRPr lang="en-US"/>
        </a:p>
      </dgm:t>
    </dgm:pt>
    <dgm:pt modelId="{08E56A37-60FF-7C43-98C1-6CB9585E7F13}" type="pres">
      <dgm:prSet presAssocID="{6A5F0F6B-E36C-D344-9942-B52DB67357B3}" presName="connTx" presStyleLbl="parChTrans1D2" presStyleIdx="1" presStyleCnt="3"/>
      <dgm:spPr/>
      <dgm:t>
        <a:bodyPr/>
        <a:lstStyle/>
        <a:p>
          <a:endParaRPr lang="en-US"/>
        </a:p>
      </dgm:t>
    </dgm:pt>
    <dgm:pt modelId="{598A9796-E79F-1942-A43E-DBCE94E43934}" type="pres">
      <dgm:prSet presAssocID="{F911B883-F800-4942-B135-29EA8218FDE2}" presName="root2" presStyleCnt="0"/>
      <dgm:spPr/>
      <dgm:t>
        <a:bodyPr/>
        <a:lstStyle/>
        <a:p>
          <a:endParaRPr lang="en-US"/>
        </a:p>
      </dgm:t>
    </dgm:pt>
    <dgm:pt modelId="{8292FEC1-1B75-214E-BAC5-591737E41CAE}" type="pres">
      <dgm:prSet presAssocID="{F911B883-F800-4942-B135-29EA8218FDE2}" presName="LevelTwoTextNode" presStyleLbl="node2" presStyleIdx="1" presStyleCnt="3" custScaleX="170603" custScaleY="1254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A550F8-15B2-D445-BDBD-3F251E6D512B}" type="pres">
      <dgm:prSet presAssocID="{F911B883-F800-4942-B135-29EA8218FDE2}" presName="level3hierChild" presStyleCnt="0"/>
      <dgm:spPr/>
      <dgm:t>
        <a:bodyPr/>
        <a:lstStyle/>
        <a:p>
          <a:endParaRPr lang="en-US"/>
        </a:p>
      </dgm:t>
    </dgm:pt>
    <dgm:pt modelId="{0189C918-3162-F24E-A36C-B8D898565B8E}" type="pres">
      <dgm:prSet presAssocID="{F5820A23-229D-EB40-90D8-74DA9241497F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39967FCE-7EAA-AE45-AEEC-47A88562608E}" type="pres">
      <dgm:prSet presAssocID="{F5820A23-229D-EB40-90D8-74DA9241497F}" presName="connTx" presStyleLbl="parChTrans1D3" presStyleIdx="1" presStyleCnt="3"/>
      <dgm:spPr/>
      <dgm:t>
        <a:bodyPr/>
        <a:lstStyle/>
        <a:p>
          <a:endParaRPr lang="en-US"/>
        </a:p>
      </dgm:t>
    </dgm:pt>
    <dgm:pt modelId="{1B90739B-A588-F34D-B900-3FF9E6D694F9}" type="pres">
      <dgm:prSet presAssocID="{E4F749A3-C80F-C645-8A62-38BED15782AD}" presName="root2" presStyleCnt="0"/>
      <dgm:spPr/>
      <dgm:t>
        <a:bodyPr/>
        <a:lstStyle/>
        <a:p>
          <a:endParaRPr lang="en-US"/>
        </a:p>
      </dgm:t>
    </dgm:pt>
    <dgm:pt modelId="{C3DFBD18-553E-B64E-883A-F11BDD443588}" type="pres">
      <dgm:prSet presAssocID="{E4F749A3-C80F-C645-8A62-38BED15782AD}" presName="LevelTwoTextNode" presStyleLbl="node3" presStyleIdx="1" presStyleCnt="3" custScaleX="170603" custScaleY="1254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F63CD5D-83D2-7244-85A4-6D61A78B73D7}" type="pres">
      <dgm:prSet presAssocID="{E4F749A3-C80F-C645-8A62-38BED15782AD}" presName="level3hierChild" presStyleCnt="0"/>
      <dgm:spPr/>
      <dgm:t>
        <a:bodyPr/>
        <a:lstStyle/>
        <a:p>
          <a:endParaRPr lang="en-US"/>
        </a:p>
      </dgm:t>
    </dgm:pt>
    <dgm:pt modelId="{2857230B-6ACC-EB4E-8BA6-0CBC2FCC9836}" type="pres">
      <dgm:prSet presAssocID="{156942C9-0DCB-2C4F-8683-C177150A0646}" presName="conn2-1" presStyleLbl="parChTrans1D2" presStyleIdx="2" presStyleCnt="3"/>
      <dgm:spPr/>
      <dgm:t>
        <a:bodyPr/>
        <a:lstStyle/>
        <a:p>
          <a:endParaRPr lang="en-US"/>
        </a:p>
      </dgm:t>
    </dgm:pt>
    <dgm:pt modelId="{9C339E38-A3F6-CB40-A111-548243462D83}" type="pres">
      <dgm:prSet presAssocID="{156942C9-0DCB-2C4F-8683-C177150A0646}" presName="connTx" presStyleLbl="parChTrans1D2" presStyleIdx="2" presStyleCnt="3"/>
      <dgm:spPr/>
      <dgm:t>
        <a:bodyPr/>
        <a:lstStyle/>
        <a:p>
          <a:endParaRPr lang="en-US"/>
        </a:p>
      </dgm:t>
    </dgm:pt>
    <dgm:pt modelId="{BF83761A-260F-E141-8202-C4F701A0EC19}" type="pres">
      <dgm:prSet presAssocID="{661CE42E-660A-6C42-8781-701F56FE12A3}" presName="root2" presStyleCnt="0"/>
      <dgm:spPr/>
      <dgm:t>
        <a:bodyPr/>
        <a:lstStyle/>
        <a:p>
          <a:endParaRPr lang="en-US"/>
        </a:p>
      </dgm:t>
    </dgm:pt>
    <dgm:pt modelId="{6ECAD5C2-BC3C-9942-B765-1D3A54EFDDE0}" type="pres">
      <dgm:prSet presAssocID="{661CE42E-660A-6C42-8781-701F56FE12A3}" presName="LevelTwoTextNode" presStyleLbl="node2" presStyleIdx="2" presStyleCnt="3" custScaleX="170603" custScaleY="1254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C7F5DC-B338-6048-BD5E-90DA791D6203}" type="pres">
      <dgm:prSet presAssocID="{661CE42E-660A-6C42-8781-701F56FE12A3}" presName="level3hierChild" presStyleCnt="0"/>
      <dgm:spPr/>
      <dgm:t>
        <a:bodyPr/>
        <a:lstStyle/>
        <a:p>
          <a:endParaRPr lang="en-US"/>
        </a:p>
      </dgm:t>
    </dgm:pt>
    <dgm:pt modelId="{4EBB25EA-B1DB-F14C-8D12-EB1719655B30}" type="pres">
      <dgm:prSet presAssocID="{5D373650-9504-EF48-A69D-3A325F18A8FF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DF1D6BF9-13B0-474D-9EAB-9ACB955BFF91}" type="pres">
      <dgm:prSet presAssocID="{5D373650-9504-EF48-A69D-3A325F18A8FF}" presName="connTx" presStyleLbl="parChTrans1D3" presStyleIdx="2" presStyleCnt="3"/>
      <dgm:spPr/>
      <dgm:t>
        <a:bodyPr/>
        <a:lstStyle/>
        <a:p>
          <a:endParaRPr lang="en-US"/>
        </a:p>
      </dgm:t>
    </dgm:pt>
    <dgm:pt modelId="{6A1F1D2A-4416-1545-BB67-4D4329140F50}" type="pres">
      <dgm:prSet presAssocID="{4CCAEE57-C9E5-3040-B28B-284836B45250}" presName="root2" presStyleCnt="0"/>
      <dgm:spPr/>
      <dgm:t>
        <a:bodyPr/>
        <a:lstStyle/>
        <a:p>
          <a:endParaRPr lang="en-US"/>
        </a:p>
      </dgm:t>
    </dgm:pt>
    <dgm:pt modelId="{BBE7DFA1-0899-B14B-84DE-D76408BA01A0}" type="pres">
      <dgm:prSet presAssocID="{4CCAEE57-C9E5-3040-B28B-284836B45250}" presName="LevelTwoTextNode" presStyleLbl="node3" presStyleIdx="2" presStyleCnt="3" custScaleX="170603" custScaleY="1254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7978F59-D12A-FB47-ABEF-343C831455C3}" type="pres">
      <dgm:prSet presAssocID="{4CCAEE57-C9E5-3040-B28B-284836B45250}" presName="level3hierChild" presStyleCnt="0"/>
      <dgm:spPr/>
      <dgm:t>
        <a:bodyPr/>
        <a:lstStyle/>
        <a:p>
          <a:endParaRPr lang="en-US"/>
        </a:p>
      </dgm:t>
    </dgm:pt>
  </dgm:ptLst>
  <dgm:cxnLst>
    <dgm:cxn modelId="{C298B640-80FE-4571-9F9A-9DE148F36D45}" type="presOf" srcId="{156942C9-0DCB-2C4F-8683-C177150A0646}" destId="{9C339E38-A3F6-CB40-A111-548243462D83}" srcOrd="1" destOrd="0" presId="urn:microsoft.com/office/officeart/2005/8/layout/hierarchy2"/>
    <dgm:cxn modelId="{2EBCD526-8B0F-4999-BD48-9CCBF81CCB12}" type="presOf" srcId="{5D373650-9504-EF48-A69D-3A325F18A8FF}" destId="{4EBB25EA-B1DB-F14C-8D12-EB1719655B30}" srcOrd="0" destOrd="0" presId="urn:microsoft.com/office/officeart/2005/8/layout/hierarchy2"/>
    <dgm:cxn modelId="{0D6CD53F-B3DC-4041-A1A8-B9330201FED8}" type="presOf" srcId="{E4F749A3-C80F-C645-8A62-38BED15782AD}" destId="{C3DFBD18-553E-B64E-883A-F11BDD443588}" srcOrd="0" destOrd="0" presId="urn:microsoft.com/office/officeart/2005/8/layout/hierarchy2"/>
    <dgm:cxn modelId="{F4FDE01E-6703-DF4F-B9A0-4A733518E119}" srcId="{1242F0F2-3FDC-F94F-BB80-1325343DA26D}" destId="{CC8B3BD8-843A-C645-B81D-368026E952E5}" srcOrd="0" destOrd="0" parTransId="{4CAEA5AE-B514-844E-BF67-B5CE7B8E04AB}" sibTransId="{A04D2CA7-47E9-3743-AC5E-2A41DDB23A29}"/>
    <dgm:cxn modelId="{119B597E-6732-4C5C-B678-F35772FE2230}" type="presOf" srcId="{6A5F0F6B-E36C-D344-9942-B52DB67357B3}" destId="{9D7CBA8E-AA4C-BF48-8BBA-039B4858C612}" srcOrd="0" destOrd="0" presId="urn:microsoft.com/office/officeart/2005/8/layout/hierarchy2"/>
    <dgm:cxn modelId="{20457480-B260-5049-BDB9-1581A5D63A04}" srcId="{CC8B3BD8-843A-C645-B81D-368026E952E5}" destId="{C1B8902D-4999-1D42-827E-63FFCEE5E5E3}" srcOrd="0" destOrd="0" parTransId="{BF6334B3-4D40-0A4D-AB53-F1AC15C51857}" sibTransId="{A7BC4E4C-A540-7947-B134-0871EADC52DE}"/>
    <dgm:cxn modelId="{30DC51B9-6286-4778-B594-CFA6C235CA9A}" type="presOf" srcId="{6A5F0F6B-E36C-D344-9942-B52DB67357B3}" destId="{08E56A37-60FF-7C43-98C1-6CB9585E7F13}" srcOrd="1" destOrd="0" presId="urn:microsoft.com/office/officeart/2005/8/layout/hierarchy2"/>
    <dgm:cxn modelId="{DF2E934A-8536-4142-A28A-E0126435F44E}" srcId="{CC8B3BD8-843A-C645-B81D-368026E952E5}" destId="{661CE42E-660A-6C42-8781-701F56FE12A3}" srcOrd="2" destOrd="0" parTransId="{156942C9-0DCB-2C4F-8683-C177150A0646}" sibTransId="{5EF3717E-E044-C740-A3C3-3F7E41286F28}"/>
    <dgm:cxn modelId="{0FBA8DC0-25EC-104B-9067-918AA1156B58}" srcId="{CC8B3BD8-843A-C645-B81D-368026E952E5}" destId="{F911B883-F800-4942-B135-29EA8218FDE2}" srcOrd="1" destOrd="0" parTransId="{6A5F0F6B-E36C-D344-9942-B52DB67357B3}" sibTransId="{A880B049-87DD-5448-A1F1-E39117366023}"/>
    <dgm:cxn modelId="{E4AFFA17-F17D-47F4-AE31-EB793802C1F9}" type="presOf" srcId="{F5820A23-229D-EB40-90D8-74DA9241497F}" destId="{39967FCE-7EAA-AE45-AEEC-47A88562608E}" srcOrd="1" destOrd="0" presId="urn:microsoft.com/office/officeart/2005/8/layout/hierarchy2"/>
    <dgm:cxn modelId="{7C743F4A-8075-4F05-9AEB-A2C23B13D089}" type="presOf" srcId="{C1B8902D-4999-1D42-827E-63FFCEE5E5E3}" destId="{8F70C594-42C4-4348-9E67-BC5AF842889E}" srcOrd="0" destOrd="0" presId="urn:microsoft.com/office/officeart/2005/8/layout/hierarchy2"/>
    <dgm:cxn modelId="{2609502E-7FBC-6548-BB13-9A19F058055D}" srcId="{661CE42E-660A-6C42-8781-701F56FE12A3}" destId="{4CCAEE57-C9E5-3040-B28B-284836B45250}" srcOrd="0" destOrd="0" parTransId="{5D373650-9504-EF48-A69D-3A325F18A8FF}" sibTransId="{BD5A1AD4-79D0-0A45-ACC1-5668B519EE00}"/>
    <dgm:cxn modelId="{9048C5FB-9351-4D80-8A32-E7213F6AAEB3}" type="presOf" srcId="{5D373650-9504-EF48-A69D-3A325F18A8FF}" destId="{DF1D6BF9-13B0-474D-9EAB-9ACB955BFF91}" srcOrd="1" destOrd="0" presId="urn:microsoft.com/office/officeart/2005/8/layout/hierarchy2"/>
    <dgm:cxn modelId="{E0FDF141-FF9A-47B8-9A27-F4FA3C138B0E}" type="presOf" srcId="{5237EC7D-EF76-6C49-8ED0-612BCDD7EEFF}" destId="{54612173-505F-5D4B-85BD-8F111C86D381}" srcOrd="0" destOrd="0" presId="urn:microsoft.com/office/officeart/2005/8/layout/hierarchy2"/>
    <dgm:cxn modelId="{723D5FA4-2FF1-4B65-B6F0-D71048F4F171}" type="presOf" srcId="{9BF76213-6639-494D-BFE8-06A2214631B9}" destId="{9F043769-A0AC-444A-B575-FC9729BB5733}" srcOrd="1" destOrd="0" presId="urn:microsoft.com/office/officeart/2005/8/layout/hierarchy2"/>
    <dgm:cxn modelId="{8D0A3C2D-DEE0-7D4B-BB6A-A7140129C659}" srcId="{F911B883-F800-4942-B135-29EA8218FDE2}" destId="{E4F749A3-C80F-C645-8A62-38BED15782AD}" srcOrd="0" destOrd="0" parTransId="{F5820A23-229D-EB40-90D8-74DA9241497F}" sibTransId="{5805766F-CFE1-0F4F-A509-410849A9FFEF}"/>
    <dgm:cxn modelId="{C23A85E0-D1B0-4817-A622-4D2596F6A470}" type="presOf" srcId="{BF6334B3-4D40-0A4D-AB53-F1AC15C51857}" destId="{4A021013-D278-F14F-A19C-71F3B78B7040}" srcOrd="0" destOrd="0" presId="urn:microsoft.com/office/officeart/2005/8/layout/hierarchy2"/>
    <dgm:cxn modelId="{D5A8A6D6-B72A-4243-ADEA-C931F8AD4F33}" type="presOf" srcId="{156942C9-0DCB-2C4F-8683-C177150A0646}" destId="{2857230B-6ACC-EB4E-8BA6-0CBC2FCC9836}" srcOrd="0" destOrd="0" presId="urn:microsoft.com/office/officeart/2005/8/layout/hierarchy2"/>
    <dgm:cxn modelId="{49F50221-CB4C-4F68-A462-0D7E38C7551C}" type="presOf" srcId="{F911B883-F800-4942-B135-29EA8218FDE2}" destId="{8292FEC1-1B75-214E-BAC5-591737E41CAE}" srcOrd="0" destOrd="0" presId="urn:microsoft.com/office/officeart/2005/8/layout/hierarchy2"/>
    <dgm:cxn modelId="{25A23E97-BB16-4695-A829-9EB4D41CC54F}" type="presOf" srcId="{661CE42E-660A-6C42-8781-701F56FE12A3}" destId="{6ECAD5C2-BC3C-9942-B765-1D3A54EFDDE0}" srcOrd="0" destOrd="0" presId="urn:microsoft.com/office/officeart/2005/8/layout/hierarchy2"/>
    <dgm:cxn modelId="{44C5BA13-4F1D-4487-AA69-41C59998FB29}" type="presOf" srcId="{BF6334B3-4D40-0A4D-AB53-F1AC15C51857}" destId="{7790D76F-9583-A741-8739-0C951E98E416}" srcOrd="1" destOrd="0" presId="urn:microsoft.com/office/officeart/2005/8/layout/hierarchy2"/>
    <dgm:cxn modelId="{E66952C8-40E3-4E0B-A03E-6BC73C142172}" type="presOf" srcId="{4CCAEE57-C9E5-3040-B28B-284836B45250}" destId="{BBE7DFA1-0899-B14B-84DE-D76408BA01A0}" srcOrd="0" destOrd="0" presId="urn:microsoft.com/office/officeart/2005/8/layout/hierarchy2"/>
    <dgm:cxn modelId="{35754FC1-5099-C946-9DA2-4D11B33D8576}" srcId="{C1B8902D-4999-1D42-827E-63FFCEE5E5E3}" destId="{5237EC7D-EF76-6C49-8ED0-612BCDD7EEFF}" srcOrd="0" destOrd="0" parTransId="{9BF76213-6639-494D-BFE8-06A2214631B9}" sibTransId="{7F5410A5-C775-E64B-8A9E-4FBE354DDEE3}"/>
    <dgm:cxn modelId="{E4AA0A17-0FEB-4AEC-8A72-B1A340CD1161}" type="presOf" srcId="{CC8B3BD8-843A-C645-B81D-368026E952E5}" destId="{F48E272A-3A67-A240-8DC7-3D7F4AA7EA70}" srcOrd="0" destOrd="0" presId="urn:microsoft.com/office/officeart/2005/8/layout/hierarchy2"/>
    <dgm:cxn modelId="{3E05311F-F1BC-4726-ADC7-A84B47DC3B33}" type="presOf" srcId="{F5820A23-229D-EB40-90D8-74DA9241497F}" destId="{0189C918-3162-F24E-A36C-B8D898565B8E}" srcOrd="0" destOrd="0" presId="urn:microsoft.com/office/officeart/2005/8/layout/hierarchy2"/>
    <dgm:cxn modelId="{4A12AF7E-102F-4DFC-9B1B-7D310C23E400}" type="presOf" srcId="{9BF76213-6639-494D-BFE8-06A2214631B9}" destId="{1A0431AC-3C98-104F-BCA0-39C3BE7A61A4}" srcOrd="0" destOrd="0" presId="urn:microsoft.com/office/officeart/2005/8/layout/hierarchy2"/>
    <dgm:cxn modelId="{6FE2D4A7-B3F7-4D39-8095-54EA839169F0}" type="presOf" srcId="{1242F0F2-3FDC-F94F-BB80-1325343DA26D}" destId="{CBFAD76E-2DB7-1847-86CF-BBA32895FE18}" srcOrd="0" destOrd="0" presId="urn:microsoft.com/office/officeart/2005/8/layout/hierarchy2"/>
    <dgm:cxn modelId="{CC05F220-78CB-4275-A4FD-B4D0543AA565}" type="presParOf" srcId="{CBFAD76E-2DB7-1847-86CF-BBA32895FE18}" destId="{14B345FB-0ED0-3F42-878E-27534954C439}" srcOrd="0" destOrd="0" presId="urn:microsoft.com/office/officeart/2005/8/layout/hierarchy2"/>
    <dgm:cxn modelId="{EECD1AE8-142C-4C42-A113-408AE437E9B5}" type="presParOf" srcId="{14B345FB-0ED0-3F42-878E-27534954C439}" destId="{F48E272A-3A67-A240-8DC7-3D7F4AA7EA70}" srcOrd="0" destOrd="0" presId="urn:microsoft.com/office/officeart/2005/8/layout/hierarchy2"/>
    <dgm:cxn modelId="{53282E38-D752-4B81-8BCD-A64CBD62EE93}" type="presParOf" srcId="{14B345FB-0ED0-3F42-878E-27534954C439}" destId="{CDDEDAD2-8803-CE42-A12A-0A3E8ED7A414}" srcOrd="1" destOrd="0" presId="urn:microsoft.com/office/officeart/2005/8/layout/hierarchy2"/>
    <dgm:cxn modelId="{F13A1995-1026-471F-BEF2-7EEA21CF0273}" type="presParOf" srcId="{CDDEDAD2-8803-CE42-A12A-0A3E8ED7A414}" destId="{4A021013-D278-F14F-A19C-71F3B78B7040}" srcOrd="0" destOrd="0" presId="urn:microsoft.com/office/officeart/2005/8/layout/hierarchy2"/>
    <dgm:cxn modelId="{BDB7C7EF-A35A-4972-B29A-9C1DCD158CB2}" type="presParOf" srcId="{4A021013-D278-F14F-A19C-71F3B78B7040}" destId="{7790D76F-9583-A741-8739-0C951E98E416}" srcOrd="0" destOrd="0" presId="urn:microsoft.com/office/officeart/2005/8/layout/hierarchy2"/>
    <dgm:cxn modelId="{C438D015-5F4C-426B-BAE0-1FF6E7FEBAE5}" type="presParOf" srcId="{CDDEDAD2-8803-CE42-A12A-0A3E8ED7A414}" destId="{9CDDC1BC-CE34-3541-A2A2-A484153FC51E}" srcOrd="1" destOrd="0" presId="urn:microsoft.com/office/officeart/2005/8/layout/hierarchy2"/>
    <dgm:cxn modelId="{B290B5DD-647A-4CD3-8D2D-B6ED297914EB}" type="presParOf" srcId="{9CDDC1BC-CE34-3541-A2A2-A484153FC51E}" destId="{8F70C594-42C4-4348-9E67-BC5AF842889E}" srcOrd="0" destOrd="0" presId="urn:microsoft.com/office/officeart/2005/8/layout/hierarchy2"/>
    <dgm:cxn modelId="{3C891A69-BF64-4B82-8B04-5654A27F1DA4}" type="presParOf" srcId="{9CDDC1BC-CE34-3541-A2A2-A484153FC51E}" destId="{41C6531F-F877-384B-BEB1-BFFBC6C894F4}" srcOrd="1" destOrd="0" presId="urn:microsoft.com/office/officeart/2005/8/layout/hierarchy2"/>
    <dgm:cxn modelId="{FA46817D-2426-4A2E-9182-6915637C95FA}" type="presParOf" srcId="{41C6531F-F877-384B-BEB1-BFFBC6C894F4}" destId="{1A0431AC-3C98-104F-BCA0-39C3BE7A61A4}" srcOrd="0" destOrd="0" presId="urn:microsoft.com/office/officeart/2005/8/layout/hierarchy2"/>
    <dgm:cxn modelId="{447CE9BB-014E-4CC8-BB51-81610F52E615}" type="presParOf" srcId="{1A0431AC-3C98-104F-BCA0-39C3BE7A61A4}" destId="{9F043769-A0AC-444A-B575-FC9729BB5733}" srcOrd="0" destOrd="0" presId="urn:microsoft.com/office/officeart/2005/8/layout/hierarchy2"/>
    <dgm:cxn modelId="{EB9C571A-ADD9-4C15-ABC7-AA49E953A2F8}" type="presParOf" srcId="{41C6531F-F877-384B-BEB1-BFFBC6C894F4}" destId="{A4BF5D03-ADC5-A44E-A794-271CF8EA8AB0}" srcOrd="1" destOrd="0" presId="urn:microsoft.com/office/officeart/2005/8/layout/hierarchy2"/>
    <dgm:cxn modelId="{40E92A3D-C956-435D-B091-43B0E82CD64C}" type="presParOf" srcId="{A4BF5D03-ADC5-A44E-A794-271CF8EA8AB0}" destId="{54612173-505F-5D4B-85BD-8F111C86D381}" srcOrd="0" destOrd="0" presId="urn:microsoft.com/office/officeart/2005/8/layout/hierarchy2"/>
    <dgm:cxn modelId="{BC89C65C-D84B-4E79-9C82-6CE4F007F03A}" type="presParOf" srcId="{A4BF5D03-ADC5-A44E-A794-271CF8EA8AB0}" destId="{D3EE8FC7-877D-FA44-A03B-429E1B9A686D}" srcOrd="1" destOrd="0" presId="urn:microsoft.com/office/officeart/2005/8/layout/hierarchy2"/>
    <dgm:cxn modelId="{13E7F5DE-53A9-4288-803A-2D657D2466DC}" type="presParOf" srcId="{CDDEDAD2-8803-CE42-A12A-0A3E8ED7A414}" destId="{9D7CBA8E-AA4C-BF48-8BBA-039B4858C612}" srcOrd="2" destOrd="0" presId="urn:microsoft.com/office/officeart/2005/8/layout/hierarchy2"/>
    <dgm:cxn modelId="{973AE6B5-CA1E-48C1-8077-8588A96D2FF8}" type="presParOf" srcId="{9D7CBA8E-AA4C-BF48-8BBA-039B4858C612}" destId="{08E56A37-60FF-7C43-98C1-6CB9585E7F13}" srcOrd="0" destOrd="0" presId="urn:microsoft.com/office/officeart/2005/8/layout/hierarchy2"/>
    <dgm:cxn modelId="{05DBC027-8A3E-4756-BB59-AAD32FA5651A}" type="presParOf" srcId="{CDDEDAD2-8803-CE42-A12A-0A3E8ED7A414}" destId="{598A9796-E79F-1942-A43E-DBCE94E43934}" srcOrd="3" destOrd="0" presId="urn:microsoft.com/office/officeart/2005/8/layout/hierarchy2"/>
    <dgm:cxn modelId="{FC3A704D-58A3-4DC9-B979-E35D597E39BC}" type="presParOf" srcId="{598A9796-E79F-1942-A43E-DBCE94E43934}" destId="{8292FEC1-1B75-214E-BAC5-591737E41CAE}" srcOrd="0" destOrd="0" presId="urn:microsoft.com/office/officeart/2005/8/layout/hierarchy2"/>
    <dgm:cxn modelId="{A22FDA8B-BBE6-410A-B156-B44626E84470}" type="presParOf" srcId="{598A9796-E79F-1942-A43E-DBCE94E43934}" destId="{E5A550F8-15B2-D445-BDBD-3F251E6D512B}" srcOrd="1" destOrd="0" presId="urn:microsoft.com/office/officeart/2005/8/layout/hierarchy2"/>
    <dgm:cxn modelId="{35413B11-1726-4240-9F57-F14F728ED658}" type="presParOf" srcId="{E5A550F8-15B2-D445-BDBD-3F251E6D512B}" destId="{0189C918-3162-F24E-A36C-B8D898565B8E}" srcOrd="0" destOrd="0" presId="urn:microsoft.com/office/officeart/2005/8/layout/hierarchy2"/>
    <dgm:cxn modelId="{2E976EB5-0EB7-447C-87F3-26F515BB6707}" type="presParOf" srcId="{0189C918-3162-F24E-A36C-B8D898565B8E}" destId="{39967FCE-7EAA-AE45-AEEC-47A88562608E}" srcOrd="0" destOrd="0" presId="urn:microsoft.com/office/officeart/2005/8/layout/hierarchy2"/>
    <dgm:cxn modelId="{C8B8E149-F732-4394-91D4-6325B55E244A}" type="presParOf" srcId="{E5A550F8-15B2-D445-BDBD-3F251E6D512B}" destId="{1B90739B-A588-F34D-B900-3FF9E6D694F9}" srcOrd="1" destOrd="0" presId="urn:microsoft.com/office/officeart/2005/8/layout/hierarchy2"/>
    <dgm:cxn modelId="{EA8D08CD-8BC0-4850-8CA9-EFC073FD2232}" type="presParOf" srcId="{1B90739B-A588-F34D-B900-3FF9E6D694F9}" destId="{C3DFBD18-553E-B64E-883A-F11BDD443588}" srcOrd="0" destOrd="0" presId="urn:microsoft.com/office/officeart/2005/8/layout/hierarchy2"/>
    <dgm:cxn modelId="{35164AAB-9B94-44E6-A5CE-D4CAB873018B}" type="presParOf" srcId="{1B90739B-A588-F34D-B900-3FF9E6D694F9}" destId="{2F63CD5D-83D2-7244-85A4-6D61A78B73D7}" srcOrd="1" destOrd="0" presId="urn:microsoft.com/office/officeart/2005/8/layout/hierarchy2"/>
    <dgm:cxn modelId="{7407C980-9BA2-43E4-97EF-D23BE3E7BD74}" type="presParOf" srcId="{CDDEDAD2-8803-CE42-A12A-0A3E8ED7A414}" destId="{2857230B-6ACC-EB4E-8BA6-0CBC2FCC9836}" srcOrd="4" destOrd="0" presId="urn:microsoft.com/office/officeart/2005/8/layout/hierarchy2"/>
    <dgm:cxn modelId="{57D25815-FB73-49B9-8FCA-D8C8470A5353}" type="presParOf" srcId="{2857230B-6ACC-EB4E-8BA6-0CBC2FCC9836}" destId="{9C339E38-A3F6-CB40-A111-548243462D83}" srcOrd="0" destOrd="0" presId="urn:microsoft.com/office/officeart/2005/8/layout/hierarchy2"/>
    <dgm:cxn modelId="{08309A99-FB46-4250-AD26-C16A2B7D2148}" type="presParOf" srcId="{CDDEDAD2-8803-CE42-A12A-0A3E8ED7A414}" destId="{BF83761A-260F-E141-8202-C4F701A0EC19}" srcOrd="5" destOrd="0" presId="urn:microsoft.com/office/officeart/2005/8/layout/hierarchy2"/>
    <dgm:cxn modelId="{4F162F3E-BEC0-47D3-AD44-613411504BF6}" type="presParOf" srcId="{BF83761A-260F-E141-8202-C4F701A0EC19}" destId="{6ECAD5C2-BC3C-9942-B765-1D3A54EFDDE0}" srcOrd="0" destOrd="0" presId="urn:microsoft.com/office/officeart/2005/8/layout/hierarchy2"/>
    <dgm:cxn modelId="{B9C8416D-10CA-47CA-987B-13049710D4E1}" type="presParOf" srcId="{BF83761A-260F-E141-8202-C4F701A0EC19}" destId="{8BC7F5DC-B338-6048-BD5E-90DA791D6203}" srcOrd="1" destOrd="0" presId="urn:microsoft.com/office/officeart/2005/8/layout/hierarchy2"/>
    <dgm:cxn modelId="{6A626677-1C48-412B-80D8-CC2E618D7D10}" type="presParOf" srcId="{8BC7F5DC-B338-6048-BD5E-90DA791D6203}" destId="{4EBB25EA-B1DB-F14C-8D12-EB1719655B30}" srcOrd="0" destOrd="0" presId="urn:microsoft.com/office/officeart/2005/8/layout/hierarchy2"/>
    <dgm:cxn modelId="{C898EB26-C859-4953-93DD-B47A7619A377}" type="presParOf" srcId="{4EBB25EA-B1DB-F14C-8D12-EB1719655B30}" destId="{DF1D6BF9-13B0-474D-9EAB-9ACB955BFF91}" srcOrd="0" destOrd="0" presId="urn:microsoft.com/office/officeart/2005/8/layout/hierarchy2"/>
    <dgm:cxn modelId="{6EF80989-E8F6-473D-81A3-69744EBE1A64}" type="presParOf" srcId="{8BC7F5DC-B338-6048-BD5E-90DA791D6203}" destId="{6A1F1D2A-4416-1545-BB67-4D4329140F50}" srcOrd="1" destOrd="0" presId="urn:microsoft.com/office/officeart/2005/8/layout/hierarchy2"/>
    <dgm:cxn modelId="{34CFAE47-BFB2-4D36-AFF2-3691C1D46E46}" type="presParOf" srcId="{6A1F1D2A-4416-1545-BB67-4D4329140F50}" destId="{BBE7DFA1-0899-B14B-84DE-D76408BA01A0}" srcOrd="0" destOrd="0" presId="urn:microsoft.com/office/officeart/2005/8/layout/hierarchy2"/>
    <dgm:cxn modelId="{13952943-CC8C-4867-8E00-6F33CD206B48}" type="presParOf" srcId="{6A1F1D2A-4416-1545-BB67-4D4329140F50}" destId="{37978F59-D12A-FB47-ABEF-343C831455C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88A7B-5D18-4823-937A-34BB9A1C21B3}">
      <dsp:nvSpPr>
        <dsp:cNvPr id="0" name=""/>
        <dsp:cNvSpPr/>
      </dsp:nvSpPr>
      <dsp:spPr>
        <a:xfrm>
          <a:off x="2608" y="1953781"/>
          <a:ext cx="1638710" cy="1096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+mj-lt"/>
              <a:ea typeface="Adobe Fan Heiti Std B" pitchFamily="34" charset="-128"/>
            </a:rPr>
            <a:t>Build-up method</a:t>
          </a:r>
          <a:endParaRPr lang="en-US" sz="2000" b="1" kern="1200" dirty="0">
            <a:latin typeface="+mj-lt"/>
            <a:ea typeface="Adobe Fan Heiti Std B" pitchFamily="34" charset="-128"/>
          </a:endParaRPr>
        </a:p>
      </dsp:txBody>
      <dsp:txXfrm>
        <a:off x="34716" y="1985889"/>
        <a:ext cx="1574494" cy="1032021"/>
      </dsp:txXfrm>
    </dsp:sp>
    <dsp:sp modelId="{518F0E24-85BE-4C92-84B4-CD53A92B71B7}">
      <dsp:nvSpPr>
        <dsp:cNvPr id="0" name=""/>
        <dsp:cNvSpPr/>
      </dsp:nvSpPr>
      <dsp:spPr>
        <a:xfrm>
          <a:off x="1799497" y="2305758"/>
          <a:ext cx="335337" cy="39228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>
            <a:latin typeface="+mj-lt"/>
            <a:ea typeface="Adobe Fan Heiti Std B" pitchFamily="34" charset="-128"/>
          </a:endParaRPr>
        </a:p>
      </dsp:txBody>
      <dsp:txXfrm>
        <a:off x="1799497" y="2384214"/>
        <a:ext cx="234736" cy="235370"/>
      </dsp:txXfrm>
    </dsp:sp>
    <dsp:sp modelId="{C0327EEA-C2DD-432B-9D04-565C4B9FF262}">
      <dsp:nvSpPr>
        <dsp:cNvPr id="0" name=""/>
        <dsp:cNvSpPr/>
      </dsp:nvSpPr>
      <dsp:spPr>
        <a:xfrm>
          <a:off x="2274032" y="1953781"/>
          <a:ext cx="1638710" cy="1096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+mj-lt"/>
              <a:ea typeface="Adobe Fan Heiti Std B" pitchFamily="34" charset="-128"/>
            </a:rPr>
            <a:t>Comparable method</a:t>
          </a:r>
          <a:endParaRPr lang="en-US" sz="2000" b="1" kern="1200" dirty="0">
            <a:latin typeface="+mj-lt"/>
            <a:ea typeface="Adobe Fan Heiti Std B" pitchFamily="34" charset="-128"/>
          </a:endParaRPr>
        </a:p>
      </dsp:txBody>
      <dsp:txXfrm>
        <a:off x="2306140" y="1985889"/>
        <a:ext cx="1574494" cy="1032021"/>
      </dsp:txXfrm>
    </dsp:sp>
    <dsp:sp modelId="{CAF216D6-2B59-469A-9984-F17B68666562}">
      <dsp:nvSpPr>
        <dsp:cNvPr id="0" name=""/>
        <dsp:cNvSpPr/>
      </dsp:nvSpPr>
      <dsp:spPr>
        <a:xfrm>
          <a:off x="4070921" y="2305758"/>
          <a:ext cx="335337" cy="39228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59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b="1" kern="1200">
            <a:latin typeface="+mj-lt"/>
            <a:ea typeface="Adobe Fan Heiti Std B" pitchFamily="34" charset="-128"/>
          </a:endParaRPr>
        </a:p>
      </dsp:txBody>
      <dsp:txXfrm>
        <a:off x="4070921" y="2384214"/>
        <a:ext cx="234736" cy="235370"/>
      </dsp:txXfrm>
    </dsp:sp>
    <dsp:sp modelId="{0A0760BE-254B-4C14-A1A5-C5524D2299B4}">
      <dsp:nvSpPr>
        <dsp:cNvPr id="0" name=""/>
        <dsp:cNvSpPr/>
      </dsp:nvSpPr>
      <dsp:spPr>
        <a:xfrm>
          <a:off x="4545455" y="1953781"/>
          <a:ext cx="1638710" cy="1096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>
              <a:latin typeface="+mj-lt"/>
              <a:ea typeface="Adobe Fan Heiti Std B" pitchFamily="34" charset="-128"/>
            </a:rPr>
            <a:t>Integrated financial statements</a:t>
          </a:r>
          <a:endParaRPr lang="en-US" sz="2000" b="1" kern="1200" dirty="0">
            <a:latin typeface="+mj-lt"/>
            <a:ea typeface="Adobe Fan Heiti Std B" pitchFamily="34" charset="-128"/>
          </a:endParaRPr>
        </a:p>
      </dsp:txBody>
      <dsp:txXfrm>
        <a:off x="4577563" y="1985889"/>
        <a:ext cx="1574494" cy="1032021"/>
      </dsp:txXfrm>
    </dsp:sp>
    <dsp:sp modelId="{FBBC9D97-65D7-45B2-8DC2-357CD4699AD9}">
      <dsp:nvSpPr>
        <dsp:cNvPr id="0" name=""/>
        <dsp:cNvSpPr/>
      </dsp:nvSpPr>
      <dsp:spPr>
        <a:xfrm>
          <a:off x="6342344" y="2305758"/>
          <a:ext cx="335337" cy="39228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b="1" kern="1200">
            <a:latin typeface="+mj-lt"/>
            <a:ea typeface="Adobe Fan Heiti Std B" pitchFamily="34" charset="-128"/>
          </a:endParaRPr>
        </a:p>
      </dsp:txBody>
      <dsp:txXfrm>
        <a:off x="6342344" y="2384214"/>
        <a:ext cx="234736" cy="235370"/>
      </dsp:txXfrm>
    </dsp:sp>
    <dsp:sp modelId="{40E641DB-B3E9-48D9-A379-E96BEABE629D}">
      <dsp:nvSpPr>
        <dsp:cNvPr id="0" name=""/>
        <dsp:cNvSpPr/>
      </dsp:nvSpPr>
      <dsp:spPr>
        <a:xfrm>
          <a:off x="6816879" y="1953781"/>
          <a:ext cx="1638710" cy="109623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Final Steps</a:t>
          </a:r>
          <a:endParaRPr lang="en-US" sz="2000" b="1" kern="1200" dirty="0"/>
        </a:p>
      </dsp:txBody>
      <dsp:txXfrm>
        <a:off x="6848987" y="1985889"/>
        <a:ext cx="1574494" cy="10320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04B980-B86C-AD44-BBE3-0F1F205B4008}">
      <dsp:nvSpPr>
        <dsp:cNvPr id="0" name=""/>
        <dsp:cNvSpPr/>
      </dsp:nvSpPr>
      <dsp:spPr>
        <a:xfrm>
          <a:off x="571" y="2149061"/>
          <a:ext cx="2165383" cy="1082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Revenue drivers</a:t>
          </a:r>
          <a:endParaRPr lang="en-US" sz="2000" b="1" kern="1200" dirty="0"/>
        </a:p>
      </dsp:txBody>
      <dsp:txXfrm>
        <a:off x="32282" y="2180772"/>
        <a:ext cx="2101961" cy="1019269"/>
      </dsp:txXfrm>
    </dsp:sp>
    <dsp:sp modelId="{6022BEDE-1123-1D4E-9F6C-0CC90EAEFC58}">
      <dsp:nvSpPr>
        <dsp:cNvPr id="0" name=""/>
        <dsp:cNvSpPr/>
      </dsp:nvSpPr>
      <dsp:spPr>
        <a:xfrm rot="2714783">
          <a:off x="1983918" y="3106746"/>
          <a:ext cx="1230227" cy="40957"/>
        </a:xfrm>
        <a:custGeom>
          <a:avLst/>
          <a:gdLst/>
          <a:ahLst/>
          <a:cxnLst/>
          <a:rect l="0" t="0" r="0" b="0"/>
          <a:pathLst>
            <a:path>
              <a:moveTo>
                <a:pt x="0" y="20478"/>
              </a:moveTo>
              <a:lnTo>
                <a:pt x="1230227" y="20478"/>
              </a:lnTo>
            </a:path>
          </a:pathLst>
        </a:custGeom>
        <a:noFill/>
        <a:ln w="9525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b="1" kern="1200"/>
        </a:p>
      </dsp:txBody>
      <dsp:txXfrm>
        <a:off x="2568276" y="3096469"/>
        <a:ext cx="61511" cy="61511"/>
      </dsp:txXfrm>
    </dsp:sp>
    <dsp:sp modelId="{4B5A1676-9A02-104B-80F3-3A8679B7613E}">
      <dsp:nvSpPr>
        <dsp:cNvPr id="0" name=""/>
        <dsp:cNvSpPr/>
      </dsp:nvSpPr>
      <dsp:spPr>
        <a:xfrm>
          <a:off x="3032108" y="3022696"/>
          <a:ext cx="2165383" cy="1082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Customer visits</a:t>
          </a:r>
          <a:endParaRPr lang="en-US" sz="2000" b="1" kern="1200" dirty="0"/>
        </a:p>
      </dsp:txBody>
      <dsp:txXfrm>
        <a:off x="3063819" y="3054407"/>
        <a:ext cx="2101961" cy="1019269"/>
      </dsp:txXfrm>
    </dsp:sp>
    <dsp:sp modelId="{FFA28A68-4E2F-234D-9F00-512CA0155943}">
      <dsp:nvSpPr>
        <dsp:cNvPr id="0" name=""/>
        <dsp:cNvSpPr/>
      </dsp:nvSpPr>
      <dsp:spPr>
        <a:xfrm rot="19384975">
          <a:off x="5088887" y="3218198"/>
          <a:ext cx="1083361" cy="40957"/>
        </a:xfrm>
        <a:custGeom>
          <a:avLst/>
          <a:gdLst/>
          <a:ahLst/>
          <a:cxnLst/>
          <a:rect l="0" t="0" r="0" b="0"/>
          <a:pathLst>
            <a:path>
              <a:moveTo>
                <a:pt x="0" y="20478"/>
              </a:moveTo>
              <a:lnTo>
                <a:pt x="1083361" y="20478"/>
              </a:lnTo>
            </a:path>
          </a:pathLst>
        </a:custGeom>
        <a:noFill/>
        <a:ln w="9525" cap="flat" cmpd="sng" algn="ctr">
          <a:solidFill>
            <a:schemeClr val="accent1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b="1" kern="1200"/>
        </a:p>
      </dsp:txBody>
      <dsp:txXfrm>
        <a:off x="5603484" y="3211592"/>
        <a:ext cx="54168" cy="54168"/>
      </dsp:txXfrm>
    </dsp:sp>
    <dsp:sp modelId="{27DADB35-86E0-C542-A6A8-80CF96D15E93}">
      <dsp:nvSpPr>
        <dsp:cNvPr id="0" name=""/>
        <dsp:cNvSpPr/>
      </dsp:nvSpPr>
      <dsp:spPr>
        <a:xfrm>
          <a:off x="6063644" y="2371966"/>
          <a:ext cx="2165383" cy="1082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Advertising</a:t>
          </a:r>
          <a:endParaRPr lang="en-US" sz="2000" b="1" kern="1200" dirty="0"/>
        </a:p>
      </dsp:txBody>
      <dsp:txXfrm>
        <a:off x="6095355" y="2403677"/>
        <a:ext cx="2101961" cy="1019269"/>
      </dsp:txXfrm>
    </dsp:sp>
    <dsp:sp modelId="{B9DECE35-AE4F-8346-B5D8-2189D1E01EE4}">
      <dsp:nvSpPr>
        <dsp:cNvPr id="0" name=""/>
        <dsp:cNvSpPr/>
      </dsp:nvSpPr>
      <dsp:spPr>
        <a:xfrm rot="2099781">
          <a:off x="5101902" y="3846765"/>
          <a:ext cx="1057330" cy="40957"/>
        </a:xfrm>
        <a:custGeom>
          <a:avLst/>
          <a:gdLst/>
          <a:ahLst/>
          <a:cxnLst/>
          <a:rect l="0" t="0" r="0" b="0"/>
          <a:pathLst>
            <a:path>
              <a:moveTo>
                <a:pt x="0" y="20478"/>
              </a:moveTo>
              <a:lnTo>
                <a:pt x="1057330" y="20478"/>
              </a:lnTo>
            </a:path>
          </a:pathLst>
        </a:custGeom>
        <a:noFill/>
        <a:ln w="9525" cap="flat" cmpd="sng" algn="ctr">
          <a:solidFill>
            <a:schemeClr val="accent1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b="1" kern="1200"/>
        </a:p>
      </dsp:txBody>
      <dsp:txXfrm>
        <a:off x="5604134" y="3840811"/>
        <a:ext cx="52866" cy="52866"/>
      </dsp:txXfrm>
    </dsp:sp>
    <dsp:sp modelId="{FEAD0FFB-DA8B-0B4B-AACF-AE7ED662D27B}">
      <dsp:nvSpPr>
        <dsp:cNvPr id="0" name=""/>
        <dsp:cNvSpPr/>
      </dsp:nvSpPr>
      <dsp:spPr>
        <a:xfrm>
          <a:off x="6063644" y="3629100"/>
          <a:ext cx="2165383" cy="1082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Store location</a:t>
          </a:r>
          <a:endParaRPr lang="en-US" sz="2000" b="1" kern="1200" dirty="0"/>
        </a:p>
      </dsp:txBody>
      <dsp:txXfrm>
        <a:off x="6095355" y="3660811"/>
        <a:ext cx="2101961" cy="1019269"/>
      </dsp:txXfrm>
    </dsp:sp>
    <dsp:sp modelId="{2E112D10-16C4-F548-832A-2273979C2558}">
      <dsp:nvSpPr>
        <dsp:cNvPr id="0" name=""/>
        <dsp:cNvSpPr/>
      </dsp:nvSpPr>
      <dsp:spPr>
        <a:xfrm rot="18426281">
          <a:off x="1881153" y="2097396"/>
          <a:ext cx="1435756" cy="40957"/>
        </a:xfrm>
        <a:custGeom>
          <a:avLst/>
          <a:gdLst/>
          <a:ahLst/>
          <a:cxnLst/>
          <a:rect l="0" t="0" r="0" b="0"/>
          <a:pathLst>
            <a:path>
              <a:moveTo>
                <a:pt x="0" y="20478"/>
              </a:moveTo>
              <a:lnTo>
                <a:pt x="1435756" y="20478"/>
              </a:lnTo>
            </a:path>
          </a:pathLst>
        </a:custGeom>
        <a:noFill/>
        <a:ln w="9525" cap="flat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b="1" kern="1200"/>
        </a:p>
      </dsp:txBody>
      <dsp:txXfrm>
        <a:off x="2563137" y="2081980"/>
        <a:ext cx="71787" cy="71787"/>
      </dsp:txXfrm>
    </dsp:sp>
    <dsp:sp modelId="{3878B572-FC4C-EA43-B7DF-00A5D706B1E3}">
      <dsp:nvSpPr>
        <dsp:cNvPr id="0" name=""/>
        <dsp:cNvSpPr/>
      </dsp:nvSpPr>
      <dsp:spPr>
        <a:xfrm>
          <a:off x="3032108" y="1003996"/>
          <a:ext cx="2165383" cy="1082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99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99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99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Up-selling</a:t>
          </a:r>
          <a:endParaRPr lang="en-US" sz="2000" b="1" kern="1200" dirty="0"/>
        </a:p>
      </dsp:txBody>
      <dsp:txXfrm>
        <a:off x="3063819" y="1035707"/>
        <a:ext cx="2101961" cy="1019269"/>
      </dsp:txXfrm>
    </dsp:sp>
    <dsp:sp modelId="{CC7880E0-507E-0945-9912-AA6D33BF82DA}">
      <dsp:nvSpPr>
        <dsp:cNvPr id="0" name=""/>
        <dsp:cNvSpPr/>
      </dsp:nvSpPr>
      <dsp:spPr>
        <a:xfrm>
          <a:off x="5197491" y="1524863"/>
          <a:ext cx="866153" cy="40957"/>
        </a:xfrm>
        <a:custGeom>
          <a:avLst/>
          <a:gdLst/>
          <a:ahLst/>
          <a:cxnLst/>
          <a:rect l="0" t="0" r="0" b="0"/>
          <a:pathLst>
            <a:path>
              <a:moveTo>
                <a:pt x="0" y="20478"/>
              </a:moveTo>
              <a:lnTo>
                <a:pt x="866153" y="20478"/>
              </a:lnTo>
            </a:path>
          </a:pathLst>
        </a:custGeom>
        <a:noFill/>
        <a:ln w="9525" cap="flat" cmpd="sng" algn="ctr">
          <a:solidFill>
            <a:schemeClr val="accent1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" b="1" kern="1200"/>
        </a:p>
      </dsp:txBody>
      <dsp:txXfrm>
        <a:off x="5608914" y="1523688"/>
        <a:ext cx="43307" cy="43307"/>
      </dsp:txXfrm>
    </dsp:sp>
    <dsp:sp modelId="{187EB755-483C-E94F-B3F3-7C564EEE04F0}">
      <dsp:nvSpPr>
        <dsp:cNvPr id="0" name=""/>
        <dsp:cNvSpPr/>
      </dsp:nvSpPr>
      <dsp:spPr>
        <a:xfrm>
          <a:off x="6063644" y="1003996"/>
          <a:ext cx="2165383" cy="1082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Sales associates</a:t>
          </a:r>
          <a:endParaRPr lang="en-US" sz="2000" b="1" kern="1200" dirty="0"/>
        </a:p>
      </dsp:txBody>
      <dsp:txXfrm>
        <a:off x="6095355" y="1035707"/>
        <a:ext cx="2101961" cy="10192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47BE6-FD6A-824C-875D-22EA5797D7DC}">
      <dsp:nvSpPr>
        <dsp:cNvPr id="0" name=""/>
        <dsp:cNvSpPr/>
      </dsp:nvSpPr>
      <dsp:spPr>
        <a:xfrm>
          <a:off x="0" y="0"/>
          <a:ext cx="6462318" cy="1288000"/>
        </a:xfrm>
        <a:prstGeom prst="roundRect">
          <a:avLst>
            <a:gd name="adj" fmla="val 10000"/>
          </a:avLst>
        </a:prstGeom>
        <a:solidFill>
          <a:srgbClr val="006643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Choose industry metrics</a:t>
          </a:r>
          <a:endParaRPr lang="en-US" sz="2600" b="1" kern="1200" dirty="0"/>
        </a:p>
      </dsp:txBody>
      <dsp:txXfrm>
        <a:off x="37724" y="37724"/>
        <a:ext cx="5072465" cy="1212552"/>
      </dsp:txXfrm>
    </dsp:sp>
    <dsp:sp modelId="{821AC3FF-06D3-1047-B8C1-DBE72DB8F6CA}">
      <dsp:nvSpPr>
        <dsp:cNvPr id="0" name=""/>
        <dsp:cNvSpPr/>
      </dsp:nvSpPr>
      <dsp:spPr>
        <a:xfrm>
          <a:off x="570204" y="1502667"/>
          <a:ext cx="6462318" cy="1288000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C9265">
                <a:shade val="30000"/>
                <a:satMod val="115000"/>
                <a:lumMod val="100000"/>
              </a:srgbClr>
            </a:gs>
            <a:gs pos="50000">
              <a:srgbClr val="4C9265">
                <a:shade val="67500"/>
                <a:satMod val="115000"/>
              </a:srgbClr>
            </a:gs>
            <a:gs pos="100000">
              <a:srgbClr val="6AB284"/>
            </a:gs>
          </a:gsLst>
          <a:lin ang="5400000" scaled="1"/>
          <a:tileRect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Benchmark similar companies in industry</a:t>
          </a:r>
          <a:endParaRPr lang="en-US" sz="2600" b="1" kern="1200" dirty="0"/>
        </a:p>
      </dsp:txBody>
      <dsp:txXfrm>
        <a:off x="607928" y="1540391"/>
        <a:ext cx="4979465" cy="1212552"/>
      </dsp:txXfrm>
    </dsp:sp>
    <dsp:sp modelId="{DC8828A5-013B-4D46-BA38-42BA8D74A3C9}">
      <dsp:nvSpPr>
        <dsp:cNvPr id="0" name=""/>
        <dsp:cNvSpPr/>
      </dsp:nvSpPr>
      <dsp:spPr>
        <a:xfrm>
          <a:off x="1140409" y="3005335"/>
          <a:ext cx="6462318" cy="1288000"/>
        </a:xfrm>
        <a:prstGeom prst="roundRect">
          <a:avLst>
            <a:gd name="adj" fmla="val 10000"/>
          </a:avLst>
        </a:prstGeom>
        <a:solidFill>
          <a:srgbClr val="6AB284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Compare your company to industry average and other companies</a:t>
          </a:r>
          <a:endParaRPr lang="en-US" sz="2600" b="1" kern="1200" dirty="0"/>
        </a:p>
      </dsp:txBody>
      <dsp:txXfrm>
        <a:off x="1178133" y="3043059"/>
        <a:ext cx="4979465" cy="1212552"/>
      </dsp:txXfrm>
    </dsp:sp>
    <dsp:sp modelId="{0ED66DD1-0319-8B45-92BF-0F255C0F3079}">
      <dsp:nvSpPr>
        <dsp:cNvPr id="0" name=""/>
        <dsp:cNvSpPr/>
      </dsp:nvSpPr>
      <dsp:spPr>
        <a:xfrm>
          <a:off x="5625118" y="976733"/>
          <a:ext cx="837200" cy="83720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b="1" kern="1200"/>
        </a:p>
      </dsp:txBody>
      <dsp:txXfrm>
        <a:off x="5813488" y="976733"/>
        <a:ext cx="460460" cy="629993"/>
      </dsp:txXfrm>
    </dsp:sp>
    <dsp:sp modelId="{529E5005-7C02-EE42-8611-BFEB8F5522CE}">
      <dsp:nvSpPr>
        <dsp:cNvPr id="0" name=""/>
        <dsp:cNvSpPr/>
      </dsp:nvSpPr>
      <dsp:spPr>
        <a:xfrm>
          <a:off x="6195322" y="2470814"/>
          <a:ext cx="837200" cy="83720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b="1" kern="1200"/>
        </a:p>
      </dsp:txBody>
      <dsp:txXfrm>
        <a:off x="6383692" y="2470814"/>
        <a:ext cx="460460" cy="6299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E272A-3A67-A240-8DC7-3D7F4AA7EA70}">
      <dsp:nvSpPr>
        <dsp:cNvPr id="0" name=""/>
        <dsp:cNvSpPr/>
      </dsp:nvSpPr>
      <dsp:spPr>
        <a:xfrm>
          <a:off x="7447" y="1890624"/>
          <a:ext cx="2587748" cy="951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Explanation of spreadsheets (2-3 pages)</a:t>
          </a:r>
          <a:endParaRPr lang="en-US" sz="2000" b="1" kern="1200" dirty="0"/>
        </a:p>
      </dsp:txBody>
      <dsp:txXfrm>
        <a:off x="35319" y="1918496"/>
        <a:ext cx="2532004" cy="895873"/>
      </dsp:txXfrm>
    </dsp:sp>
    <dsp:sp modelId="{4A021013-D278-F14F-A19C-71F3B78B7040}">
      <dsp:nvSpPr>
        <dsp:cNvPr id="0" name=""/>
        <dsp:cNvSpPr/>
      </dsp:nvSpPr>
      <dsp:spPr>
        <a:xfrm rot="17979681">
          <a:off x="2285544" y="1819321"/>
          <a:ext cx="1226032" cy="28843"/>
        </a:xfrm>
        <a:custGeom>
          <a:avLst/>
          <a:gdLst/>
          <a:ahLst/>
          <a:cxnLst/>
          <a:rect l="0" t="0" r="0" b="0"/>
          <a:pathLst>
            <a:path>
              <a:moveTo>
                <a:pt x="0" y="14421"/>
              </a:moveTo>
              <a:lnTo>
                <a:pt x="1226032" y="14421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kern="1200"/>
        </a:p>
      </dsp:txBody>
      <dsp:txXfrm>
        <a:off x="2867910" y="1803092"/>
        <a:ext cx="61301" cy="61301"/>
      </dsp:txXfrm>
    </dsp:sp>
    <dsp:sp modelId="{8F70C594-42C4-4348-9E67-BC5AF842889E}">
      <dsp:nvSpPr>
        <dsp:cNvPr id="0" name=""/>
        <dsp:cNvSpPr/>
      </dsp:nvSpPr>
      <dsp:spPr>
        <a:xfrm>
          <a:off x="3201925" y="825244"/>
          <a:ext cx="2587748" cy="951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Details of income statement</a:t>
          </a:r>
          <a:endParaRPr lang="en-US" sz="2000" b="1" kern="1200" dirty="0"/>
        </a:p>
      </dsp:txBody>
      <dsp:txXfrm>
        <a:off x="3229797" y="853116"/>
        <a:ext cx="2532004" cy="895873"/>
      </dsp:txXfrm>
    </dsp:sp>
    <dsp:sp modelId="{1A0431AC-3C98-104F-BCA0-39C3BE7A61A4}">
      <dsp:nvSpPr>
        <dsp:cNvPr id="0" name=""/>
        <dsp:cNvSpPr/>
      </dsp:nvSpPr>
      <dsp:spPr>
        <a:xfrm>
          <a:off x="5789674" y="1286631"/>
          <a:ext cx="606729" cy="28843"/>
        </a:xfrm>
        <a:custGeom>
          <a:avLst/>
          <a:gdLst/>
          <a:ahLst/>
          <a:cxnLst/>
          <a:rect l="0" t="0" r="0" b="0"/>
          <a:pathLst>
            <a:path>
              <a:moveTo>
                <a:pt x="0" y="14421"/>
              </a:moveTo>
              <a:lnTo>
                <a:pt x="606729" y="14421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kern="1200"/>
        </a:p>
      </dsp:txBody>
      <dsp:txXfrm>
        <a:off x="6077870" y="1285885"/>
        <a:ext cx="30336" cy="30336"/>
      </dsp:txXfrm>
    </dsp:sp>
    <dsp:sp modelId="{54612173-505F-5D4B-85BD-8F111C86D381}">
      <dsp:nvSpPr>
        <dsp:cNvPr id="0" name=""/>
        <dsp:cNvSpPr/>
      </dsp:nvSpPr>
      <dsp:spPr>
        <a:xfrm>
          <a:off x="6396404" y="825244"/>
          <a:ext cx="2587748" cy="951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Revenue drivers and seasonality</a:t>
          </a:r>
          <a:endParaRPr lang="en-US" sz="2000" b="1" kern="1200" dirty="0"/>
        </a:p>
      </dsp:txBody>
      <dsp:txXfrm>
        <a:off x="6424276" y="853116"/>
        <a:ext cx="2532004" cy="895873"/>
      </dsp:txXfrm>
    </dsp:sp>
    <dsp:sp modelId="{9D7CBA8E-AA4C-BF48-8BBA-039B4858C612}">
      <dsp:nvSpPr>
        <dsp:cNvPr id="0" name=""/>
        <dsp:cNvSpPr/>
      </dsp:nvSpPr>
      <dsp:spPr>
        <a:xfrm>
          <a:off x="2595195" y="2352011"/>
          <a:ext cx="606729" cy="28843"/>
        </a:xfrm>
        <a:custGeom>
          <a:avLst/>
          <a:gdLst/>
          <a:ahLst/>
          <a:cxnLst/>
          <a:rect l="0" t="0" r="0" b="0"/>
          <a:pathLst>
            <a:path>
              <a:moveTo>
                <a:pt x="0" y="14421"/>
              </a:moveTo>
              <a:lnTo>
                <a:pt x="606729" y="14421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kern="1200"/>
        </a:p>
      </dsp:txBody>
      <dsp:txXfrm>
        <a:off x="2883392" y="2351265"/>
        <a:ext cx="30336" cy="30336"/>
      </dsp:txXfrm>
    </dsp:sp>
    <dsp:sp modelId="{8292FEC1-1B75-214E-BAC5-591737E41CAE}">
      <dsp:nvSpPr>
        <dsp:cNvPr id="0" name=""/>
        <dsp:cNvSpPr/>
      </dsp:nvSpPr>
      <dsp:spPr>
        <a:xfrm>
          <a:off x="3201925" y="1890624"/>
          <a:ext cx="2587748" cy="951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Details of cash flows</a:t>
          </a:r>
          <a:endParaRPr lang="en-US" sz="2000" b="1" kern="1200" dirty="0"/>
        </a:p>
      </dsp:txBody>
      <dsp:txXfrm>
        <a:off x="3229797" y="1918496"/>
        <a:ext cx="2532004" cy="895873"/>
      </dsp:txXfrm>
    </dsp:sp>
    <dsp:sp modelId="{0189C918-3162-F24E-A36C-B8D898565B8E}">
      <dsp:nvSpPr>
        <dsp:cNvPr id="0" name=""/>
        <dsp:cNvSpPr/>
      </dsp:nvSpPr>
      <dsp:spPr>
        <a:xfrm>
          <a:off x="5789674" y="2352011"/>
          <a:ext cx="606729" cy="28843"/>
        </a:xfrm>
        <a:custGeom>
          <a:avLst/>
          <a:gdLst/>
          <a:ahLst/>
          <a:cxnLst/>
          <a:rect l="0" t="0" r="0" b="0"/>
          <a:pathLst>
            <a:path>
              <a:moveTo>
                <a:pt x="0" y="14421"/>
              </a:moveTo>
              <a:lnTo>
                <a:pt x="606729" y="14421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kern="1200"/>
        </a:p>
      </dsp:txBody>
      <dsp:txXfrm>
        <a:off x="6077870" y="2351265"/>
        <a:ext cx="30336" cy="30336"/>
      </dsp:txXfrm>
    </dsp:sp>
    <dsp:sp modelId="{C3DFBD18-553E-B64E-883A-F11BDD443588}">
      <dsp:nvSpPr>
        <dsp:cNvPr id="0" name=""/>
        <dsp:cNvSpPr/>
      </dsp:nvSpPr>
      <dsp:spPr>
        <a:xfrm>
          <a:off x="6396404" y="1890624"/>
          <a:ext cx="2587748" cy="951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Major cash infusions, A/R,  PP&amp;E, A/P</a:t>
          </a:r>
          <a:endParaRPr lang="en-US" sz="2000" b="1" kern="1200" dirty="0"/>
        </a:p>
      </dsp:txBody>
      <dsp:txXfrm>
        <a:off x="6424276" y="1918496"/>
        <a:ext cx="2532004" cy="895873"/>
      </dsp:txXfrm>
    </dsp:sp>
    <dsp:sp modelId="{2857230B-6ACC-EB4E-8BA6-0CBC2FCC9836}">
      <dsp:nvSpPr>
        <dsp:cNvPr id="0" name=""/>
        <dsp:cNvSpPr/>
      </dsp:nvSpPr>
      <dsp:spPr>
        <a:xfrm rot="3620319">
          <a:off x="2285544" y="2884701"/>
          <a:ext cx="1226032" cy="28843"/>
        </a:xfrm>
        <a:custGeom>
          <a:avLst/>
          <a:gdLst/>
          <a:ahLst/>
          <a:cxnLst/>
          <a:rect l="0" t="0" r="0" b="0"/>
          <a:pathLst>
            <a:path>
              <a:moveTo>
                <a:pt x="0" y="14421"/>
              </a:moveTo>
              <a:lnTo>
                <a:pt x="1226032" y="14421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kern="1200"/>
        </a:p>
      </dsp:txBody>
      <dsp:txXfrm>
        <a:off x="2867910" y="2868472"/>
        <a:ext cx="61301" cy="61301"/>
      </dsp:txXfrm>
    </dsp:sp>
    <dsp:sp modelId="{6ECAD5C2-BC3C-9942-B765-1D3A54EFDDE0}">
      <dsp:nvSpPr>
        <dsp:cNvPr id="0" name=""/>
        <dsp:cNvSpPr/>
      </dsp:nvSpPr>
      <dsp:spPr>
        <a:xfrm>
          <a:off x="3201925" y="2956004"/>
          <a:ext cx="2587748" cy="951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Details of balance sheet</a:t>
          </a:r>
          <a:endParaRPr lang="en-US" sz="2000" b="1" kern="1200" dirty="0"/>
        </a:p>
      </dsp:txBody>
      <dsp:txXfrm>
        <a:off x="3229797" y="2983876"/>
        <a:ext cx="2532004" cy="895873"/>
      </dsp:txXfrm>
    </dsp:sp>
    <dsp:sp modelId="{4EBB25EA-B1DB-F14C-8D12-EB1719655B30}">
      <dsp:nvSpPr>
        <dsp:cNvPr id="0" name=""/>
        <dsp:cNvSpPr/>
      </dsp:nvSpPr>
      <dsp:spPr>
        <a:xfrm>
          <a:off x="5789674" y="3417391"/>
          <a:ext cx="606729" cy="28843"/>
        </a:xfrm>
        <a:custGeom>
          <a:avLst/>
          <a:gdLst/>
          <a:ahLst/>
          <a:cxnLst/>
          <a:rect l="0" t="0" r="0" b="0"/>
          <a:pathLst>
            <a:path>
              <a:moveTo>
                <a:pt x="0" y="14421"/>
              </a:moveTo>
              <a:lnTo>
                <a:pt x="606729" y="14421"/>
              </a:lnTo>
            </a:path>
          </a:pathLst>
        </a:custGeom>
        <a:noFill/>
        <a:ln w="19050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b="1" kern="1200"/>
        </a:p>
      </dsp:txBody>
      <dsp:txXfrm>
        <a:off x="6077870" y="3416645"/>
        <a:ext cx="30336" cy="30336"/>
      </dsp:txXfrm>
    </dsp:sp>
    <dsp:sp modelId="{BBE7DFA1-0899-B14B-84DE-D76408BA01A0}">
      <dsp:nvSpPr>
        <dsp:cNvPr id="0" name=""/>
        <dsp:cNvSpPr/>
      </dsp:nvSpPr>
      <dsp:spPr>
        <a:xfrm>
          <a:off x="6396404" y="2956004"/>
          <a:ext cx="2587748" cy="9516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Major assets and liabilities</a:t>
          </a:r>
          <a:endParaRPr lang="en-US" sz="2000" b="1" kern="1200" dirty="0"/>
        </a:p>
      </dsp:txBody>
      <dsp:txXfrm>
        <a:off x="6424276" y="2983876"/>
        <a:ext cx="2532004" cy="895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43287-F420-4499-8052-E1BEA7C5D8B7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C1AC8-BBF5-4744-A84C-C8B0121F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314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8E6D3-D1FC-49D6-AE0F-845235142204}" type="datetimeFigureOut">
              <a:rPr lang="en-US" smtClean="0"/>
              <a:t>3/4/2015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99952E-C6BF-4D84-AF40-E16FE278A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7240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99952E-C6BF-4D84-AF40-E16FE278AC87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1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99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87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33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486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584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99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2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30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550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88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dirty="0" smtClean="0">
                <a:latin typeface="Novecento wide Book" pitchFamily="50" charset="0"/>
              </a:rPr>
              <a:t>TITLE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80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1599" y="1374390"/>
            <a:ext cx="677242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YOUR </a:t>
            </a: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PRO-FORMA FINANCIAL STATEMENTS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8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474"/>
          <a:stretch/>
        </p:blipFill>
        <p:spPr>
          <a:xfrm>
            <a:off x="6934200" y="5285874"/>
            <a:ext cx="205740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21159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COMMON ENTREPRENEURIAL </a:t>
            </a:r>
          </a:p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MISTAKES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000" y="1596538"/>
            <a:ext cx="8686800" cy="4423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Not understanding the revenue drivers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Underestimating costs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Underestimating time to generate revenues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Lack of </a:t>
            </a:r>
            <a:r>
              <a:rPr lang="en-US" sz="2400" kern="3000" spc="3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comparables</a:t>
            </a:r>
            <a:endParaRPr lang="en-US" sz="2400" kern="3000" spc="30" dirty="0" smtClean="0">
              <a:solidFill>
                <a:schemeClr val="tx1">
                  <a:lumMod val="85000"/>
                  <a:lumOff val="1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Top-down versus bottom-up forecasting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kern="30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Underestimating time to secure financing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60036" y="6034326"/>
            <a:ext cx="3259764" cy="44267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 smtClean="0"/>
              <a:t>Reduced survival chance</a:t>
            </a:r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553200"/>
            <a:ext cx="2895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46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BUILDING PROCESS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244901174"/>
              </p:ext>
            </p:extLst>
          </p:nvPr>
        </p:nvGraphicFramePr>
        <p:xfrm>
          <a:off x="288966" y="914400"/>
          <a:ext cx="8458199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2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0"/>
            <a:ext cx="929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FINANCIAL CONSTRUCTION</a:t>
            </a:r>
          </a:p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CHECKLIST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1458754"/>
            <a:ext cx="845820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Build-Up Method</a:t>
            </a:r>
          </a:p>
          <a:p>
            <a:r>
              <a:rPr lang="en-US" sz="1100" b="1" dirty="0"/>
              <a:t> </a:t>
            </a:r>
            <a:r>
              <a:rPr lang="en-US" sz="1100" b="1" dirty="0" smtClean="0"/>
              <a:t> 1</a:t>
            </a:r>
            <a:r>
              <a:rPr lang="en-US" sz="1100" b="1" dirty="0"/>
              <a:t>. </a:t>
            </a:r>
            <a:r>
              <a:rPr lang="en-US" sz="1100" dirty="0"/>
              <a:t>Identify all your sources of revenues</a:t>
            </a:r>
          </a:p>
          <a:p>
            <a:r>
              <a:rPr lang="en-US" sz="1100" b="1" dirty="0" smtClean="0"/>
              <a:t>  2</a:t>
            </a:r>
            <a:r>
              <a:rPr lang="en-US" sz="1100" b="1" dirty="0"/>
              <a:t>. </a:t>
            </a:r>
            <a:r>
              <a:rPr lang="en-US" sz="1100" dirty="0"/>
              <a:t>Determine your revenues for a “typical day”</a:t>
            </a:r>
          </a:p>
          <a:p>
            <a:r>
              <a:rPr lang="en-US" sz="1100" b="1" dirty="0" smtClean="0"/>
              <a:t>  3</a:t>
            </a:r>
            <a:r>
              <a:rPr lang="en-US" sz="1100" b="1" dirty="0"/>
              <a:t>. </a:t>
            </a:r>
            <a:r>
              <a:rPr lang="en-US" sz="1100" dirty="0"/>
              <a:t>Understand your revenue drivers</a:t>
            </a:r>
          </a:p>
          <a:p>
            <a:r>
              <a:rPr lang="en-US" sz="1100" dirty="0"/>
              <a:t> </a:t>
            </a:r>
            <a:r>
              <a:rPr lang="en-US" sz="1100" dirty="0" smtClean="0"/>
              <a:t>         a</a:t>
            </a:r>
            <a:r>
              <a:rPr lang="en-US" sz="1100" dirty="0"/>
              <a:t>. How many customers you will serve</a:t>
            </a:r>
          </a:p>
          <a:p>
            <a:r>
              <a:rPr lang="en-US" sz="1100" dirty="0" smtClean="0"/>
              <a:t>          b</a:t>
            </a:r>
            <a:r>
              <a:rPr lang="en-US" sz="1100" dirty="0"/>
              <a:t>. How much product they will buy</a:t>
            </a:r>
          </a:p>
          <a:p>
            <a:r>
              <a:rPr lang="en-US" sz="1100" dirty="0" smtClean="0"/>
              <a:t>          c</a:t>
            </a:r>
            <a:r>
              <a:rPr lang="en-US" sz="1100" dirty="0"/>
              <a:t>. How much they will pay for each product</a:t>
            </a:r>
          </a:p>
          <a:p>
            <a:r>
              <a:rPr lang="en-US" sz="1100" dirty="0" smtClean="0"/>
              <a:t>          d</a:t>
            </a:r>
            <a:r>
              <a:rPr lang="en-US" sz="1100" dirty="0"/>
              <a:t>. How often they will buy</a:t>
            </a:r>
          </a:p>
          <a:p>
            <a:r>
              <a:rPr lang="en-US" sz="1100" b="1" dirty="0" smtClean="0"/>
              <a:t>  4</a:t>
            </a:r>
            <a:r>
              <a:rPr lang="en-US" sz="1100" b="1" dirty="0"/>
              <a:t>. </a:t>
            </a:r>
            <a:r>
              <a:rPr lang="en-US" sz="1100" dirty="0"/>
              <a:t>Validate driver assumptions</a:t>
            </a:r>
          </a:p>
          <a:p>
            <a:r>
              <a:rPr lang="en-US" sz="1100" dirty="0" smtClean="0"/>
              <a:t>          a</a:t>
            </a:r>
            <a:r>
              <a:rPr lang="en-US" sz="1100" dirty="0"/>
              <a:t>. Primary research (talk to customers, attend trade shows, etc.)</a:t>
            </a:r>
          </a:p>
          <a:p>
            <a:r>
              <a:rPr lang="en-US" sz="1100" dirty="0" smtClean="0"/>
              <a:t>          b</a:t>
            </a:r>
            <a:r>
              <a:rPr lang="en-US" sz="1100" dirty="0"/>
              <a:t>. Secondary research (industry reports, company reports, etc.)</a:t>
            </a:r>
          </a:p>
          <a:p>
            <a:r>
              <a:rPr lang="en-US" sz="1100" b="1" dirty="0" smtClean="0"/>
              <a:t>  5</a:t>
            </a:r>
            <a:r>
              <a:rPr lang="en-US" sz="1100" b="1" dirty="0"/>
              <a:t>. </a:t>
            </a:r>
            <a:r>
              <a:rPr lang="en-US" sz="1100" dirty="0"/>
              <a:t>Recombine. Multiply the typical day by the number of days in a year</a:t>
            </a:r>
          </a:p>
          <a:p>
            <a:r>
              <a:rPr lang="en-US" sz="1100" b="1" dirty="0" smtClean="0"/>
              <a:t>  6</a:t>
            </a:r>
            <a:r>
              <a:rPr lang="en-US" sz="1100" b="1" dirty="0"/>
              <a:t>. </a:t>
            </a:r>
            <a:r>
              <a:rPr lang="en-US" sz="1100" dirty="0"/>
              <a:t>Determine Cost of Goods Sold (COGS) for a typical day</a:t>
            </a:r>
          </a:p>
          <a:p>
            <a:r>
              <a:rPr lang="en-US" sz="1100" b="1" dirty="0" smtClean="0"/>
              <a:t>  7</a:t>
            </a:r>
            <a:r>
              <a:rPr lang="en-US" sz="1100" b="1" dirty="0"/>
              <a:t>. </a:t>
            </a:r>
            <a:r>
              <a:rPr lang="en-US" sz="1100" dirty="0"/>
              <a:t>Recombine. Multiply COGS by number of days in a year</a:t>
            </a:r>
          </a:p>
          <a:p>
            <a:r>
              <a:rPr lang="en-US" sz="1100" b="1" dirty="0" smtClean="0"/>
              <a:t>  8</a:t>
            </a:r>
            <a:r>
              <a:rPr lang="en-US" sz="1100" b="1" dirty="0"/>
              <a:t>. </a:t>
            </a:r>
            <a:r>
              <a:rPr lang="en-US" sz="1100" dirty="0"/>
              <a:t>Determine operating expenses by most appropriate time frame</a:t>
            </a:r>
          </a:p>
          <a:p>
            <a:r>
              <a:rPr lang="en-US" sz="1100" b="1" dirty="0" smtClean="0"/>
              <a:t>  9</a:t>
            </a:r>
            <a:r>
              <a:rPr lang="en-US" sz="1100" b="1" dirty="0"/>
              <a:t>. </a:t>
            </a:r>
            <a:r>
              <a:rPr lang="en-US" sz="1100" dirty="0"/>
              <a:t>Refine operating costs</a:t>
            </a:r>
          </a:p>
          <a:p>
            <a:r>
              <a:rPr lang="en-US" sz="1100" b="1" dirty="0" smtClean="0"/>
              <a:t>  10</a:t>
            </a:r>
            <a:r>
              <a:rPr lang="en-US" sz="1100" b="1" dirty="0"/>
              <a:t>. </a:t>
            </a:r>
            <a:r>
              <a:rPr lang="en-US" sz="1100" dirty="0"/>
              <a:t>Create preliminary income </a:t>
            </a:r>
            <a:r>
              <a:rPr lang="en-US" sz="1100" dirty="0" smtClean="0"/>
              <a:t>statement</a:t>
            </a:r>
          </a:p>
          <a:p>
            <a:endParaRPr lang="en-US" sz="1100" dirty="0"/>
          </a:p>
          <a:p>
            <a:r>
              <a:rPr lang="en-US" sz="1200" b="1" dirty="0"/>
              <a:t>Comparable Method</a:t>
            </a:r>
          </a:p>
          <a:p>
            <a:r>
              <a:rPr lang="en-US" sz="1100" b="1" dirty="0" smtClean="0"/>
              <a:t>  11</a:t>
            </a:r>
            <a:r>
              <a:rPr lang="en-US" sz="1100" b="1" dirty="0"/>
              <a:t>. </a:t>
            </a:r>
            <a:r>
              <a:rPr lang="en-US" sz="1100" dirty="0"/>
              <a:t>Compare revenue projections to industry metrics</a:t>
            </a:r>
          </a:p>
          <a:p>
            <a:r>
              <a:rPr lang="en-US" sz="1100" b="1" dirty="0" smtClean="0"/>
              <a:t>  12</a:t>
            </a:r>
            <a:r>
              <a:rPr lang="en-US" sz="1100" b="1" dirty="0"/>
              <a:t>. </a:t>
            </a:r>
            <a:r>
              <a:rPr lang="en-US" sz="1100" dirty="0"/>
              <a:t>Run scenario analysis</a:t>
            </a:r>
          </a:p>
          <a:p>
            <a:r>
              <a:rPr lang="en-US" sz="1100" b="1" dirty="0" smtClean="0"/>
              <a:t>  13</a:t>
            </a:r>
            <a:r>
              <a:rPr lang="en-US" sz="1100" b="1" dirty="0"/>
              <a:t>. </a:t>
            </a:r>
            <a:r>
              <a:rPr lang="en-US" sz="1100" dirty="0"/>
              <a:t>Compare common-sized cost percentages to industry </a:t>
            </a:r>
            <a:r>
              <a:rPr lang="en-US" sz="1100" dirty="0" smtClean="0"/>
              <a:t>averages</a:t>
            </a:r>
          </a:p>
          <a:p>
            <a:endParaRPr lang="en-US" sz="1100" dirty="0"/>
          </a:p>
          <a:p>
            <a:r>
              <a:rPr lang="en-US" sz="1200" b="1" dirty="0"/>
              <a:t>Building Integrated Financial Statements</a:t>
            </a:r>
          </a:p>
          <a:p>
            <a:r>
              <a:rPr lang="en-US" sz="1100" b="1" dirty="0" smtClean="0"/>
              <a:t>  14</a:t>
            </a:r>
            <a:r>
              <a:rPr lang="en-US" sz="1100" b="1" dirty="0"/>
              <a:t>. </a:t>
            </a:r>
            <a:r>
              <a:rPr lang="en-US" sz="1100" dirty="0"/>
              <a:t>Derive monthly income statements for first two years, yearly statements for year 3–5</a:t>
            </a:r>
          </a:p>
          <a:p>
            <a:r>
              <a:rPr lang="en-US" sz="1100" b="1" dirty="0" smtClean="0"/>
              <a:t>  15</a:t>
            </a:r>
            <a:r>
              <a:rPr lang="en-US" sz="1100" b="1" dirty="0"/>
              <a:t>. </a:t>
            </a:r>
            <a:r>
              <a:rPr lang="en-US" sz="1100" dirty="0"/>
              <a:t>Create balance sheet (yearly for year 1–5)</a:t>
            </a:r>
          </a:p>
          <a:p>
            <a:r>
              <a:rPr lang="en-US" sz="1100" b="1" dirty="0" smtClean="0"/>
              <a:t>  16</a:t>
            </a:r>
            <a:r>
              <a:rPr lang="en-US" sz="1100" b="1" dirty="0"/>
              <a:t>. </a:t>
            </a:r>
            <a:r>
              <a:rPr lang="en-US" sz="1100" dirty="0"/>
              <a:t>Create cash-flow statement (monthly for years 1 and 2, yearly for years 3–5</a:t>
            </a:r>
            <a:r>
              <a:rPr lang="en-US" sz="1100" dirty="0" smtClean="0"/>
              <a:t>)</a:t>
            </a:r>
          </a:p>
          <a:p>
            <a:endParaRPr lang="en-US" sz="1100" dirty="0"/>
          </a:p>
          <a:p>
            <a:r>
              <a:rPr lang="en-US" sz="1200" b="1" dirty="0"/>
              <a:t>Final Steps</a:t>
            </a:r>
          </a:p>
          <a:p>
            <a:r>
              <a:rPr lang="en-US" sz="1100" b="1" dirty="0" smtClean="0"/>
              <a:t>  17</a:t>
            </a:r>
            <a:r>
              <a:rPr lang="en-US" sz="1100" b="1" dirty="0"/>
              <a:t>. </a:t>
            </a:r>
            <a:r>
              <a:rPr lang="en-US" sz="1100" dirty="0"/>
              <a:t>Write a two- to three-page description of financial statements</a:t>
            </a:r>
            <a:endParaRPr lang="en-US" sz="1100" kern="3000" spc="30" dirty="0" smtClean="0">
              <a:solidFill>
                <a:schemeClr val="tx1">
                  <a:lumMod val="85000"/>
                  <a:lumOff val="1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096000" y="6325831"/>
            <a:ext cx="2895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7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38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UNDERSTANDING YOUR</a:t>
            </a:r>
          </a:p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REVENUE DRIVERS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SmartArt Placeholder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4091669"/>
              </p:ext>
            </p:extLst>
          </p:nvPr>
        </p:nvGraphicFramePr>
        <p:xfrm>
          <a:off x="381001" y="1219200"/>
          <a:ext cx="8229600" cy="4758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5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264" y="221159"/>
            <a:ext cx="8814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BUILD-UP METHOD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838200" y="1667932"/>
            <a:ext cx="7239000" cy="4690117"/>
            <a:chOff x="838200" y="1667932"/>
            <a:chExt cx="7239000" cy="4690117"/>
          </a:xfrm>
          <a:solidFill>
            <a:srgbClr val="6AB284"/>
          </a:solidFill>
        </p:grpSpPr>
        <p:grpSp>
          <p:nvGrpSpPr>
            <p:cNvPr id="7" name="Group 15"/>
            <p:cNvGrpSpPr>
              <a:grpSpLocks/>
            </p:cNvGrpSpPr>
            <p:nvPr/>
          </p:nvGrpSpPr>
          <p:grpSpPr bwMode="auto">
            <a:xfrm>
              <a:off x="838200" y="1769530"/>
              <a:ext cx="3733800" cy="1769119"/>
              <a:chOff x="528" y="1152"/>
              <a:chExt cx="2352" cy="1296"/>
            </a:xfrm>
            <a:grpFill/>
          </p:grpSpPr>
          <p:sp>
            <p:nvSpPr>
              <p:cNvPr id="8" name="AutoShape 7"/>
              <p:cNvSpPr>
                <a:spLocks noChangeArrowheads="1"/>
              </p:cNvSpPr>
              <p:nvPr/>
            </p:nvSpPr>
            <p:spPr bwMode="auto">
              <a:xfrm>
                <a:off x="528" y="1152"/>
                <a:ext cx="384" cy="1296"/>
              </a:xfrm>
              <a:prstGeom prst="curvedRightArrow">
                <a:avLst>
                  <a:gd name="adj1" fmla="val 67500"/>
                  <a:gd name="adj2" fmla="val 135000"/>
                  <a:gd name="adj3" fmla="val 33333"/>
                </a:avLst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2000" b="1"/>
              </a:p>
            </p:txBody>
          </p:sp>
          <p:sp>
            <p:nvSpPr>
              <p:cNvPr id="9" name="AutoShape 8"/>
              <p:cNvSpPr>
                <a:spLocks noChangeArrowheads="1"/>
              </p:cNvSpPr>
              <p:nvPr/>
            </p:nvSpPr>
            <p:spPr bwMode="auto">
              <a:xfrm>
                <a:off x="912" y="1920"/>
                <a:ext cx="1968" cy="480"/>
              </a:xfrm>
              <a:prstGeom prst="rightArrowCallout">
                <a:avLst>
                  <a:gd name="adj1" fmla="val 25000"/>
                  <a:gd name="adj2" fmla="val 25000"/>
                  <a:gd name="adj3" fmla="val 68333"/>
                  <a:gd name="adj4" fmla="val 6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000" b="1"/>
                  <a:t>COGS</a:t>
                </a:r>
              </a:p>
            </p:txBody>
          </p:sp>
        </p:grpSp>
        <p:grpSp>
          <p:nvGrpSpPr>
            <p:cNvPr id="10" name="Group 27"/>
            <p:cNvGrpSpPr>
              <a:grpSpLocks/>
            </p:cNvGrpSpPr>
            <p:nvPr/>
          </p:nvGrpSpPr>
          <p:grpSpPr bwMode="auto">
            <a:xfrm>
              <a:off x="838200" y="3217330"/>
              <a:ext cx="3733800" cy="1769119"/>
              <a:chOff x="528" y="2064"/>
              <a:chExt cx="2352" cy="1296"/>
            </a:xfrm>
            <a:grpFill/>
          </p:grpSpPr>
          <p:sp>
            <p:nvSpPr>
              <p:cNvPr id="11" name="AutoShape 9"/>
              <p:cNvSpPr>
                <a:spLocks noChangeArrowheads="1"/>
              </p:cNvSpPr>
              <p:nvPr/>
            </p:nvSpPr>
            <p:spPr bwMode="auto">
              <a:xfrm>
                <a:off x="912" y="2832"/>
                <a:ext cx="1968" cy="480"/>
              </a:xfrm>
              <a:prstGeom prst="rightArrowCallout">
                <a:avLst>
                  <a:gd name="adj1" fmla="val 25000"/>
                  <a:gd name="adj2" fmla="val 25000"/>
                  <a:gd name="adj3" fmla="val 68333"/>
                  <a:gd name="adj4" fmla="val 66667"/>
                </a:avLst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endParaRPr lang="en-US" sz="2000" b="1" dirty="0"/>
              </a:p>
              <a:p>
                <a:pPr algn="ctr"/>
                <a:r>
                  <a:rPr lang="en-US" sz="2000" b="1" dirty="0"/>
                  <a:t>Operating</a:t>
                </a:r>
              </a:p>
              <a:p>
                <a:pPr algn="ctr"/>
                <a:r>
                  <a:rPr lang="en-US" sz="2000" b="1" dirty="0"/>
                  <a:t> Expenses</a:t>
                </a:r>
              </a:p>
              <a:p>
                <a:pPr algn="ctr"/>
                <a:endParaRPr lang="en-US" sz="2000" b="1" dirty="0"/>
              </a:p>
            </p:txBody>
          </p:sp>
          <p:sp>
            <p:nvSpPr>
              <p:cNvPr id="14" name="AutoShape 10"/>
              <p:cNvSpPr>
                <a:spLocks noChangeArrowheads="1"/>
              </p:cNvSpPr>
              <p:nvPr/>
            </p:nvSpPr>
            <p:spPr bwMode="auto">
              <a:xfrm>
                <a:off x="528" y="2064"/>
                <a:ext cx="384" cy="1296"/>
              </a:xfrm>
              <a:prstGeom prst="curvedRightArrow">
                <a:avLst>
                  <a:gd name="adj1" fmla="val 67500"/>
                  <a:gd name="adj2" fmla="val 135000"/>
                  <a:gd name="adj3" fmla="val 33333"/>
                </a:avLst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2000" b="1"/>
              </a:p>
            </p:txBody>
          </p:sp>
        </p:grpSp>
        <p:sp>
          <p:nvSpPr>
            <p:cNvPr id="15" name="Rectangle 17"/>
            <p:cNvSpPr>
              <a:spLocks noChangeArrowheads="1"/>
            </p:cNvSpPr>
            <p:nvPr/>
          </p:nvSpPr>
          <p:spPr bwMode="auto">
            <a:xfrm>
              <a:off x="4572000" y="1667932"/>
              <a:ext cx="3505200" cy="733778"/>
            </a:xfrm>
            <a:prstGeom prst="round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/>
                <a:t>Revenue Worksheet</a:t>
              </a:r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4546599" y="2810935"/>
              <a:ext cx="3505200" cy="733778"/>
            </a:xfrm>
            <a:prstGeom prst="round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/>
                <a:t>COGS Worksheet</a:t>
              </a:r>
            </a:p>
          </p:txBody>
        </p:sp>
        <p:sp>
          <p:nvSpPr>
            <p:cNvPr id="17" name="Rectangle 19"/>
            <p:cNvSpPr>
              <a:spLocks noChangeArrowheads="1"/>
            </p:cNvSpPr>
            <p:nvPr/>
          </p:nvSpPr>
          <p:spPr bwMode="auto">
            <a:xfrm>
              <a:off x="4572000" y="4224866"/>
              <a:ext cx="3505200" cy="733778"/>
            </a:xfrm>
            <a:prstGeom prst="round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/>
                <a:t>Operating Expense Worksheet</a:t>
              </a:r>
            </a:p>
          </p:txBody>
        </p:sp>
        <p:grpSp>
          <p:nvGrpSpPr>
            <p:cNvPr id="18" name="Group 29"/>
            <p:cNvGrpSpPr>
              <a:grpSpLocks/>
            </p:cNvGrpSpPr>
            <p:nvPr/>
          </p:nvGrpSpPr>
          <p:grpSpPr bwMode="auto">
            <a:xfrm>
              <a:off x="838200" y="4588930"/>
              <a:ext cx="3581400" cy="1769119"/>
              <a:chOff x="528" y="2928"/>
              <a:chExt cx="2256" cy="1296"/>
            </a:xfrm>
            <a:grpFill/>
          </p:grpSpPr>
          <p:sp>
            <p:nvSpPr>
              <p:cNvPr id="19" name="AutoShape 26"/>
              <p:cNvSpPr>
                <a:spLocks noChangeArrowheads="1"/>
              </p:cNvSpPr>
              <p:nvPr/>
            </p:nvSpPr>
            <p:spPr bwMode="auto">
              <a:xfrm>
                <a:off x="528" y="2928"/>
                <a:ext cx="384" cy="1296"/>
              </a:xfrm>
              <a:prstGeom prst="curvedRightArrow">
                <a:avLst>
                  <a:gd name="adj1" fmla="val 67500"/>
                  <a:gd name="adj2" fmla="val 135000"/>
                  <a:gd name="adj3" fmla="val 33333"/>
                </a:avLst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 sz="2000" b="1"/>
              </a:p>
            </p:txBody>
          </p:sp>
          <p:sp>
            <p:nvSpPr>
              <p:cNvPr id="20" name="Rectangle 28"/>
              <p:cNvSpPr>
                <a:spLocks noChangeArrowheads="1"/>
              </p:cNvSpPr>
              <p:nvPr/>
            </p:nvSpPr>
            <p:spPr bwMode="auto">
              <a:xfrm>
                <a:off x="912" y="3696"/>
                <a:ext cx="1872" cy="480"/>
              </a:xfrm>
              <a:prstGeom prst="roundRect">
                <a:avLst/>
              </a:prstGeom>
              <a:ln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000" b="1" dirty="0"/>
                  <a:t>Preliminary </a:t>
                </a:r>
              </a:p>
              <a:p>
                <a:pPr algn="ctr"/>
                <a:r>
                  <a:rPr lang="en-US" sz="2000" b="1" dirty="0"/>
                  <a:t>Income Statement</a:t>
                </a:r>
              </a:p>
            </p:txBody>
          </p:sp>
        </p:grpSp>
        <p:sp>
          <p:nvSpPr>
            <p:cNvPr id="21" name="AutoShape 4"/>
            <p:cNvSpPr>
              <a:spLocks noChangeArrowheads="1"/>
            </p:cNvSpPr>
            <p:nvPr/>
          </p:nvSpPr>
          <p:spPr bwMode="auto">
            <a:xfrm>
              <a:off x="1447800" y="1693331"/>
              <a:ext cx="3124200" cy="655230"/>
            </a:xfrm>
            <a:prstGeom prst="rightArrowCallout">
              <a:avLst>
                <a:gd name="adj1" fmla="val 25000"/>
                <a:gd name="adj2" fmla="val 25000"/>
                <a:gd name="adj3" fmla="val 68333"/>
                <a:gd name="adj4" fmla="val 66667"/>
              </a:avLst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endParaRPr lang="en-US" sz="2000" b="1" dirty="0"/>
            </a:p>
            <a:p>
              <a:pPr algn="ctr"/>
              <a:r>
                <a:rPr lang="en-US" sz="2000" b="1" dirty="0"/>
                <a:t>Revenue</a:t>
              </a:r>
            </a:p>
            <a:p>
              <a:pPr algn="ctr"/>
              <a:r>
                <a:rPr lang="en-US" sz="2000" b="1" dirty="0"/>
                <a:t> Projections</a:t>
              </a:r>
            </a:p>
            <a:p>
              <a:pPr algn="ctr"/>
              <a:endParaRPr lang="en-US" sz="2000" b="1" dirty="0"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3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2149" y="152400"/>
            <a:ext cx="8853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REVENUE WORKSHEET</a:t>
            </a: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15" y="947380"/>
            <a:ext cx="7099533" cy="537722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0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76200" y="190381"/>
            <a:ext cx="92202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COST OF GOODS WORKSHEET</a:t>
            </a:r>
            <a:endParaRPr lang="en-US" sz="4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43000"/>
            <a:ext cx="7898016" cy="450042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2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-22086"/>
            <a:ext cx="982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OPERATING EXPENSES WORKSHEET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390" y="659590"/>
            <a:ext cx="5852178" cy="596981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132768" y="6477000"/>
            <a:ext cx="2895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50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24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HEADCOUNT TABLE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73" y="885097"/>
            <a:ext cx="7544854" cy="521090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2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208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INCOME STATEMENT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02" b="2777"/>
          <a:stretch/>
        </p:blipFill>
        <p:spPr>
          <a:xfrm>
            <a:off x="2295207" y="609600"/>
            <a:ext cx="4334193" cy="604502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223000" y="6472063"/>
            <a:ext cx="2895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40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286316"/>
            <a:ext cx="73877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COMPARABLE METHOD</a:t>
            </a: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454100733"/>
              </p:ext>
            </p:extLst>
          </p:nvPr>
        </p:nvGraphicFramePr>
        <p:xfrm>
          <a:off x="685800" y="1524000"/>
          <a:ext cx="7602728" cy="4293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4757" y="-76200"/>
            <a:ext cx="83620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COMPARABLE ANALYSIS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206" y="685800"/>
            <a:ext cx="4966447" cy="57912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4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799" y="221159"/>
            <a:ext cx="85447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INTEGRATED FINANCIAL</a:t>
            </a:r>
          </a:p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STATEMENTS</a:t>
            </a:r>
          </a:p>
        </p:txBody>
      </p:sp>
      <p:grpSp>
        <p:nvGrpSpPr>
          <p:cNvPr id="6" name="Group 5"/>
          <p:cNvGrpSpPr>
            <a:grpSpLocks noGrp="1" noChangeAspect="1"/>
          </p:cNvGrpSpPr>
          <p:nvPr/>
        </p:nvGrpSpPr>
        <p:grpSpPr bwMode="auto">
          <a:xfrm>
            <a:off x="256885" y="1885383"/>
            <a:ext cx="8592670" cy="4210617"/>
            <a:chOff x="1152" y="1220"/>
            <a:chExt cx="3024" cy="2092"/>
          </a:xfrm>
        </p:grpSpPr>
        <p:cxnSp>
          <p:nvCxnSpPr>
            <p:cNvPr id="8" name="_s79903"/>
            <p:cNvCxnSpPr>
              <a:cxnSpLocks noChangeShapeType="1"/>
            </p:cNvCxnSpPr>
            <p:nvPr/>
          </p:nvCxnSpPr>
          <p:spPr bwMode="auto">
            <a:xfrm rot="10800000">
              <a:off x="2736" y="2021"/>
              <a:ext cx="141" cy="1147"/>
            </a:xfrm>
            <a:prstGeom prst="bentConnector2">
              <a:avLst/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9" name="_s79901"/>
            <p:cNvCxnSpPr>
              <a:cxnSpLocks noChangeShapeType="1"/>
            </p:cNvCxnSpPr>
            <p:nvPr/>
          </p:nvCxnSpPr>
          <p:spPr bwMode="auto">
            <a:xfrm rot="10800000">
              <a:off x="2736" y="2021"/>
              <a:ext cx="141" cy="714"/>
            </a:xfrm>
            <a:prstGeom prst="bentConnector2">
              <a:avLst/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1" name="_s79899"/>
            <p:cNvCxnSpPr>
              <a:cxnSpLocks noChangeShapeType="1"/>
            </p:cNvCxnSpPr>
            <p:nvPr/>
          </p:nvCxnSpPr>
          <p:spPr bwMode="auto">
            <a:xfrm rot="10800000">
              <a:off x="2736" y="2021"/>
              <a:ext cx="141" cy="282"/>
            </a:xfrm>
            <a:prstGeom prst="bentConnector2">
              <a:avLst/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3" name="_s79897"/>
            <p:cNvCxnSpPr>
              <a:cxnSpLocks noChangeShapeType="1"/>
            </p:cNvCxnSpPr>
            <p:nvPr/>
          </p:nvCxnSpPr>
          <p:spPr bwMode="auto">
            <a:xfrm rot="10800000">
              <a:off x="1584" y="2021"/>
              <a:ext cx="141" cy="1147"/>
            </a:xfrm>
            <a:prstGeom prst="bentConnector2">
              <a:avLst/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4" name="_s79895"/>
            <p:cNvCxnSpPr>
              <a:cxnSpLocks noChangeShapeType="1"/>
            </p:cNvCxnSpPr>
            <p:nvPr/>
          </p:nvCxnSpPr>
          <p:spPr bwMode="auto">
            <a:xfrm rot="10800000">
              <a:off x="1584" y="2021"/>
              <a:ext cx="141" cy="715"/>
            </a:xfrm>
            <a:prstGeom prst="bentConnector2">
              <a:avLst/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5" name="_s79887"/>
            <p:cNvCxnSpPr>
              <a:cxnSpLocks noChangeShapeType="1"/>
            </p:cNvCxnSpPr>
            <p:nvPr/>
          </p:nvCxnSpPr>
          <p:spPr bwMode="auto">
            <a:xfrm rot="10800000">
              <a:off x="1584" y="2021"/>
              <a:ext cx="141" cy="283"/>
            </a:xfrm>
            <a:prstGeom prst="bentConnector2">
              <a:avLst/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6" name="_s79884"/>
            <p:cNvCxnSpPr>
              <a:cxnSpLocks noChangeShapeType="1"/>
            </p:cNvCxnSpPr>
            <p:nvPr/>
          </p:nvCxnSpPr>
          <p:spPr bwMode="auto">
            <a:xfrm rot="16200000" flipV="1">
              <a:off x="3132" y="1116"/>
              <a:ext cx="144" cy="108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7" name="_s79883"/>
            <p:cNvCxnSpPr>
              <a:cxnSpLocks noChangeShapeType="1"/>
            </p:cNvCxnSpPr>
            <p:nvPr/>
          </p:nvCxnSpPr>
          <p:spPr bwMode="auto">
            <a:xfrm rot="16200000" flipV="1">
              <a:off x="2628" y="1620"/>
              <a:ext cx="144" cy="7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cxnSp>
          <p:nvCxnSpPr>
            <p:cNvPr id="18" name="_s79882"/>
            <p:cNvCxnSpPr>
              <a:cxnSpLocks noChangeShapeType="1"/>
            </p:cNvCxnSpPr>
            <p:nvPr/>
          </p:nvCxnSpPr>
          <p:spPr bwMode="auto">
            <a:xfrm rot="5400000" flipH="1" flipV="1">
              <a:off x="2052" y="1116"/>
              <a:ext cx="144" cy="108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23732D"/>
              </a:solidFill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</p:cxnSp>
        <p:sp>
          <p:nvSpPr>
            <p:cNvPr id="19" name="_s79878"/>
            <p:cNvSpPr>
              <a:spLocks noChangeArrowheads="1"/>
            </p:cNvSpPr>
            <p:nvPr/>
          </p:nvSpPr>
          <p:spPr bwMode="auto">
            <a:xfrm>
              <a:off x="2232" y="1220"/>
              <a:ext cx="864" cy="364"/>
            </a:xfrm>
            <a:prstGeom prst="roundRect">
              <a:avLst/>
            </a:prstGeom>
            <a:solidFill>
              <a:srgbClr val="006643"/>
            </a:solidFill>
            <a:ln>
              <a:noFill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INTEGRATED</a:t>
              </a:r>
              <a:r>
                <a:rPr lang="en-US" sz="1200" b="1" dirty="0">
                  <a:solidFill>
                    <a:schemeClr val="bg1"/>
                  </a:solidFill>
                </a:rPr>
                <a:t/>
              </a:r>
              <a:br>
                <a:rPr lang="en-US" sz="1200" b="1" dirty="0">
                  <a:solidFill>
                    <a:schemeClr val="bg1"/>
                  </a:solidFill>
                </a:rPr>
              </a:br>
              <a:r>
                <a:rPr lang="en-US" sz="1200" b="1" dirty="0">
                  <a:solidFill>
                    <a:schemeClr val="bg1"/>
                  </a:solidFill>
                </a:rPr>
                <a:t> </a:t>
              </a:r>
              <a:r>
                <a:rPr lang="en-US" sz="1500" b="1" dirty="0">
                  <a:solidFill>
                    <a:schemeClr val="bg1"/>
                  </a:solidFill>
                </a:rPr>
                <a:t>FINANCIAL STATEMENTS</a:t>
              </a:r>
            </a:p>
          </p:txBody>
        </p:sp>
        <p:sp>
          <p:nvSpPr>
            <p:cNvPr id="20" name="_s79879"/>
            <p:cNvSpPr>
              <a:spLocks noChangeArrowheads="1"/>
            </p:cNvSpPr>
            <p:nvPr/>
          </p:nvSpPr>
          <p:spPr bwMode="auto">
            <a:xfrm>
              <a:off x="1152" y="1728"/>
              <a:ext cx="864" cy="288"/>
            </a:xfrm>
            <a:prstGeom prst="roundRect">
              <a:avLst/>
            </a:prstGeom>
            <a:solidFill>
              <a:srgbClr val="4C9265"/>
            </a:solidFill>
            <a:ln>
              <a:solidFill>
                <a:srgbClr val="4C9265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 dirty="0"/>
                <a:t>Income Statement</a:t>
              </a:r>
            </a:p>
          </p:txBody>
        </p:sp>
        <p:sp>
          <p:nvSpPr>
            <p:cNvPr id="21" name="_s79880"/>
            <p:cNvSpPr>
              <a:spLocks noChangeArrowheads="1"/>
            </p:cNvSpPr>
            <p:nvPr/>
          </p:nvSpPr>
          <p:spPr bwMode="auto">
            <a:xfrm>
              <a:off x="2304" y="1728"/>
              <a:ext cx="864" cy="288"/>
            </a:xfrm>
            <a:prstGeom prst="roundRect">
              <a:avLst/>
            </a:prstGeom>
            <a:solidFill>
              <a:srgbClr val="4C9265"/>
            </a:solidFill>
            <a:ln>
              <a:solidFill>
                <a:srgbClr val="4C9265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/>
                <a:t>Balance Sheet</a:t>
              </a:r>
            </a:p>
          </p:txBody>
        </p:sp>
        <p:sp>
          <p:nvSpPr>
            <p:cNvPr id="22" name="_s79881"/>
            <p:cNvSpPr>
              <a:spLocks noChangeArrowheads="1"/>
            </p:cNvSpPr>
            <p:nvPr/>
          </p:nvSpPr>
          <p:spPr bwMode="auto">
            <a:xfrm>
              <a:off x="3312" y="1728"/>
              <a:ext cx="864" cy="288"/>
            </a:xfrm>
            <a:prstGeom prst="roundRect">
              <a:avLst/>
            </a:prstGeom>
            <a:solidFill>
              <a:srgbClr val="4C9265"/>
            </a:solidFill>
            <a:ln>
              <a:solidFill>
                <a:srgbClr val="4C9265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b="1"/>
                <a:t>Statement of</a:t>
              </a:r>
            </a:p>
            <a:p>
              <a:pPr algn="ctr"/>
              <a:r>
                <a:rPr lang="en-US" sz="2000" b="1"/>
                <a:t> Cash Flows</a:t>
              </a:r>
            </a:p>
          </p:txBody>
        </p:sp>
        <p:sp>
          <p:nvSpPr>
            <p:cNvPr id="23" name="_s79886"/>
            <p:cNvSpPr>
              <a:spLocks noChangeArrowheads="1"/>
            </p:cNvSpPr>
            <p:nvPr/>
          </p:nvSpPr>
          <p:spPr bwMode="auto">
            <a:xfrm>
              <a:off x="1728" y="2160"/>
              <a:ext cx="864" cy="288"/>
            </a:xfrm>
            <a:prstGeom prst="roundRect">
              <a:avLst/>
            </a:prstGeom>
            <a:solidFill>
              <a:srgbClr val="94C8A7"/>
            </a:solidFill>
            <a:ln>
              <a:solidFill>
                <a:srgbClr val="94C8A7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/>
                <a:t>Monthly forecasts</a:t>
              </a:r>
            </a:p>
            <a:p>
              <a:pPr algn="ctr"/>
              <a:r>
                <a:rPr lang="en-US" b="1" dirty="0"/>
                <a:t>for years 1 and 2</a:t>
              </a:r>
            </a:p>
          </p:txBody>
        </p:sp>
        <p:sp>
          <p:nvSpPr>
            <p:cNvPr id="24" name="_s79894"/>
            <p:cNvSpPr>
              <a:spLocks noChangeArrowheads="1"/>
            </p:cNvSpPr>
            <p:nvPr/>
          </p:nvSpPr>
          <p:spPr bwMode="auto">
            <a:xfrm>
              <a:off x="1728" y="2592"/>
              <a:ext cx="864" cy="288"/>
            </a:xfrm>
            <a:prstGeom prst="roundRect">
              <a:avLst/>
            </a:prstGeom>
            <a:solidFill>
              <a:srgbClr val="94C8A7"/>
            </a:solidFill>
            <a:ln>
              <a:solidFill>
                <a:srgbClr val="94C8A7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="1" dirty="0"/>
                <a:t>Adjust monthly forecasts </a:t>
              </a:r>
            </a:p>
            <a:p>
              <a:pPr algn="ctr"/>
              <a:r>
                <a:rPr lang="en-US" b="1" dirty="0"/>
                <a:t>according to seasonality</a:t>
              </a:r>
            </a:p>
          </p:txBody>
        </p:sp>
        <p:sp>
          <p:nvSpPr>
            <p:cNvPr id="25" name="_s79896"/>
            <p:cNvSpPr>
              <a:spLocks noChangeArrowheads="1"/>
            </p:cNvSpPr>
            <p:nvPr/>
          </p:nvSpPr>
          <p:spPr bwMode="auto">
            <a:xfrm>
              <a:off x="1728" y="3024"/>
              <a:ext cx="864" cy="288"/>
            </a:xfrm>
            <a:prstGeom prst="roundRect">
              <a:avLst/>
            </a:prstGeom>
            <a:solidFill>
              <a:srgbClr val="94C8A7"/>
            </a:solidFill>
            <a:ln>
              <a:solidFill>
                <a:srgbClr val="94C8A7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="1"/>
                <a:t>Annual forecasts </a:t>
              </a:r>
            </a:p>
            <a:p>
              <a:pPr algn="ctr"/>
              <a:r>
                <a:rPr lang="en-US" b="1"/>
                <a:t>for years 3-5</a:t>
              </a:r>
            </a:p>
          </p:txBody>
        </p:sp>
        <p:sp>
          <p:nvSpPr>
            <p:cNvPr id="26" name="_s79898"/>
            <p:cNvSpPr>
              <a:spLocks noChangeArrowheads="1"/>
            </p:cNvSpPr>
            <p:nvPr/>
          </p:nvSpPr>
          <p:spPr bwMode="auto">
            <a:xfrm>
              <a:off x="2880" y="2160"/>
              <a:ext cx="864" cy="287"/>
            </a:xfrm>
            <a:prstGeom prst="roundRect">
              <a:avLst/>
            </a:prstGeom>
            <a:solidFill>
              <a:srgbClr val="94C8A7"/>
            </a:solidFill>
            <a:ln>
              <a:solidFill>
                <a:srgbClr val="94C8A7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="1"/>
                <a:t>Consider</a:t>
              </a:r>
            </a:p>
            <a:p>
              <a:pPr algn="ctr"/>
              <a:r>
                <a:rPr lang="en-US" b="1"/>
                <a:t> Accounts Receivable</a:t>
              </a:r>
            </a:p>
          </p:txBody>
        </p:sp>
        <p:sp>
          <p:nvSpPr>
            <p:cNvPr id="27" name="_s79900"/>
            <p:cNvSpPr>
              <a:spLocks noChangeArrowheads="1"/>
            </p:cNvSpPr>
            <p:nvPr/>
          </p:nvSpPr>
          <p:spPr bwMode="auto">
            <a:xfrm>
              <a:off x="2880" y="2592"/>
              <a:ext cx="864" cy="287"/>
            </a:xfrm>
            <a:prstGeom prst="roundRect">
              <a:avLst/>
            </a:prstGeom>
            <a:solidFill>
              <a:srgbClr val="94C8A7"/>
            </a:solidFill>
            <a:ln>
              <a:solidFill>
                <a:srgbClr val="94C8A7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="1"/>
                <a:t>Show outflow and</a:t>
              </a:r>
            </a:p>
            <a:p>
              <a:pPr algn="ctr"/>
              <a:r>
                <a:rPr lang="en-US" b="1"/>
                <a:t>depreciate PP&amp;E</a:t>
              </a:r>
            </a:p>
          </p:txBody>
        </p:sp>
        <p:sp>
          <p:nvSpPr>
            <p:cNvPr id="28" name="_s79902"/>
            <p:cNvSpPr>
              <a:spLocks noChangeArrowheads="1"/>
            </p:cNvSpPr>
            <p:nvPr/>
          </p:nvSpPr>
          <p:spPr bwMode="auto">
            <a:xfrm>
              <a:off x="2880" y="3024"/>
              <a:ext cx="864" cy="287"/>
            </a:xfrm>
            <a:prstGeom prst="roundRect">
              <a:avLst/>
            </a:prstGeom>
            <a:solidFill>
              <a:srgbClr val="94C8A7"/>
            </a:solidFill>
            <a:ln>
              <a:solidFill>
                <a:srgbClr val="94C8A7"/>
              </a:solidFill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0" tIns="0" rIns="0" bIns="0" anchor="ctr">
              <a:prstTxWarp prst="textNoShape">
                <a:avLst/>
              </a:prstTxWarp>
            </a:bodyPr>
            <a:lstStyle/>
            <a:p>
              <a:pPr algn="ctr"/>
              <a:r>
                <a:rPr lang="en-US" b="1"/>
                <a:t>Consider</a:t>
              </a:r>
            </a:p>
            <a:p>
              <a:pPr algn="ctr"/>
              <a:r>
                <a:rPr lang="en-US" b="1"/>
                <a:t>Accounts Payable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2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76200" y="129912"/>
            <a:ext cx="922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INTEGRATED FINANCIAL STATEMENTS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762000"/>
            <a:ext cx="7924800" cy="5776957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096000" y="6416675"/>
            <a:ext cx="2895600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8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76200" y="228600"/>
            <a:ext cx="922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SEASONALITY PROJECTIONS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6" y="2119129"/>
            <a:ext cx="9040487" cy="261974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221159"/>
            <a:ext cx="85233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PUTTING IT ALL TOGETHER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088837576"/>
              </p:ext>
            </p:extLst>
          </p:nvPr>
        </p:nvGraphicFramePr>
        <p:xfrm>
          <a:off x="0" y="1295400"/>
          <a:ext cx="8991600" cy="4732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4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152400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CASH-FLOW STATEMENT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31" y="990600"/>
            <a:ext cx="7158569" cy="551899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3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2"/>
          <p:cNvSpPr txBox="1">
            <a:spLocks noChangeArrowheads="1"/>
          </p:cNvSpPr>
          <p:nvPr/>
        </p:nvSpPr>
        <p:spPr>
          <a:xfrm>
            <a:off x="152400" y="152400"/>
            <a:ext cx="8991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" name="Rectangle 53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9752" tIns="1002984" rIns="469752" bIns="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304800" y="1447800"/>
            <a:ext cx="8686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Execute each step in order to build realistic pro </a:t>
            </a:r>
            <a:r>
              <a:rPr lang="en-US" sz="2400" kern="3000" spc="30" dirty="0" err="1" smtClean="0">
                <a:latin typeface="Adobe Fan Heiti Std B" pitchFamily="34" charset="-128"/>
                <a:ea typeface="Adobe Fan Heiti Std B" pitchFamily="34" charset="-128"/>
              </a:rPr>
              <a:t>formas</a:t>
            </a:r>
            <a:endParaRPr lang="en-US" sz="2400" kern="3000" spc="30" dirty="0" smtClean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Know your numbers cold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Further refine numbers as you launch the business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3000" spc="30" dirty="0" smtClean="0">
                <a:latin typeface="Adobe Fan Heiti Std B" pitchFamily="34" charset="-128"/>
                <a:ea typeface="Adobe Fan Heiti Std B" pitchFamily="34" charset="-128"/>
              </a:rPr>
              <a:t>Financials help you gauge actual performance</a:t>
            </a:r>
            <a:endParaRPr lang="en-US" sz="2400" kern="3000" spc="30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14251</TotalTime>
  <Words>694</Words>
  <Application>Microsoft Office PowerPoint</Application>
  <PresentationFormat>On-screen Show (4:3)</PresentationFormat>
  <Paragraphs>139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84</cp:revision>
  <dcterms:created xsi:type="dcterms:W3CDTF">2013-10-12T04:14:45Z</dcterms:created>
  <dcterms:modified xsi:type="dcterms:W3CDTF">2015-03-04T19:55:24Z</dcterms:modified>
</cp:coreProperties>
</file>